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63" r:id="rId2"/>
  </p:sldMasterIdLst>
  <p:notesMasterIdLst>
    <p:notesMasterId r:id="rId19"/>
  </p:notesMasterIdLst>
  <p:handoutMasterIdLst>
    <p:handoutMasterId r:id="rId20"/>
  </p:handoutMasterIdLst>
  <p:sldIdLst>
    <p:sldId id="285" r:id="rId3"/>
    <p:sldId id="393" r:id="rId4"/>
    <p:sldId id="392" r:id="rId5"/>
    <p:sldId id="2147480693" r:id="rId6"/>
    <p:sldId id="2147480703" r:id="rId7"/>
    <p:sldId id="2147480705" r:id="rId8"/>
    <p:sldId id="2147480704" r:id="rId9"/>
    <p:sldId id="390" r:id="rId10"/>
    <p:sldId id="257" r:id="rId11"/>
    <p:sldId id="391" r:id="rId12"/>
    <p:sldId id="386" r:id="rId13"/>
    <p:sldId id="388" r:id="rId14"/>
    <p:sldId id="389" r:id="rId15"/>
    <p:sldId id="2147480702" r:id="rId16"/>
    <p:sldId id="291" r:id="rId17"/>
    <p:sldId id="2147480701" r:id="rId18"/>
  </p:sldIdLst>
  <p:sldSz cx="12161838" cy="6858000"/>
  <p:notesSz cx="6858000" cy="9144000"/>
  <p:defaultTextStyle>
    <a:defPPr>
      <a:defRPr lang="en-US"/>
    </a:defPPr>
    <a:lvl1pPr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1pPr>
    <a:lvl2pPr marL="608013" indent="-150813"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2pPr>
    <a:lvl3pPr marL="1216025" indent="-3016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3pPr>
    <a:lvl4pPr marL="1825625" indent="-4540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4pPr>
    <a:lvl5pPr marL="2433638" indent="-604838"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5pPr>
    <a:lvl6pPr marL="2286000" algn="l" defTabSz="457200" rtl="0" eaLnBrk="1" latinLnBrk="0" hangingPunct="1">
      <a:defRPr sz="2400" kern="1200">
        <a:solidFill>
          <a:schemeClr val="tx1"/>
        </a:solidFill>
        <a:latin typeface="Tahoma" charset="0"/>
        <a:ea typeface="ＭＳ Ｐゴシック" charset="0"/>
        <a:cs typeface="ＭＳ Ｐゴシック" charset="0"/>
      </a:defRPr>
    </a:lvl6pPr>
    <a:lvl7pPr marL="2743200" algn="l" defTabSz="457200" rtl="0" eaLnBrk="1" latinLnBrk="0" hangingPunct="1">
      <a:defRPr sz="2400" kern="1200">
        <a:solidFill>
          <a:schemeClr val="tx1"/>
        </a:solidFill>
        <a:latin typeface="Tahoma" charset="0"/>
        <a:ea typeface="ＭＳ Ｐゴシック" charset="0"/>
        <a:cs typeface="ＭＳ Ｐゴシック" charset="0"/>
      </a:defRPr>
    </a:lvl7pPr>
    <a:lvl8pPr marL="3200400" algn="l" defTabSz="457200" rtl="0" eaLnBrk="1" latinLnBrk="0" hangingPunct="1">
      <a:defRPr sz="2400" kern="1200">
        <a:solidFill>
          <a:schemeClr val="tx1"/>
        </a:solidFill>
        <a:latin typeface="Tahoma" charset="0"/>
        <a:ea typeface="ＭＳ Ｐゴシック" charset="0"/>
        <a:cs typeface="ＭＳ Ｐゴシック" charset="0"/>
      </a:defRPr>
    </a:lvl8pPr>
    <a:lvl9pPr marL="3657600" algn="l" defTabSz="457200" rtl="0" eaLnBrk="1" latinLnBrk="0" hangingPunct="1">
      <a:defRPr sz="2400" kern="1200">
        <a:solidFill>
          <a:schemeClr val="tx1"/>
        </a:solidFill>
        <a:latin typeface="Tahom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383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mo, Jv (Wabtec, non-GE)" initials="CJ(n" lastIdx="13" clrIdx="0">
    <p:extLst>
      <p:ext uri="{19B8F6BF-5375-455C-9EA6-DF929625EA0E}">
        <p15:presenceInfo xmlns:p15="http://schemas.microsoft.com/office/powerpoint/2012/main" userId="S::212408871@ge.com::ebab71c3-f24b-410e-adba-91443a88f0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FFAF"/>
    <a:srgbClr val="000000"/>
    <a:srgbClr val="00FF0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19" autoAdjust="0"/>
    <p:restoredTop sz="93447" autoAdjust="0"/>
  </p:normalViewPr>
  <p:slideViewPr>
    <p:cSldViewPr snapToGrid="0">
      <p:cViewPr varScale="1">
        <p:scale>
          <a:sx n="60" d="100"/>
          <a:sy n="60" d="100"/>
        </p:scale>
        <p:origin x="932" y="44"/>
      </p:cViewPr>
      <p:guideLst>
        <p:guide orient="horz" pos="2160"/>
        <p:guide pos="3830"/>
      </p:guideLst>
    </p:cSldViewPr>
  </p:slideViewPr>
  <p:notesTextViewPr>
    <p:cViewPr>
      <p:scale>
        <a:sx n="100" d="100"/>
        <a:sy n="100" d="100"/>
      </p:scale>
      <p:origin x="0" y="0"/>
    </p:cViewPr>
  </p:notesTextViewPr>
  <p:sorterViewPr>
    <p:cViewPr>
      <p:scale>
        <a:sx n="102" d="100"/>
        <a:sy n="102" d="100"/>
      </p:scale>
      <p:origin x="0" y="7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mone, Mariana" userId="ae2e97be-6408-44ba-b460-a26a4acceefa" providerId="ADAL" clId="{AC2842A9-508A-446E-BF40-831D7CB45806}"/>
    <pc:docChg chg="custSel modSld">
      <pc:chgData name="Chamone, Mariana" userId="ae2e97be-6408-44ba-b460-a26a4acceefa" providerId="ADAL" clId="{AC2842A9-508A-446E-BF40-831D7CB45806}" dt="2026-07-17T19:59:18.732" v="1" actId="13926"/>
      <pc:docMkLst>
        <pc:docMk/>
      </pc:docMkLst>
      <pc:sldChg chg="delSp mod">
        <pc:chgData name="Chamone, Mariana" userId="ae2e97be-6408-44ba-b460-a26a4acceefa" providerId="ADAL" clId="{AC2842A9-508A-446E-BF40-831D7CB45806}" dt="2026-07-17T19:59:11.054" v="0" actId="478"/>
        <pc:sldMkLst>
          <pc:docMk/>
          <pc:sldMk cId="2047500664" sldId="392"/>
        </pc:sldMkLst>
        <pc:spChg chg="del">
          <ac:chgData name="Chamone, Mariana" userId="ae2e97be-6408-44ba-b460-a26a4acceefa" providerId="ADAL" clId="{AC2842A9-508A-446E-BF40-831D7CB45806}" dt="2026-07-17T19:59:11.054" v="0" actId="478"/>
          <ac:spMkLst>
            <pc:docMk/>
            <pc:sldMk cId="2047500664" sldId="392"/>
            <ac:spMk id="2" creationId="{5AFE8569-9CCE-CE2D-73C0-E74F11079745}"/>
          </ac:spMkLst>
        </pc:spChg>
      </pc:sldChg>
      <pc:sldChg chg="modSp mod">
        <pc:chgData name="Chamone, Mariana" userId="ae2e97be-6408-44ba-b460-a26a4acceefa" providerId="ADAL" clId="{AC2842A9-508A-446E-BF40-831D7CB45806}" dt="2026-07-17T19:59:18.732" v="1" actId="13926"/>
        <pc:sldMkLst>
          <pc:docMk/>
          <pc:sldMk cId="1146872765" sldId="2147480703"/>
        </pc:sldMkLst>
        <pc:spChg chg="mod">
          <ac:chgData name="Chamone, Mariana" userId="ae2e97be-6408-44ba-b460-a26a4acceefa" providerId="ADAL" clId="{AC2842A9-508A-446E-BF40-831D7CB45806}" dt="2026-07-17T19:59:18.732" v="1" actId="13926"/>
          <ac:spMkLst>
            <pc:docMk/>
            <pc:sldMk cId="1146872765" sldId="2147480703"/>
            <ac:spMk id="6" creationId="{E81D6737-1194-EF15-4225-968A0507F7F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5FF0F8-CB27-451F-9F7B-F9DACBB373E5}" type="doc">
      <dgm:prSet loTypeId="urn:microsoft.com/office/officeart/2008/layout/LinedList" loCatId="list" qsTypeId="urn:microsoft.com/office/officeart/2005/8/quickstyle/3d2" qsCatId="3D" csTypeId="urn:microsoft.com/office/officeart/2005/8/colors/accent1_2" csCatId="accent1" phldr="1"/>
      <dgm:spPr/>
      <dgm:t>
        <a:bodyPr/>
        <a:lstStyle/>
        <a:p>
          <a:endParaRPr lang="en-US"/>
        </a:p>
      </dgm:t>
    </dgm:pt>
    <dgm:pt modelId="{CD67524D-8EE5-4364-AEEC-6F5CA96F938E}">
      <dgm:prSet custT="1"/>
      <dgm:spPr/>
      <dgm:t>
        <a:bodyPr/>
        <a:lstStyle/>
        <a:p>
          <a:r>
            <a:rPr lang="en-US" sz="2200">
              <a:latin typeface="Aptos" panose="020B0004020202020204" pitchFamily="34" charset="0"/>
            </a:rPr>
            <a:t>Agenda:</a:t>
          </a:r>
        </a:p>
      </dgm:t>
    </dgm:pt>
    <dgm:pt modelId="{502E10E2-F21F-4607-B240-3D906352EB11}" type="parTrans" cxnId="{03F0008C-6E2E-4FEB-A67C-7FFF67D9A905}">
      <dgm:prSet/>
      <dgm:spPr/>
      <dgm:t>
        <a:bodyPr/>
        <a:lstStyle/>
        <a:p>
          <a:endParaRPr lang="en-US">
            <a:solidFill>
              <a:schemeClr val="tx1">
                <a:lumMod val="75000"/>
              </a:schemeClr>
            </a:solidFill>
            <a:latin typeface="Aptos" panose="020B0004020202020204" pitchFamily="34" charset="0"/>
          </a:endParaRPr>
        </a:p>
      </dgm:t>
    </dgm:pt>
    <dgm:pt modelId="{16849B8E-85F4-440E-AA66-16337227F2CA}" type="sibTrans" cxnId="{03F0008C-6E2E-4FEB-A67C-7FFF67D9A905}">
      <dgm:prSet/>
      <dgm:spPr/>
      <dgm:t>
        <a:bodyPr/>
        <a:lstStyle/>
        <a:p>
          <a:endParaRPr lang="en-US">
            <a:solidFill>
              <a:schemeClr val="tx1">
                <a:lumMod val="75000"/>
              </a:schemeClr>
            </a:solidFill>
            <a:latin typeface="Aptos" panose="020B0004020202020204" pitchFamily="34" charset="0"/>
          </a:endParaRPr>
        </a:p>
      </dgm:t>
    </dgm:pt>
    <dgm:pt modelId="{EEB9B2CD-BA83-4BBF-B2C3-038ED8F730C2}">
      <dgm:prSet custT="1"/>
      <dgm:spPr/>
      <dgm:t>
        <a:bodyPr/>
        <a:lstStyle/>
        <a:p>
          <a:r>
            <a:rPr lang="en-US" sz="2200" dirty="0">
              <a:latin typeface="Aptos" panose="020B0004020202020204" pitchFamily="34" charset="0"/>
            </a:rPr>
            <a:t>MRS TO Overview</a:t>
          </a:r>
        </a:p>
      </dgm:t>
    </dgm:pt>
    <dgm:pt modelId="{FE103FD9-60B0-4BD7-BBBD-7BB651C3E850}" type="parTrans" cxnId="{2E9E5E28-BA6D-4AA4-9830-D7D8D47947AA}">
      <dgm:prSet/>
      <dgm:spPr/>
      <dgm:t>
        <a:bodyPr/>
        <a:lstStyle/>
        <a:p>
          <a:endParaRPr lang="en-US">
            <a:solidFill>
              <a:schemeClr val="tx1">
                <a:lumMod val="75000"/>
              </a:schemeClr>
            </a:solidFill>
            <a:latin typeface="Aptos" panose="020B0004020202020204" pitchFamily="34" charset="0"/>
          </a:endParaRPr>
        </a:p>
      </dgm:t>
    </dgm:pt>
    <dgm:pt modelId="{5A5CD623-BB19-4835-AB7B-9C9E81C25543}" type="sibTrans" cxnId="{2E9E5E28-BA6D-4AA4-9830-D7D8D47947AA}">
      <dgm:prSet/>
      <dgm:spPr/>
      <dgm:t>
        <a:bodyPr/>
        <a:lstStyle/>
        <a:p>
          <a:endParaRPr lang="en-US">
            <a:solidFill>
              <a:schemeClr val="tx1">
                <a:lumMod val="75000"/>
              </a:schemeClr>
            </a:solidFill>
            <a:latin typeface="Aptos" panose="020B0004020202020204" pitchFamily="34" charset="0"/>
          </a:endParaRPr>
        </a:p>
      </dgm:t>
    </dgm:pt>
    <dgm:pt modelId="{E96117D8-9242-45EF-8067-B4D2ED69CFA4}">
      <dgm:prSet custT="1"/>
      <dgm:spPr/>
      <dgm:t>
        <a:bodyPr/>
        <a:lstStyle/>
        <a:p>
          <a:r>
            <a:rPr lang="en-US" sz="2200">
              <a:latin typeface="Aptos" panose="020B0004020202020204" pitchFamily="34" charset="0"/>
            </a:rPr>
            <a:t>MRS Locomotives </a:t>
          </a:r>
        </a:p>
      </dgm:t>
    </dgm:pt>
    <dgm:pt modelId="{28810882-BF09-4200-BFFB-25C9CF087D01}" type="parTrans" cxnId="{80EB2038-C42A-4BF9-802F-416AC1E6C7CC}">
      <dgm:prSet/>
      <dgm:spPr/>
      <dgm:t>
        <a:bodyPr/>
        <a:lstStyle/>
        <a:p>
          <a:endParaRPr lang="en-US">
            <a:solidFill>
              <a:schemeClr val="tx1">
                <a:lumMod val="75000"/>
              </a:schemeClr>
            </a:solidFill>
            <a:latin typeface="Aptos" panose="020B0004020202020204" pitchFamily="34" charset="0"/>
          </a:endParaRPr>
        </a:p>
      </dgm:t>
    </dgm:pt>
    <dgm:pt modelId="{7DF69D34-B237-4CA5-A497-D0092857E17D}" type="sibTrans" cxnId="{80EB2038-C42A-4BF9-802F-416AC1E6C7CC}">
      <dgm:prSet/>
      <dgm:spPr/>
      <dgm:t>
        <a:bodyPr/>
        <a:lstStyle/>
        <a:p>
          <a:endParaRPr lang="en-US">
            <a:solidFill>
              <a:schemeClr val="tx1">
                <a:lumMod val="75000"/>
              </a:schemeClr>
            </a:solidFill>
            <a:latin typeface="Aptos" panose="020B0004020202020204" pitchFamily="34" charset="0"/>
          </a:endParaRPr>
        </a:p>
      </dgm:t>
    </dgm:pt>
    <dgm:pt modelId="{AC3E14F7-4FA8-4999-BC3D-759C63774800}">
      <dgm:prSet custT="1"/>
      <dgm:spPr/>
      <dgm:t>
        <a:bodyPr/>
        <a:lstStyle/>
        <a:p>
          <a:r>
            <a:rPr lang="en-US" sz="2200">
              <a:latin typeface="Aptos" panose="020B0004020202020204" pitchFamily="34" charset="0"/>
            </a:rPr>
            <a:t>MRS Trains</a:t>
          </a:r>
        </a:p>
      </dgm:t>
    </dgm:pt>
    <dgm:pt modelId="{D992DCC4-9242-474B-941D-1F0690B7DB25}" type="parTrans" cxnId="{40D113F7-8795-43D0-B5B5-402BC40D5AFA}">
      <dgm:prSet/>
      <dgm:spPr/>
      <dgm:t>
        <a:bodyPr/>
        <a:lstStyle/>
        <a:p>
          <a:endParaRPr lang="en-US">
            <a:solidFill>
              <a:schemeClr val="tx1">
                <a:lumMod val="75000"/>
              </a:schemeClr>
            </a:solidFill>
            <a:latin typeface="Aptos" panose="020B0004020202020204" pitchFamily="34" charset="0"/>
          </a:endParaRPr>
        </a:p>
      </dgm:t>
    </dgm:pt>
    <dgm:pt modelId="{F1A9BE80-395E-46AE-B2CC-C3D76C0E2023}" type="sibTrans" cxnId="{40D113F7-8795-43D0-B5B5-402BC40D5AFA}">
      <dgm:prSet/>
      <dgm:spPr/>
      <dgm:t>
        <a:bodyPr/>
        <a:lstStyle/>
        <a:p>
          <a:endParaRPr lang="en-US">
            <a:solidFill>
              <a:schemeClr val="tx1">
                <a:lumMod val="75000"/>
              </a:schemeClr>
            </a:solidFill>
            <a:latin typeface="Aptos" panose="020B0004020202020204" pitchFamily="34" charset="0"/>
          </a:endParaRPr>
        </a:p>
      </dgm:t>
    </dgm:pt>
    <dgm:pt modelId="{0C11CAE9-8D98-4100-B97D-46DF4D88ABF2}">
      <dgm:prSet custT="1"/>
      <dgm:spPr/>
      <dgm:t>
        <a:bodyPr/>
        <a:lstStyle/>
        <a:p>
          <a:r>
            <a:rPr lang="en-US" sz="2200">
              <a:latin typeface="Aptos" panose="020B0004020202020204" pitchFamily="34" charset="0"/>
            </a:rPr>
            <a:t>MRS Track</a:t>
          </a:r>
        </a:p>
      </dgm:t>
    </dgm:pt>
    <dgm:pt modelId="{A7CB02A9-274C-45B1-B35A-EC4AADC6C0F8}" type="parTrans" cxnId="{6BE066AB-9D91-4AB4-B868-18917FF1EE4B}">
      <dgm:prSet/>
      <dgm:spPr/>
      <dgm:t>
        <a:bodyPr/>
        <a:lstStyle/>
        <a:p>
          <a:endParaRPr lang="en-US">
            <a:solidFill>
              <a:schemeClr val="tx1">
                <a:lumMod val="75000"/>
              </a:schemeClr>
            </a:solidFill>
            <a:latin typeface="Aptos" panose="020B0004020202020204" pitchFamily="34" charset="0"/>
          </a:endParaRPr>
        </a:p>
      </dgm:t>
    </dgm:pt>
    <dgm:pt modelId="{D9C528F9-7613-4BF8-A196-FF00F1411775}" type="sibTrans" cxnId="{6BE066AB-9D91-4AB4-B868-18917FF1EE4B}">
      <dgm:prSet/>
      <dgm:spPr/>
      <dgm:t>
        <a:bodyPr/>
        <a:lstStyle/>
        <a:p>
          <a:endParaRPr lang="en-US">
            <a:solidFill>
              <a:schemeClr val="tx1">
                <a:lumMod val="75000"/>
              </a:schemeClr>
            </a:solidFill>
            <a:latin typeface="Aptos" panose="020B0004020202020204" pitchFamily="34" charset="0"/>
          </a:endParaRPr>
        </a:p>
      </dgm:t>
    </dgm:pt>
    <dgm:pt modelId="{E9156237-42F3-4C9B-A65C-2738B8037830}">
      <dgm:prSet custT="1"/>
      <dgm:spPr/>
      <dgm:t>
        <a:bodyPr/>
        <a:lstStyle/>
        <a:p>
          <a:r>
            <a:rPr lang="en-US" sz="2200">
              <a:latin typeface="Aptos" panose="020B0004020202020204" pitchFamily="34" charset="0"/>
            </a:rPr>
            <a:t>MRS PTC Architecture </a:t>
          </a:r>
        </a:p>
      </dgm:t>
    </dgm:pt>
    <dgm:pt modelId="{0323FEA0-913A-492C-B4C6-018368A7A125}" type="parTrans" cxnId="{45917C4C-3129-4E83-A070-DD9133C9C0EC}">
      <dgm:prSet/>
      <dgm:spPr/>
      <dgm:t>
        <a:bodyPr/>
        <a:lstStyle/>
        <a:p>
          <a:endParaRPr lang="en-US">
            <a:solidFill>
              <a:schemeClr val="tx1">
                <a:lumMod val="75000"/>
              </a:schemeClr>
            </a:solidFill>
            <a:latin typeface="Aptos" panose="020B0004020202020204" pitchFamily="34" charset="0"/>
          </a:endParaRPr>
        </a:p>
      </dgm:t>
    </dgm:pt>
    <dgm:pt modelId="{89CD2889-B8EC-4452-B165-EDB70D0AD431}" type="sibTrans" cxnId="{45917C4C-3129-4E83-A070-DD9133C9C0EC}">
      <dgm:prSet/>
      <dgm:spPr/>
      <dgm:t>
        <a:bodyPr/>
        <a:lstStyle/>
        <a:p>
          <a:endParaRPr lang="en-US">
            <a:solidFill>
              <a:schemeClr val="tx1">
                <a:lumMod val="75000"/>
              </a:schemeClr>
            </a:solidFill>
            <a:latin typeface="Aptos" panose="020B0004020202020204" pitchFamily="34" charset="0"/>
          </a:endParaRPr>
        </a:p>
      </dgm:t>
    </dgm:pt>
    <dgm:pt modelId="{DD28D556-8629-4E43-9CAB-E97A47C2149E}">
      <dgm:prSet custT="1"/>
      <dgm:spPr/>
      <dgm:t>
        <a:bodyPr/>
        <a:lstStyle/>
        <a:p>
          <a:r>
            <a:rPr lang="en-US" sz="2200">
              <a:latin typeface="Aptos" panose="020B0004020202020204" pitchFamily="34" charset="0"/>
            </a:rPr>
            <a:t>MRS TO PTC-IF Architecture</a:t>
          </a:r>
        </a:p>
      </dgm:t>
    </dgm:pt>
    <dgm:pt modelId="{4D89B345-D43F-4D57-A353-77B6A8C7810D}" type="parTrans" cxnId="{9C514A65-3A54-4C76-B425-40D931637FF1}">
      <dgm:prSet/>
      <dgm:spPr/>
      <dgm:t>
        <a:bodyPr/>
        <a:lstStyle/>
        <a:p>
          <a:endParaRPr lang="en-US">
            <a:solidFill>
              <a:schemeClr val="tx1">
                <a:lumMod val="75000"/>
              </a:schemeClr>
            </a:solidFill>
            <a:latin typeface="Aptos" panose="020B0004020202020204" pitchFamily="34" charset="0"/>
          </a:endParaRPr>
        </a:p>
      </dgm:t>
    </dgm:pt>
    <dgm:pt modelId="{2798CB3A-123D-4FFD-AEEC-4030A9689D80}" type="sibTrans" cxnId="{9C514A65-3A54-4C76-B425-40D931637FF1}">
      <dgm:prSet/>
      <dgm:spPr/>
      <dgm:t>
        <a:bodyPr/>
        <a:lstStyle/>
        <a:p>
          <a:endParaRPr lang="en-US">
            <a:solidFill>
              <a:schemeClr val="tx1">
                <a:lumMod val="75000"/>
              </a:schemeClr>
            </a:solidFill>
            <a:latin typeface="Aptos" panose="020B0004020202020204" pitchFamily="34" charset="0"/>
          </a:endParaRPr>
        </a:p>
      </dgm:t>
    </dgm:pt>
    <dgm:pt modelId="{405F69CE-5B7F-4B66-B1E7-B559F4C7112F}">
      <dgm:prSet custT="1"/>
      <dgm:spPr/>
      <dgm:t>
        <a:bodyPr/>
        <a:lstStyle/>
        <a:p>
          <a:r>
            <a:rPr lang="pt-BR" sz="2200">
              <a:latin typeface="Aptos" panose="020B0004020202020204" pitchFamily="34" charset="0"/>
            </a:rPr>
            <a:t>TO Enablement Strategy</a:t>
          </a:r>
          <a:endParaRPr lang="en-US" sz="2200">
            <a:latin typeface="Aptos" panose="020B0004020202020204" pitchFamily="34" charset="0"/>
          </a:endParaRPr>
        </a:p>
      </dgm:t>
    </dgm:pt>
    <dgm:pt modelId="{04099316-77CC-4864-B084-AA0FA337983C}" type="parTrans" cxnId="{4D048013-A534-4AC2-854D-F17A2D97F91A}">
      <dgm:prSet/>
      <dgm:spPr/>
      <dgm:t>
        <a:bodyPr/>
        <a:lstStyle/>
        <a:p>
          <a:endParaRPr lang="en-US">
            <a:solidFill>
              <a:schemeClr val="tx1">
                <a:lumMod val="75000"/>
              </a:schemeClr>
            </a:solidFill>
            <a:latin typeface="Aptos" panose="020B0004020202020204" pitchFamily="34" charset="0"/>
          </a:endParaRPr>
        </a:p>
      </dgm:t>
    </dgm:pt>
    <dgm:pt modelId="{00A8B2B8-4DBA-4E44-8388-B8C428DF452F}" type="sibTrans" cxnId="{4D048013-A534-4AC2-854D-F17A2D97F91A}">
      <dgm:prSet/>
      <dgm:spPr/>
      <dgm:t>
        <a:bodyPr/>
        <a:lstStyle/>
        <a:p>
          <a:endParaRPr lang="en-US">
            <a:solidFill>
              <a:schemeClr val="tx1">
                <a:lumMod val="75000"/>
              </a:schemeClr>
            </a:solidFill>
            <a:latin typeface="Aptos" panose="020B0004020202020204" pitchFamily="34" charset="0"/>
          </a:endParaRPr>
        </a:p>
      </dgm:t>
    </dgm:pt>
    <dgm:pt modelId="{0C5A7138-E24B-43A9-8BAE-423086E4C933}" type="pres">
      <dgm:prSet presAssocID="{725FF0F8-CB27-451F-9F7B-F9DACBB373E5}" presName="vert0" presStyleCnt="0">
        <dgm:presLayoutVars>
          <dgm:dir/>
          <dgm:animOne val="branch"/>
          <dgm:animLvl val="lvl"/>
        </dgm:presLayoutVars>
      </dgm:prSet>
      <dgm:spPr/>
    </dgm:pt>
    <dgm:pt modelId="{3F8AEFF0-9304-466D-BB63-B900B35C1155}" type="pres">
      <dgm:prSet presAssocID="{CD67524D-8EE5-4364-AEEC-6F5CA96F938E}" presName="thickLine" presStyleLbl="alignNode1" presStyleIdx="0" presStyleCnt="1"/>
      <dgm:spPr/>
    </dgm:pt>
    <dgm:pt modelId="{0136C941-EAA1-437B-858F-C7BFDA0EB5CF}" type="pres">
      <dgm:prSet presAssocID="{CD67524D-8EE5-4364-AEEC-6F5CA96F938E}" presName="horz1" presStyleCnt="0"/>
      <dgm:spPr/>
    </dgm:pt>
    <dgm:pt modelId="{FA2138C4-2A07-4ABC-8836-C265F443044D}" type="pres">
      <dgm:prSet presAssocID="{CD67524D-8EE5-4364-AEEC-6F5CA96F938E}" presName="tx1" presStyleLbl="revTx" presStyleIdx="0" presStyleCnt="8" custScaleX="76700"/>
      <dgm:spPr/>
    </dgm:pt>
    <dgm:pt modelId="{B14BB5FF-40AA-4B27-B2EC-6E061E412E53}" type="pres">
      <dgm:prSet presAssocID="{CD67524D-8EE5-4364-AEEC-6F5CA96F938E}" presName="vert1" presStyleCnt="0"/>
      <dgm:spPr/>
    </dgm:pt>
    <dgm:pt modelId="{D18E4ABF-4942-4215-8E1C-F6D1F1C220AD}" type="pres">
      <dgm:prSet presAssocID="{EEB9B2CD-BA83-4BBF-B2C3-038ED8F730C2}" presName="vertSpace2a" presStyleCnt="0"/>
      <dgm:spPr/>
    </dgm:pt>
    <dgm:pt modelId="{EEE878F8-4900-48EF-AACD-BAA0B44B005B}" type="pres">
      <dgm:prSet presAssocID="{EEB9B2CD-BA83-4BBF-B2C3-038ED8F730C2}" presName="horz2" presStyleCnt="0"/>
      <dgm:spPr/>
    </dgm:pt>
    <dgm:pt modelId="{769E3F64-F205-4071-A716-E44DF9DCF475}" type="pres">
      <dgm:prSet presAssocID="{EEB9B2CD-BA83-4BBF-B2C3-038ED8F730C2}" presName="horzSpace2" presStyleCnt="0"/>
      <dgm:spPr/>
    </dgm:pt>
    <dgm:pt modelId="{8F334B76-A083-45EC-9F1E-FE876AE03595}" type="pres">
      <dgm:prSet presAssocID="{EEB9B2CD-BA83-4BBF-B2C3-038ED8F730C2}" presName="tx2" presStyleLbl="revTx" presStyleIdx="1" presStyleCnt="8"/>
      <dgm:spPr/>
    </dgm:pt>
    <dgm:pt modelId="{AEDBE22D-C66C-4852-90AC-3224F521FEB4}" type="pres">
      <dgm:prSet presAssocID="{EEB9B2CD-BA83-4BBF-B2C3-038ED8F730C2}" presName="vert2" presStyleCnt="0"/>
      <dgm:spPr/>
    </dgm:pt>
    <dgm:pt modelId="{4A8D537C-00E0-4F8B-9C6A-3D8B7C8A1534}" type="pres">
      <dgm:prSet presAssocID="{EEB9B2CD-BA83-4BBF-B2C3-038ED8F730C2}" presName="thinLine2b" presStyleLbl="callout" presStyleIdx="0" presStyleCnt="7"/>
      <dgm:spPr/>
    </dgm:pt>
    <dgm:pt modelId="{6DBC3B6A-7595-4722-B1BB-85D78865144D}" type="pres">
      <dgm:prSet presAssocID="{EEB9B2CD-BA83-4BBF-B2C3-038ED8F730C2}" presName="vertSpace2b" presStyleCnt="0"/>
      <dgm:spPr/>
    </dgm:pt>
    <dgm:pt modelId="{F4BCEF4A-71D2-4FE6-8C78-C9406C5B212D}" type="pres">
      <dgm:prSet presAssocID="{E96117D8-9242-45EF-8067-B4D2ED69CFA4}" presName="horz2" presStyleCnt="0"/>
      <dgm:spPr/>
    </dgm:pt>
    <dgm:pt modelId="{3C712286-81F6-4C7D-BDCE-7DAD8BC3D9A4}" type="pres">
      <dgm:prSet presAssocID="{E96117D8-9242-45EF-8067-B4D2ED69CFA4}" presName="horzSpace2" presStyleCnt="0"/>
      <dgm:spPr/>
    </dgm:pt>
    <dgm:pt modelId="{D2ADB58A-CC4C-4C26-850A-E8DA580AA09B}" type="pres">
      <dgm:prSet presAssocID="{E96117D8-9242-45EF-8067-B4D2ED69CFA4}" presName="tx2" presStyleLbl="revTx" presStyleIdx="2" presStyleCnt="8"/>
      <dgm:spPr/>
    </dgm:pt>
    <dgm:pt modelId="{D145F0F1-6A3D-401B-B3C1-7B6C67667C00}" type="pres">
      <dgm:prSet presAssocID="{E96117D8-9242-45EF-8067-B4D2ED69CFA4}" presName="vert2" presStyleCnt="0"/>
      <dgm:spPr/>
    </dgm:pt>
    <dgm:pt modelId="{2B24FC86-9199-4903-8B29-23474622ACA3}" type="pres">
      <dgm:prSet presAssocID="{E96117D8-9242-45EF-8067-B4D2ED69CFA4}" presName="thinLine2b" presStyleLbl="callout" presStyleIdx="1" presStyleCnt="7"/>
      <dgm:spPr/>
    </dgm:pt>
    <dgm:pt modelId="{720CEA4A-8996-4291-A0D6-740A72956811}" type="pres">
      <dgm:prSet presAssocID="{E96117D8-9242-45EF-8067-B4D2ED69CFA4}" presName="vertSpace2b" presStyleCnt="0"/>
      <dgm:spPr/>
    </dgm:pt>
    <dgm:pt modelId="{4BFFC034-BD19-4247-ADBA-61297F8EF823}" type="pres">
      <dgm:prSet presAssocID="{AC3E14F7-4FA8-4999-BC3D-759C63774800}" presName="horz2" presStyleCnt="0"/>
      <dgm:spPr/>
    </dgm:pt>
    <dgm:pt modelId="{06604D16-1BBE-4137-B425-5665CC09CFC7}" type="pres">
      <dgm:prSet presAssocID="{AC3E14F7-4FA8-4999-BC3D-759C63774800}" presName="horzSpace2" presStyleCnt="0"/>
      <dgm:spPr/>
    </dgm:pt>
    <dgm:pt modelId="{62C305CB-ABF2-4C48-9D1A-02722CBF548F}" type="pres">
      <dgm:prSet presAssocID="{AC3E14F7-4FA8-4999-BC3D-759C63774800}" presName="tx2" presStyleLbl="revTx" presStyleIdx="3" presStyleCnt="8"/>
      <dgm:spPr/>
    </dgm:pt>
    <dgm:pt modelId="{B43BE1BB-6E78-433B-8F92-4E87B3CA8110}" type="pres">
      <dgm:prSet presAssocID="{AC3E14F7-4FA8-4999-BC3D-759C63774800}" presName="vert2" presStyleCnt="0"/>
      <dgm:spPr/>
    </dgm:pt>
    <dgm:pt modelId="{FD3A5DCF-1409-4A56-8326-8FC6AB28CE6B}" type="pres">
      <dgm:prSet presAssocID="{AC3E14F7-4FA8-4999-BC3D-759C63774800}" presName="thinLine2b" presStyleLbl="callout" presStyleIdx="2" presStyleCnt="7"/>
      <dgm:spPr/>
    </dgm:pt>
    <dgm:pt modelId="{F905A0AE-7F9D-4407-8152-AC71BE3E5AB8}" type="pres">
      <dgm:prSet presAssocID="{AC3E14F7-4FA8-4999-BC3D-759C63774800}" presName="vertSpace2b" presStyleCnt="0"/>
      <dgm:spPr/>
    </dgm:pt>
    <dgm:pt modelId="{E316F3CE-C9A7-4E5E-B3BE-AF56EA08ED37}" type="pres">
      <dgm:prSet presAssocID="{0C11CAE9-8D98-4100-B97D-46DF4D88ABF2}" presName="horz2" presStyleCnt="0"/>
      <dgm:spPr/>
    </dgm:pt>
    <dgm:pt modelId="{813CE75E-8499-4933-8321-1C8C61536C9A}" type="pres">
      <dgm:prSet presAssocID="{0C11CAE9-8D98-4100-B97D-46DF4D88ABF2}" presName="horzSpace2" presStyleCnt="0"/>
      <dgm:spPr/>
    </dgm:pt>
    <dgm:pt modelId="{DEB4DB15-6915-4553-BD8A-45C0BC59C29C}" type="pres">
      <dgm:prSet presAssocID="{0C11CAE9-8D98-4100-B97D-46DF4D88ABF2}" presName="tx2" presStyleLbl="revTx" presStyleIdx="4" presStyleCnt="8"/>
      <dgm:spPr/>
    </dgm:pt>
    <dgm:pt modelId="{339426D0-26C2-41C7-B851-7C34E111519E}" type="pres">
      <dgm:prSet presAssocID="{0C11CAE9-8D98-4100-B97D-46DF4D88ABF2}" presName="vert2" presStyleCnt="0"/>
      <dgm:spPr/>
    </dgm:pt>
    <dgm:pt modelId="{C980546A-21D3-439D-BA1A-FCF4206148B1}" type="pres">
      <dgm:prSet presAssocID="{0C11CAE9-8D98-4100-B97D-46DF4D88ABF2}" presName="thinLine2b" presStyleLbl="callout" presStyleIdx="3" presStyleCnt="7"/>
      <dgm:spPr/>
    </dgm:pt>
    <dgm:pt modelId="{4EC6B43F-C1C4-4E69-A1BD-BAA5F8545EE3}" type="pres">
      <dgm:prSet presAssocID="{0C11CAE9-8D98-4100-B97D-46DF4D88ABF2}" presName="vertSpace2b" presStyleCnt="0"/>
      <dgm:spPr/>
    </dgm:pt>
    <dgm:pt modelId="{41E17F2A-0220-46E5-8523-AF0D2B00CC25}" type="pres">
      <dgm:prSet presAssocID="{E9156237-42F3-4C9B-A65C-2738B8037830}" presName="horz2" presStyleCnt="0"/>
      <dgm:spPr/>
    </dgm:pt>
    <dgm:pt modelId="{3144D1B1-64A3-467F-AFD5-1912E4830F91}" type="pres">
      <dgm:prSet presAssocID="{E9156237-42F3-4C9B-A65C-2738B8037830}" presName="horzSpace2" presStyleCnt="0"/>
      <dgm:spPr/>
    </dgm:pt>
    <dgm:pt modelId="{082E0F8A-0D86-4482-9686-B1EDD96C1640}" type="pres">
      <dgm:prSet presAssocID="{E9156237-42F3-4C9B-A65C-2738B8037830}" presName="tx2" presStyleLbl="revTx" presStyleIdx="5" presStyleCnt="8"/>
      <dgm:spPr/>
    </dgm:pt>
    <dgm:pt modelId="{027B01EF-821A-4CBE-8DE1-C066EC4FBAB9}" type="pres">
      <dgm:prSet presAssocID="{E9156237-42F3-4C9B-A65C-2738B8037830}" presName="vert2" presStyleCnt="0"/>
      <dgm:spPr/>
    </dgm:pt>
    <dgm:pt modelId="{D5DE0375-6C7C-4AFD-AECD-BA77C5DCD469}" type="pres">
      <dgm:prSet presAssocID="{E9156237-42F3-4C9B-A65C-2738B8037830}" presName="thinLine2b" presStyleLbl="callout" presStyleIdx="4" presStyleCnt="7"/>
      <dgm:spPr/>
    </dgm:pt>
    <dgm:pt modelId="{06DE95A4-59BB-463E-9A27-AA51BD1C633D}" type="pres">
      <dgm:prSet presAssocID="{E9156237-42F3-4C9B-A65C-2738B8037830}" presName="vertSpace2b" presStyleCnt="0"/>
      <dgm:spPr/>
    </dgm:pt>
    <dgm:pt modelId="{F736BCE1-C8C1-4BA3-91B7-EB03E47F26A6}" type="pres">
      <dgm:prSet presAssocID="{DD28D556-8629-4E43-9CAB-E97A47C2149E}" presName="horz2" presStyleCnt="0"/>
      <dgm:spPr/>
    </dgm:pt>
    <dgm:pt modelId="{69980B9D-9A61-4390-9D7C-41918A384B9E}" type="pres">
      <dgm:prSet presAssocID="{DD28D556-8629-4E43-9CAB-E97A47C2149E}" presName="horzSpace2" presStyleCnt="0"/>
      <dgm:spPr/>
    </dgm:pt>
    <dgm:pt modelId="{8579BF46-B40F-4A81-8C43-8A2C58ECC27E}" type="pres">
      <dgm:prSet presAssocID="{DD28D556-8629-4E43-9CAB-E97A47C2149E}" presName="tx2" presStyleLbl="revTx" presStyleIdx="6" presStyleCnt="8"/>
      <dgm:spPr/>
    </dgm:pt>
    <dgm:pt modelId="{C9EB6548-3169-4C84-8D90-061EAC100BC7}" type="pres">
      <dgm:prSet presAssocID="{DD28D556-8629-4E43-9CAB-E97A47C2149E}" presName="vert2" presStyleCnt="0"/>
      <dgm:spPr/>
    </dgm:pt>
    <dgm:pt modelId="{0BEB7087-BE08-484D-BACF-08E6DC54380F}" type="pres">
      <dgm:prSet presAssocID="{DD28D556-8629-4E43-9CAB-E97A47C2149E}" presName="thinLine2b" presStyleLbl="callout" presStyleIdx="5" presStyleCnt="7"/>
      <dgm:spPr/>
    </dgm:pt>
    <dgm:pt modelId="{6B0E5B2F-5FF1-4BE9-8E17-67B38506D01A}" type="pres">
      <dgm:prSet presAssocID="{DD28D556-8629-4E43-9CAB-E97A47C2149E}" presName="vertSpace2b" presStyleCnt="0"/>
      <dgm:spPr/>
    </dgm:pt>
    <dgm:pt modelId="{99D0D88D-6464-421A-A0D3-30FAD0B27401}" type="pres">
      <dgm:prSet presAssocID="{405F69CE-5B7F-4B66-B1E7-B559F4C7112F}" presName="horz2" presStyleCnt="0"/>
      <dgm:spPr/>
    </dgm:pt>
    <dgm:pt modelId="{593EC380-79F2-468C-AC1D-4162FD153270}" type="pres">
      <dgm:prSet presAssocID="{405F69CE-5B7F-4B66-B1E7-B559F4C7112F}" presName="horzSpace2" presStyleCnt="0"/>
      <dgm:spPr/>
    </dgm:pt>
    <dgm:pt modelId="{5466CB94-6742-4818-BF81-692A8CB53E2D}" type="pres">
      <dgm:prSet presAssocID="{405F69CE-5B7F-4B66-B1E7-B559F4C7112F}" presName="tx2" presStyleLbl="revTx" presStyleIdx="7" presStyleCnt="8"/>
      <dgm:spPr/>
    </dgm:pt>
    <dgm:pt modelId="{39112CBB-262F-4C6D-BCE2-D53E4D4C1141}" type="pres">
      <dgm:prSet presAssocID="{405F69CE-5B7F-4B66-B1E7-B559F4C7112F}" presName="vert2" presStyleCnt="0"/>
      <dgm:spPr/>
    </dgm:pt>
    <dgm:pt modelId="{023A03A7-7E45-4C1F-BE80-156E6B4F580E}" type="pres">
      <dgm:prSet presAssocID="{405F69CE-5B7F-4B66-B1E7-B559F4C7112F}" presName="thinLine2b" presStyleLbl="callout" presStyleIdx="6" presStyleCnt="7"/>
      <dgm:spPr/>
    </dgm:pt>
    <dgm:pt modelId="{814EEDA0-2B72-45E4-848B-9067196034F5}" type="pres">
      <dgm:prSet presAssocID="{405F69CE-5B7F-4B66-B1E7-B559F4C7112F}" presName="vertSpace2b" presStyleCnt="0"/>
      <dgm:spPr/>
    </dgm:pt>
  </dgm:ptLst>
  <dgm:cxnLst>
    <dgm:cxn modelId="{B1D62106-9BC9-4428-AFED-F47CF04EBD0E}" type="presOf" srcId="{CD67524D-8EE5-4364-AEEC-6F5CA96F938E}" destId="{FA2138C4-2A07-4ABC-8836-C265F443044D}" srcOrd="0" destOrd="0" presId="urn:microsoft.com/office/officeart/2008/layout/LinedList"/>
    <dgm:cxn modelId="{A9ABDC0D-CB26-4516-8FEA-E068DA5F04F4}" type="presOf" srcId="{E9156237-42F3-4C9B-A65C-2738B8037830}" destId="{082E0F8A-0D86-4482-9686-B1EDD96C1640}" srcOrd="0" destOrd="0" presId="urn:microsoft.com/office/officeart/2008/layout/LinedList"/>
    <dgm:cxn modelId="{4D048013-A534-4AC2-854D-F17A2D97F91A}" srcId="{CD67524D-8EE5-4364-AEEC-6F5CA96F938E}" destId="{405F69CE-5B7F-4B66-B1E7-B559F4C7112F}" srcOrd="6" destOrd="0" parTransId="{04099316-77CC-4864-B084-AA0FA337983C}" sibTransId="{00A8B2B8-4DBA-4E44-8388-B8C428DF452F}"/>
    <dgm:cxn modelId="{2E9E5E28-BA6D-4AA4-9830-D7D8D47947AA}" srcId="{CD67524D-8EE5-4364-AEEC-6F5CA96F938E}" destId="{EEB9B2CD-BA83-4BBF-B2C3-038ED8F730C2}" srcOrd="0" destOrd="0" parTransId="{FE103FD9-60B0-4BD7-BBBD-7BB651C3E850}" sibTransId="{5A5CD623-BB19-4835-AB7B-9C9E81C25543}"/>
    <dgm:cxn modelId="{80EB2038-C42A-4BF9-802F-416AC1E6C7CC}" srcId="{CD67524D-8EE5-4364-AEEC-6F5CA96F938E}" destId="{E96117D8-9242-45EF-8067-B4D2ED69CFA4}" srcOrd="1" destOrd="0" parTransId="{28810882-BF09-4200-BFFB-25C9CF087D01}" sibTransId="{7DF69D34-B237-4CA5-A497-D0092857E17D}"/>
    <dgm:cxn modelId="{52C3433C-822F-4FF2-9FBD-82CE7091F838}" type="presOf" srcId="{AC3E14F7-4FA8-4999-BC3D-759C63774800}" destId="{62C305CB-ABF2-4C48-9D1A-02722CBF548F}" srcOrd="0" destOrd="0" presId="urn:microsoft.com/office/officeart/2008/layout/LinedList"/>
    <dgm:cxn modelId="{9C514A65-3A54-4C76-B425-40D931637FF1}" srcId="{CD67524D-8EE5-4364-AEEC-6F5CA96F938E}" destId="{DD28D556-8629-4E43-9CAB-E97A47C2149E}" srcOrd="5" destOrd="0" parTransId="{4D89B345-D43F-4D57-A353-77B6A8C7810D}" sibTransId="{2798CB3A-123D-4FFD-AEEC-4030A9689D80}"/>
    <dgm:cxn modelId="{45917C4C-3129-4E83-A070-DD9133C9C0EC}" srcId="{CD67524D-8EE5-4364-AEEC-6F5CA96F938E}" destId="{E9156237-42F3-4C9B-A65C-2738B8037830}" srcOrd="4" destOrd="0" parTransId="{0323FEA0-913A-492C-B4C6-018368A7A125}" sibTransId="{89CD2889-B8EC-4452-B165-EDB70D0AD431}"/>
    <dgm:cxn modelId="{30526E50-2D12-49F5-90F5-6208587A4484}" type="presOf" srcId="{EEB9B2CD-BA83-4BBF-B2C3-038ED8F730C2}" destId="{8F334B76-A083-45EC-9F1E-FE876AE03595}" srcOrd="0" destOrd="0" presId="urn:microsoft.com/office/officeart/2008/layout/LinedList"/>
    <dgm:cxn modelId="{A1318A71-3CE0-42E6-BBEB-DEEF8C96A03A}" type="presOf" srcId="{DD28D556-8629-4E43-9CAB-E97A47C2149E}" destId="{8579BF46-B40F-4A81-8C43-8A2C58ECC27E}" srcOrd="0" destOrd="0" presId="urn:microsoft.com/office/officeart/2008/layout/LinedList"/>
    <dgm:cxn modelId="{B4DEE880-5955-426D-859C-90F9AC9AF6B0}" type="presOf" srcId="{0C11CAE9-8D98-4100-B97D-46DF4D88ABF2}" destId="{DEB4DB15-6915-4553-BD8A-45C0BC59C29C}" srcOrd="0" destOrd="0" presId="urn:microsoft.com/office/officeart/2008/layout/LinedList"/>
    <dgm:cxn modelId="{03F0008C-6E2E-4FEB-A67C-7FFF67D9A905}" srcId="{725FF0F8-CB27-451F-9F7B-F9DACBB373E5}" destId="{CD67524D-8EE5-4364-AEEC-6F5CA96F938E}" srcOrd="0" destOrd="0" parTransId="{502E10E2-F21F-4607-B240-3D906352EB11}" sibTransId="{16849B8E-85F4-440E-AA66-16337227F2CA}"/>
    <dgm:cxn modelId="{6BE066AB-9D91-4AB4-B868-18917FF1EE4B}" srcId="{CD67524D-8EE5-4364-AEEC-6F5CA96F938E}" destId="{0C11CAE9-8D98-4100-B97D-46DF4D88ABF2}" srcOrd="3" destOrd="0" parTransId="{A7CB02A9-274C-45B1-B35A-EC4AADC6C0F8}" sibTransId="{D9C528F9-7613-4BF8-A196-FF00F1411775}"/>
    <dgm:cxn modelId="{4093AFBD-EB42-4D63-954B-CA805BEC03C4}" type="presOf" srcId="{405F69CE-5B7F-4B66-B1E7-B559F4C7112F}" destId="{5466CB94-6742-4818-BF81-692A8CB53E2D}" srcOrd="0" destOrd="0" presId="urn:microsoft.com/office/officeart/2008/layout/LinedList"/>
    <dgm:cxn modelId="{310FDFC6-5FEE-4704-B038-160F448030E1}" type="presOf" srcId="{725FF0F8-CB27-451F-9F7B-F9DACBB373E5}" destId="{0C5A7138-E24B-43A9-8BAE-423086E4C933}" srcOrd="0" destOrd="0" presId="urn:microsoft.com/office/officeart/2008/layout/LinedList"/>
    <dgm:cxn modelId="{21A77DCC-F412-4EEA-96A8-241CF0EDB152}" type="presOf" srcId="{E96117D8-9242-45EF-8067-B4D2ED69CFA4}" destId="{D2ADB58A-CC4C-4C26-850A-E8DA580AA09B}" srcOrd="0" destOrd="0" presId="urn:microsoft.com/office/officeart/2008/layout/LinedList"/>
    <dgm:cxn modelId="{40D113F7-8795-43D0-B5B5-402BC40D5AFA}" srcId="{CD67524D-8EE5-4364-AEEC-6F5CA96F938E}" destId="{AC3E14F7-4FA8-4999-BC3D-759C63774800}" srcOrd="2" destOrd="0" parTransId="{D992DCC4-9242-474B-941D-1F0690B7DB25}" sibTransId="{F1A9BE80-395E-46AE-B2CC-C3D76C0E2023}"/>
    <dgm:cxn modelId="{85EDDF48-86F0-4757-94BA-1398D622284F}" type="presParOf" srcId="{0C5A7138-E24B-43A9-8BAE-423086E4C933}" destId="{3F8AEFF0-9304-466D-BB63-B900B35C1155}" srcOrd="0" destOrd="0" presId="urn:microsoft.com/office/officeart/2008/layout/LinedList"/>
    <dgm:cxn modelId="{37144B50-185E-44A0-9E98-5C3B3043C005}" type="presParOf" srcId="{0C5A7138-E24B-43A9-8BAE-423086E4C933}" destId="{0136C941-EAA1-437B-858F-C7BFDA0EB5CF}" srcOrd="1" destOrd="0" presId="urn:microsoft.com/office/officeart/2008/layout/LinedList"/>
    <dgm:cxn modelId="{8B453780-B043-4887-B7B4-C7410AC46C8B}" type="presParOf" srcId="{0136C941-EAA1-437B-858F-C7BFDA0EB5CF}" destId="{FA2138C4-2A07-4ABC-8836-C265F443044D}" srcOrd="0" destOrd="0" presId="urn:microsoft.com/office/officeart/2008/layout/LinedList"/>
    <dgm:cxn modelId="{0623113E-DA11-4E85-88C0-CA016C24ACE3}" type="presParOf" srcId="{0136C941-EAA1-437B-858F-C7BFDA0EB5CF}" destId="{B14BB5FF-40AA-4B27-B2EC-6E061E412E53}" srcOrd="1" destOrd="0" presId="urn:microsoft.com/office/officeart/2008/layout/LinedList"/>
    <dgm:cxn modelId="{7E9094A8-69EE-4CD5-8D96-0425BED6D007}" type="presParOf" srcId="{B14BB5FF-40AA-4B27-B2EC-6E061E412E53}" destId="{D18E4ABF-4942-4215-8E1C-F6D1F1C220AD}" srcOrd="0" destOrd="0" presId="urn:microsoft.com/office/officeart/2008/layout/LinedList"/>
    <dgm:cxn modelId="{909548CF-8539-4E93-B941-0555347875BC}" type="presParOf" srcId="{B14BB5FF-40AA-4B27-B2EC-6E061E412E53}" destId="{EEE878F8-4900-48EF-AACD-BAA0B44B005B}" srcOrd="1" destOrd="0" presId="urn:microsoft.com/office/officeart/2008/layout/LinedList"/>
    <dgm:cxn modelId="{E0C59338-E1FB-40B5-934A-1F7FDDF7A1BC}" type="presParOf" srcId="{EEE878F8-4900-48EF-AACD-BAA0B44B005B}" destId="{769E3F64-F205-4071-A716-E44DF9DCF475}" srcOrd="0" destOrd="0" presId="urn:microsoft.com/office/officeart/2008/layout/LinedList"/>
    <dgm:cxn modelId="{84AEA46C-244C-4ECA-ACCD-7FE54A5D7E00}" type="presParOf" srcId="{EEE878F8-4900-48EF-AACD-BAA0B44B005B}" destId="{8F334B76-A083-45EC-9F1E-FE876AE03595}" srcOrd="1" destOrd="0" presId="urn:microsoft.com/office/officeart/2008/layout/LinedList"/>
    <dgm:cxn modelId="{4B1EB732-0CDA-473E-BB26-7E3CD81E934C}" type="presParOf" srcId="{EEE878F8-4900-48EF-AACD-BAA0B44B005B}" destId="{AEDBE22D-C66C-4852-90AC-3224F521FEB4}" srcOrd="2" destOrd="0" presId="urn:microsoft.com/office/officeart/2008/layout/LinedList"/>
    <dgm:cxn modelId="{106FC284-08B1-4370-B505-12917825D9ED}" type="presParOf" srcId="{B14BB5FF-40AA-4B27-B2EC-6E061E412E53}" destId="{4A8D537C-00E0-4F8B-9C6A-3D8B7C8A1534}" srcOrd="2" destOrd="0" presId="urn:microsoft.com/office/officeart/2008/layout/LinedList"/>
    <dgm:cxn modelId="{4A469338-13BF-4C2C-9783-DD9C2BE0CACD}" type="presParOf" srcId="{B14BB5FF-40AA-4B27-B2EC-6E061E412E53}" destId="{6DBC3B6A-7595-4722-B1BB-85D78865144D}" srcOrd="3" destOrd="0" presId="urn:microsoft.com/office/officeart/2008/layout/LinedList"/>
    <dgm:cxn modelId="{EA5218E8-4778-4AE9-9308-82C6883D03B4}" type="presParOf" srcId="{B14BB5FF-40AA-4B27-B2EC-6E061E412E53}" destId="{F4BCEF4A-71D2-4FE6-8C78-C9406C5B212D}" srcOrd="4" destOrd="0" presId="urn:microsoft.com/office/officeart/2008/layout/LinedList"/>
    <dgm:cxn modelId="{146E0040-D3D6-475D-AD9C-306BFBA5DFE7}" type="presParOf" srcId="{F4BCEF4A-71D2-4FE6-8C78-C9406C5B212D}" destId="{3C712286-81F6-4C7D-BDCE-7DAD8BC3D9A4}" srcOrd="0" destOrd="0" presId="urn:microsoft.com/office/officeart/2008/layout/LinedList"/>
    <dgm:cxn modelId="{C3F2BB5A-17A6-4282-97C1-987E788870EA}" type="presParOf" srcId="{F4BCEF4A-71D2-4FE6-8C78-C9406C5B212D}" destId="{D2ADB58A-CC4C-4C26-850A-E8DA580AA09B}" srcOrd="1" destOrd="0" presId="urn:microsoft.com/office/officeart/2008/layout/LinedList"/>
    <dgm:cxn modelId="{A2385761-344E-403C-B69F-0D795218EDD7}" type="presParOf" srcId="{F4BCEF4A-71D2-4FE6-8C78-C9406C5B212D}" destId="{D145F0F1-6A3D-401B-B3C1-7B6C67667C00}" srcOrd="2" destOrd="0" presId="urn:microsoft.com/office/officeart/2008/layout/LinedList"/>
    <dgm:cxn modelId="{41E0B3C1-2691-4B8C-8509-093BAA613DCD}" type="presParOf" srcId="{B14BB5FF-40AA-4B27-B2EC-6E061E412E53}" destId="{2B24FC86-9199-4903-8B29-23474622ACA3}" srcOrd="5" destOrd="0" presId="urn:microsoft.com/office/officeart/2008/layout/LinedList"/>
    <dgm:cxn modelId="{68EF1005-B6A0-44AE-9B64-F82C54F8D0A7}" type="presParOf" srcId="{B14BB5FF-40AA-4B27-B2EC-6E061E412E53}" destId="{720CEA4A-8996-4291-A0D6-740A72956811}" srcOrd="6" destOrd="0" presId="urn:microsoft.com/office/officeart/2008/layout/LinedList"/>
    <dgm:cxn modelId="{6F9840B3-BE8E-4D48-B715-EAC1D9E3B8D4}" type="presParOf" srcId="{B14BB5FF-40AA-4B27-B2EC-6E061E412E53}" destId="{4BFFC034-BD19-4247-ADBA-61297F8EF823}" srcOrd="7" destOrd="0" presId="urn:microsoft.com/office/officeart/2008/layout/LinedList"/>
    <dgm:cxn modelId="{A9747241-4BE0-4966-A868-ABE7BBA87317}" type="presParOf" srcId="{4BFFC034-BD19-4247-ADBA-61297F8EF823}" destId="{06604D16-1BBE-4137-B425-5665CC09CFC7}" srcOrd="0" destOrd="0" presId="urn:microsoft.com/office/officeart/2008/layout/LinedList"/>
    <dgm:cxn modelId="{CC554E8A-4141-49C2-83C4-7B56C789E2FB}" type="presParOf" srcId="{4BFFC034-BD19-4247-ADBA-61297F8EF823}" destId="{62C305CB-ABF2-4C48-9D1A-02722CBF548F}" srcOrd="1" destOrd="0" presId="urn:microsoft.com/office/officeart/2008/layout/LinedList"/>
    <dgm:cxn modelId="{75340A6D-AE62-4874-8031-773E6F3B938A}" type="presParOf" srcId="{4BFFC034-BD19-4247-ADBA-61297F8EF823}" destId="{B43BE1BB-6E78-433B-8F92-4E87B3CA8110}" srcOrd="2" destOrd="0" presId="urn:microsoft.com/office/officeart/2008/layout/LinedList"/>
    <dgm:cxn modelId="{13736BBC-1253-4635-9DDF-F61986A40D8B}" type="presParOf" srcId="{B14BB5FF-40AA-4B27-B2EC-6E061E412E53}" destId="{FD3A5DCF-1409-4A56-8326-8FC6AB28CE6B}" srcOrd="8" destOrd="0" presId="urn:microsoft.com/office/officeart/2008/layout/LinedList"/>
    <dgm:cxn modelId="{ED2B46FB-71E1-4D64-834F-FF193A9F2F4C}" type="presParOf" srcId="{B14BB5FF-40AA-4B27-B2EC-6E061E412E53}" destId="{F905A0AE-7F9D-4407-8152-AC71BE3E5AB8}" srcOrd="9" destOrd="0" presId="urn:microsoft.com/office/officeart/2008/layout/LinedList"/>
    <dgm:cxn modelId="{C34FF7AF-F57A-44A8-B76B-E15250659376}" type="presParOf" srcId="{B14BB5FF-40AA-4B27-B2EC-6E061E412E53}" destId="{E316F3CE-C9A7-4E5E-B3BE-AF56EA08ED37}" srcOrd="10" destOrd="0" presId="urn:microsoft.com/office/officeart/2008/layout/LinedList"/>
    <dgm:cxn modelId="{AC5A2214-CF12-4B47-B533-617C44BA902B}" type="presParOf" srcId="{E316F3CE-C9A7-4E5E-B3BE-AF56EA08ED37}" destId="{813CE75E-8499-4933-8321-1C8C61536C9A}" srcOrd="0" destOrd="0" presId="urn:microsoft.com/office/officeart/2008/layout/LinedList"/>
    <dgm:cxn modelId="{631CEAE5-7DCF-4879-A10B-E43CE2D1BC97}" type="presParOf" srcId="{E316F3CE-C9A7-4E5E-B3BE-AF56EA08ED37}" destId="{DEB4DB15-6915-4553-BD8A-45C0BC59C29C}" srcOrd="1" destOrd="0" presId="urn:microsoft.com/office/officeart/2008/layout/LinedList"/>
    <dgm:cxn modelId="{197DFABC-EC4C-4702-ACFC-8AA15D923F9C}" type="presParOf" srcId="{E316F3CE-C9A7-4E5E-B3BE-AF56EA08ED37}" destId="{339426D0-26C2-41C7-B851-7C34E111519E}" srcOrd="2" destOrd="0" presId="urn:microsoft.com/office/officeart/2008/layout/LinedList"/>
    <dgm:cxn modelId="{23E59E89-6D5F-4815-A591-429DA1D35560}" type="presParOf" srcId="{B14BB5FF-40AA-4B27-B2EC-6E061E412E53}" destId="{C980546A-21D3-439D-BA1A-FCF4206148B1}" srcOrd="11" destOrd="0" presId="urn:microsoft.com/office/officeart/2008/layout/LinedList"/>
    <dgm:cxn modelId="{32569430-D886-404C-B6EB-4B2E78D9782B}" type="presParOf" srcId="{B14BB5FF-40AA-4B27-B2EC-6E061E412E53}" destId="{4EC6B43F-C1C4-4E69-A1BD-BAA5F8545EE3}" srcOrd="12" destOrd="0" presId="urn:microsoft.com/office/officeart/2008/layout/LinedList"/>
    <dgm:cxn modelId="{4A383516-3B7B-46EA-AD30-12DB4BA58AF2}" type="presParOf" srcId="{B14BB5FF-40AA-4B27-B2EC-6E061E412E53}" destId="{41E17F2A-0220-46E5-8523-AF0D2B00CC25}" srcOrd="13" destOrd="0" presId="urn:microsoft.com/office/officeart/2008/layout/LinedList"/>
    <dgm:cxn modelId="{D21EED8A-27B6-48B0-8E15-9C41A4B49B26}" type="presParOf" srcId="{41E17F2A-0220-46E5-8523-AF0D2B00CC25}" destId="{3144D1B1-64A3-467F-AFD5-1912E4830F91}" srcOrd="0" destOrd="0" presId="urn:microsoft.com/office/officeart/2008/layout/LinedList"/>
    <dgm:cxn modelId="{DBC05DD5-6E4E-4E41-8876-792514BF3ACC}" type="presParOf" srcId="{41E17F2A-0220-46E5-8523-AF0D2B00CC25}" destId="{082E0F8A-0D86-4482-9686-B1EDD96C1640}" srcOrd="1" destOrd="0" presId="urn:microsoft.com/office/officeart/2008/layout/LinedList"/>
    <dgm:cxn modelId="{F1064FF2-BAEC-44EF-902A-038BDFC1800B}" type="presParOf" srcId="{41E17F2A-0220-46E5-8523-AF0D2B00CC25}" destId="{027B01EF-821A-4CBE-8DE1-C066EC4FBAB9}" srcOrd="2" destOrd="0" presId="urn:microsoft.com/office/officeart/2008/layout/LinedList"/>
    <dgm:cxn modelId="{CDE5C4D2-F29F-484D-808E-91AFB4A97CD5}" type="presParOf" srcId="{B14BB5FF-40AA-4B27-B2EC-6E061E412E53}" destId="{D5DE0375-6C7C-4AFD-AECD-BA77C5DCD469}" srcOrd="14" destOrd="0" presId="urn:microsoft.com/office/officeart/2008/layout/LinedList"/>
    <dgm:cxn modelId="{4596CC54-4528-4216-BADE-3979929072A1}" type="presParOf" srcId="{B14BB5FF-40AA-4B27-B2EC-6E061E412E53}" destId="{06DE95A4-59BB-463E-9A27-AA51BD1C633D}" srcOrd="15" destOrd="0" presId="urn:microsoft.com/office/officeart/2008/layout/LinedList"/>
    <dgm:cxn modelId="{0AF18BE9-5FB2-4B36-B603-140A29645EBD}" type="presParOf" srcId="{B14BB5FF-40AA-4B27-B2EC-6E061E412E53}" destId="{F736BCE1-C8C1-4BA3-91B7-EB03E47F26A6}" srcOrd="16" destOrd="0" presId="urn:microsoft.com/office/officeart/2008/layout/LinedList"/>
    <dgm:cxn modelId="{64F84AE6-20E3-4DA1-8119-0175EF1DBE87}" type="presParOf" srcId="{F736BCE1-C8C1-4BA3-91B7-EB03E47F26A6}" destId="{69980B9D-9A61-4390-9D7C-41918A384B9E}" srcOrd="0" destOrd="0" presId="urn:microsoft.com/office/officeart/2008/layout/LinedList"/>
    <dgm:cxn modelId="{EB2FE35C-5C35-46FD-B409-B0F569DB0CA2}" type="presParOf" srcId="{F736BCE1-C8C1-4BA3-91B7-EB03E47F26A6}" destId="{8579BF46-B40F-4A81-8C43-8A2C58ECC27E}" srcOrd="1" destOrd="0" presId="urn:microsoft.com/office/officeart/2008/layout/LinedList"/>
    <dgm:cxn modelId="{891CCA47-DFA6-4F47-BE3C-591B39CFE4D5}" type="presParOf" srcId="{F736BCE1-C8C1-4BA3-91B7-EB03E47F26A6}" destId="{C9EB6548-3169-4C84-8D90-061EAC100BC7}" srcOrd="2" destOrd="0" presId="urn:microsoft.com/office/officeart/2008/layout/LinedList"/>
    <dgm:cxn modelId="{FBB39AF4-2DC0-44A8-9EF9-5F9E975CD4EA}" type="presParOf" srcId="{B14BB5FF-40AA-4B27-B2EC-6E061E412E53}" destId="{0BEB7087-BE08-484D-BACF-08E6DC54380F}" srcOrd="17" destOrd="0" presId="urn:microsoft.com/office/officeart/2008/layout/LinedList"/>
    <dgm:cxn modelId="{AE60E7BC-7DE7-4CA3-A4B4-F02A8D8D5AAB}" type="presParOf" srcId="{B14BB5FF-40AA-4B27-B2EC-6E061E412E53}" destId="{6B0E5B2F-5FF1-4BE9-8E17-67B38506D01A}" srcOrd="18" destOrd="0" presId="urn:microsoft.com/office/officeart/2008/layout/LinedList"/>
    <dgm:cxn modelId="{1A5E40E4-5964-454F-A25B-F757E0E553F0}" type="presParOf" srcId="{B14BB5FF-40AA-4B27-B2EC-6E061E412E53}" destId="{99D0D88D-6464-421A-A0D3-30FAD0B27401}" srcOrd="19" destOrd="0" presId="urn:microsoft.com/office/officeart/2008/layout/LinedList"/>
    <dgm:cxn modelId="{5FF29B03-1EB6-43A7-BED8-0A8ECCC9E138}" type="presParOf" srcId="{99D0D88D-6464-421A-A0D3-30FAD0B27401}" destId="{593EC380-79F2-468C-AC1D-4162FD153270}" srcOrd="0" destOrd="0" presId="urn:microsoft.com/office/officeart/2008/layout/LinedList"/>
    <dgm:cxn modelId="{BAC6933E-5F55-41ED-ABF4-6B56C5CFE69B}" type="presParOf" srcId="{99D0D88D-6464-421A-A0D3-30FAD0B27401}" destId="{5466CB94-6742-4818-BF81-692A8CB53E2D}" srcOrd="1" destOrd="0" presId="urn:microsoft.com/office/officeart/2008/layout/LinedList"/>
    <dgm:cxn modelId="{91D0F058-90FE-460B-BAA6-8CDE694904B1}" type="presParOf" srcId="{99D0D88D-6464-421A-A0D3-30FAD0B27401}" destId="{39112CBB-262F-4C6D-BCE2-D53E4D4C1141}" srcOrd="2" destOrd="0" presId="urn:microsoft.com/office/officeart/2008/layout/LinedList"/>
    <dgm:cxn modelId="{B4A9E94E-ECC0-47A4-80A5-B44D62890852}" type="presParOf" srcId="{B14BB5FF-40AA-4B27-B2EC-6E061E412E53}" destId="{023A03A7-7E45-4C1F-BE80-156E6B4F580E}" srcOrd="20" destOrd="0" presId="urn:microsoft.com/office/officeart/2008/layout/LinedList"/>
    <dgm:cxn modelId="{F15C8B19-9DB1-4A31-B577-D451169A5ADF}" type="presParOf" srcId="{B14BB5FF-40AA-4B27-B2EC-6E061E412E53}" destId="{814EEDA0-2B72-45E4-848B-9067196034F5}" srcOrd="2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AEFF0-9304-466D-BB63-B900B35C1155}">
      <dsp:nvSpPr>
        <dsp:cNvPr id="0" name=""/>
        <dsp:cNvSpPr/>
      </dsp:nvSpPr>
      <dsp:spPr>
        <a:xfrm>
          <a:off x="0" y="0"/>
          <a:ext cx="11037687" cy="0"/>
        </a:xfrm>
        <a:prstGeom prst="lin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A2138C4-2A07-4ABC-8836-C265F443044D}">
      <dsp:nvSpPr>
        <dsp:cNvPr id="0" name=""/>
        <dsp:cNvSpPr/>
      </dsp:nvSpPr>
      <dsp:spPr>
        <a:xfrm>
          <a:off x="0" y="0"/>
          <a:ext cx="1693181" cy="4990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Agenda:</a:t>
          </a:r>
        </a:p>
      </dsp:txBody>
      <dsp:txXfrm>
        <a:off x="0" y="0"/>
        <a:ext cx="1693181" cy="4990472"/>
      </dsp:txXfrm>
    </dsp:sp>
    <dsp:sp modelId="{8F334B76-A083-45EC-9F1E-FE876AE03595}">
      <dsp:nvSpPr>
        <dsp:cNvPr id="0" name=""/>
        <dsp:cNvSpPr/>
      </dsp:nvSpPr>
      <dsp:spPr>
        <a:xfrm>
          <a:off x="1858746" y="33688"/>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latin typeface="Aptos" panose="020B0004020202020204" pitchFamily="34" charset="0"/>
            </a:rPr>
            <a:t>MRS TO Overview</a:t>
          </a:r>
        </a:p>
      </dsp:txBody>
      <dsp:txXfrm>
        <a:off x="1858746" y="33688"/>
        <a:ext cx="8664584" cy="673762"/>
      </dsp:txXfrm>
    </dsp:sp>
    <dsp:sp modelId="{4A8D537C-00E0-4F8B-9C6A-3D8B7C8A1534}">
      <dsp:nvSpPr>
        <dsp:cNvPr id="0" name=""/>
        <dsp:cNvSpPr/>
      </dsp:nvSpPr>
      <dsp:spPr>
        <a:xfrm>
          <a:off x="1693181" y="707450"/>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2ADB58A-CC4C-4C26-850A-E8DA580AA09B}">
      <dsp:nvSpPr>
        <dsp:cNvPr id="0" name=""/>
        <dsp:cNvSpPr/>
      </dsp:nvSpPr>
      <dsp:spPr>
        <a:xfrm>
          <a:off x="1858746" y="741138"/>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MRS Locomotives </a:t>
          </a:r>
        </a:p>
      </dsp:txBody>
      <dsp:txXfrm>
        <a:off x="1858746" y="741138"/>
        <a:ext cx="8664584" cy="673762"/>
      </dsp:txXfrm>
    </dsp:sp>
    <dsp:sp modelId="{2B24FC86-9199-4903-8B29-23474622ACA3}">
      <dsp:nvSpPr>
        <dsp:cNvPr id="0" name=""/>
        <dsp:cNvSpPr/>
      </dsp:nvSpPr>
      <dsp:spPr>
        <a:xfrm>
          <a:off x="1693181" y="1414901"/>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62C305CB-ABF2-4C48-9D1A-02722CBF548F}">
      <dsp:nvSpPr>
        <dsp:cNvPr id="0" name=""/>
        <dsp:cNvSpPr/>
      </dsp:nvSpPr>
      <dsp:spPr>
        <a:xfrm>
          <a:off x="1858746" y="1448589"/>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MRS Trains</a:t>
          </a:r>
        </a:p>
      </dsp:txBody>
      <dsp:txXfrm>
        <a:off x="1858746" y="1448589"/>
        <a:ext cx="8664584" cy="673762"/>
      </dsp:txXfrm>
    </dsp:sp>
    <dsp:sp modelId="{FD3A5DCF-1409-4A56-8326-8FC6AB28CE6B}">
      <dsp:nvSpPr>
        <dsp:cNvPr id="0" name=""/>
        <dsp:cNvSpPr/>
      </dsp:nvSpPr>
      <dsp:spPr>
        <a:xfrm>
          <a:off x="1693181" y="2122352"/>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DEB4DB15-6915-4553-BD8A-45C0BC59C29C}">
      <dsp:nvSpPr>
        <dsp:cNvPr id="0" name=""/>
        <dsp:cNvSpPr/>
      </dsp:nvSpPr>
      <dsp:spPr>
        <a:xfrm>
          <a:off x="1858746" y="2156040"/>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MRS Track</a:t>
          </a:r>
        </a:p>
      </dsp:txBody>
      <dsp:txXfrm>
        <a:off x="1858746" y="2156040"/>
        <a:ext cx="8664584" cy="673762"/>
      </dsp:txXfrm>
    </dsp:sp>
    <dsp:sp modelId="{C980546A-21D3-439D-BA1A-FCF4206148B1}">
      <dsp:nvSpPr>
        <dsp:cNvPr id="0" name=""/>
        <dsp:cNvSpPr/>
      </dsp:nvSpPr>
      <dsp:spPr>
        <a:xfrm>
          <a:off x="1693181" y="2829802"/>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82E0F8A-0D86-4482-9686-B1EDD96C1640}">
      <dsp:nvSpPr>
        <dsp:cNvPr id="0" name=""/>
        <dsp:cNvSpPr/>
      </dsp:nvSpPr>
      <dsp:spPr>
        <a:xfrm>
          <a:off x="1858746" y="2863491"/>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MRS PTC Architecture </a:t>
          </a:r>
        </a:p>
      </dsp:txBody>
      <dsp:txXfrm>
        <a:off x="1858746" y="2863491"/>
        <a:ext cx="8664584" cy="673762"/>
      </dsp:txXfrm>
    </dsp:sp>
    <dsp:sp modelId="{D5DE0375-6C7C-4AFD-AECD-BA77C5DCD469}">
      <dsp:nvSpPr>
        <dsp:cNvPr id="0" name=""/>
        <dsp:cNvSpPr/>
      </dsp:nvSpPr>
      <dsp:spPr>
        <a:xfrm>
          <a:off x="1693181" y="3537253"/>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8579BF46-B40F-4A81-8C43-8A2C58ECC27E}">
      <dsp:nvSpPr>
        <dsp:cNvPr id="0" name=""/>
        <dsp:cNvSpPr/>
      </dsp:nvSpPr>
      <dsp:spPr>
        <a:xfrm>
          <a:off x="1858746" y="3570941"/>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MRS TO PTC-IF Architecture</a:t>
          </a:r>
        </a:p>
      </dsp:txBody>
      <dsp:txXfrm>
        <a:off x="1858746" y="3570941"/>
        <a:ext cx="8664584" cy="673762"/>
      </dsp:txXfrm>
    </dsp:sp>
    <dsp:sp modelId="{0BEB7087-BE08-484D-BACF-08E6DC54380F}">
      <dsp:nvSpPr>
        <dsp:cNvPr id="0" name=""/>
        <dsp:cNvSpPr/>
      </dsp:nvSpPr>
      <dsp:spPr>
        <a:xfrm>
          <a:off x="1693181" y="4244704"/>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5466CB94-6742-4818-BF81-692A8CB53E2D}">
      <dsp:nvSpPr>
        <dsp:cNvPr id="0" name=""/>
        <dsp:cNvSpPr/>
      </dsp:nvSpPr>
      <dsp:spPr>
        <a:xfrm>
          <a:off x="1858746" y="4278392"/>
          <a:ext cx="8664584" cy="673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pt-BR" sz="2200" kern="1200">
              <a:latin typeface="Aptos" panose="020B0004020202020204" pitchFamily="34" charset="0"/>
            </a:rPr>
            <a:t>TO Enablement Strategy</a:t>
          </a:r>
          <a:endParaRPr lang="en-US" sz="2200" kern="1200">
            <a:latin typeface="Aptos" panose="020B0004020202020204" pitchFamily="34" charset="0"/>
          </a:endParaRPr>
        </a:p>
      </dsp:txBody>
      <dsp:txXfrm>
        <a:off x="1858746" y="4278392"/>
        <a:ext cx="8664584" cy="673762"/>
      </dsp:txXfrm>
    </dsp:sp>
    <dsp:sp modelId="{023A03A7-7E45-4C1F-BE80-156E6B4F580E}">
      <dsp:nvSpPr>
        <dsp:cNvPr id="0" name=""/>
        <dsp:cNvSpPr/>
      </dsp:nvSpPr>
      <dsp:spPr>
        <a:xfrm>
          <a:off x="1693181" y="4952155"/>
          <a:ext cx="883014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608625" fontAlgn="auto">
              <a:spcBef>
                <a:spcPts val="0"/>
              </a:spcBef>
              <a:spcAft>
                <a:spcPts val="0"/>
              </a:spcAft>
              <a:defRPr sz="1200">
                <a:latin typeface="+mn-lt"/>
                <a:ea typeface="+mn-ea"/>
                <a:cs typeface="+mn-cs"/>
              </a:defRPr>
            </a:lvl1pPr>
          </a:lstStyle>
          <a:p>
            <a:pPr>
              <a:defRPr/>
            </a:pPr>
            <a:fld id="{3CF0C980-B917-E747-9C70-449C49577942}" type="datetimeFigureOut">
              <a:rPr lang="en-US"/>
              <a:pPr>
                <a:defRPr/>
              </a:pPr>
              <a:t>7/17/2026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608625" fontAlgn="auto">
              <a:spcBef>
                <a:spcPts val="0"/>
              </a:spcBef>
              <a:spcAft>
                <a:spcPts val="0"/>
              </a:spcAft>
              <a:defRPr sz="1200">
                <a:latin typeface="+mn-lt"/>
                <a:ea typeface="+mn-ea"/>
                <a:cs typeface="+mn-cs"/>
              </a:defRPr>
            </a:lvl1pPr>
          </a:lstStyle>
          <a:p>
            <a:pPr>
              <a:defRPr/>
            </a:pPr>
            <a:fld id="{CD4F0C37-4A3C-FE43-8F40-0DED4A3C13CA}" type="slidenum">
              <a:rPr lang="en-US"/>
              <a:pPr>
                <a:defRPr/>
              </a:pPr>
              <a:t>‹#›</a:t>
            </a:fld>
            <a:endParaRPr lang="en-US"/>
          </a:p>
        </p:txBody>
      </p:sp>
    </p:spTree>
    <p:extLst>
      <p:ext uri="{BB962C8B-B14F-4D97-AF65-F5344CB8AC3E}">
        <p14:creationId xmlns:p14="http://schemas.microsoft.com/office/powerpoint/2010/main" val="701415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608625" fontAlgn="auto">
              <a:spcBef>
                <a:spcPts val="0"/>
              </a:spcBef>
              <a:spcAft>
                <a:spcPts val="0"/>
              </a:spcAft>
              <a:defRPr sz="1200">
                <a:latin typeface="+mn-lt"/>
                <a:ea typeface="+mn-ea"/>
                <a:cs typeface="+mn-cs"/>
              </a:defRPr>
            </a:lvl1pPr>
          </a:lstStyle>
          <a:p>
            <a:pPr>
              <a:defRPr/>
            </a:pPr>
            <a:fld id="{30692E0D-1821-D44A-ABB4-D9CB94DF8A83}" type="datetimeFigureOut">
              <a:rPr lang="en-US"/>
              <a:pPr>
                <a:defRPr/>
              </a:pPr>
              <a:t>7/17/2026</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608625" fontAlgn="auto">
              <a:spcBef>
                <a:spcPts val="0"/>
              </a:spcBef>
              <a:spcAft>
                <a:spcPts val="0"/>
              </a:spcAft>
              <a:defRPr sz="1200">
                <a:latin typeface="+mn-lt"/>
                <a:ea typeface="+mn-ea"/>
                <a:cs typeface="+mn-cs"/>
              </a:defRPr>
            </a:lvl1pPr>
          </a:lstStyle>
          <a:p>
            <a:pPr>
              <a:defRPr/>
            </a:pPr>
            <a:fld id="{405B821B-3561-7748-80B2-070A260A60C6}" type="slidenum">
              <a:rPr lang="en-US"/>
              <a:pPr>
                <a:defRPr/>
              </a:pPr>
              <a:t>‹#›</a:t>
            </a:fld>
            <a:endParaRPr lang="en-US"/>
          </a:p>
        </p:txBody>
      </p:sp>
    </p:spTree>
    <p:extLst>
      <p:ext uri="{BB962C8B-B14F-4D97-AF65-F5344CB8AC3E}">
        <p14:creationId xmlns:p14="http://schemas.microsoft.com/office/powerpoint/2010/main" val="71885978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9DE70-7E7B-C71D-AA47-A6240093C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B5A00-5ABD-1C44-3061-D05EF3B5AE16}"/>
              </a:ext>
            </a:extLst>
          </p:cNvPr>
          <p:cNvSpPr>
            <a:spLocks noGrp="1" noRot="1" noChangeAspect="1"/>
          </p:cNvSpPr>
          <p:nvPr>
            <p:ph type="sldImg"/>
          </p:nvPr>
        </p:nvSpPr>
        <p:spPr>
          <a:xfrm>
            <a:off x="430213" y="704850"/>
            <a:ext cx="6242050" cy="3519488"/>
          </a:xfrm>
        </p:spPr>
      </p:sp>
      <p:sp>
        <p:nvSpPr>
          <p:cNvPr id="3" name="Notes Placeholder 2">
            <a:extLst>
              <a:ext uri="{FF2B5EF4-FFF2-40B4-BE49-F238E27FC236}">
                <a16:creationId xmlns:a16="http://schemas.microsoft.com/office/drawing/2014/main" id="{D5B5BA73-EF48-2D7E-322A-881EA6B791A6}"/>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74DB38B4-C0E5-0681-E16B-BC67CE8DAB96}"/>
              </a:ext>
            </a:extLst>
          </p:cNvPr>
          <p:cNvSpPr>
            <a:spLocks noGrp="1"/>
          </p:cNvSpPr>
          <p:nvPr>
            <p:ph type="sldNum" sz="quarter" idx="5"/>
          </p:nvPr>
        </p:nvSpPr>
        <p:spPr/>
        <p:txBody>
          <a:bodyPr/>
          <a:lstStyle/>
          <a:p>
            <a:fld id="{96422B70-D75C-49CA-975D-F6F1E5435CAD}" type="slidenum">
              <a:rPr lang="en-US" smtClean="0"/>
              <a:t>4</a:t>
            </a:fld>
            <a:endParaRPr lang="en-US"/>
          </a:p>
        </p:txBody>
      </p:sp>
    </p:spTree>
    <p:extLst>
      <p:ext uri="{BB962C8B-B14F-4D97-AF65-F5344CB8AC3E}">
        <p14:creationId xmlns:p14="http://schemas.microsoft.com/office/powerpoint/2010/main" val="199042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a:defRPr/>
            </a:pPr>
            <a:fld id="{405B821B-3561-7748-80B2-070A260A60C6}" type="slidenum">
              <a:rPr lang="en-US" smtClean="0"/>
              <a:pPr>
                <a:defRPr/>
              </a:pPr>
              <a:t>12</a:t>
            </a:fld>
            <a:endParaRPr lang="en-US"/>
          </a:p>
        </p:txBody>
      </p:sp>
    </p:spTree>
    <p:extLst>
      <p:ext uri="{BB962C8B-B14F-4D97-AF65-F5344CB8AC3E}">
        <p14:creationId xmlns:p14="http://schemas.microsoft.com/office/powerpoint/2010/main" val="1286600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8938" y="685800"/>
            <a:ext cx="6080125" cy="3429000"/>
          </a:xfrm>
        </p:spPr>
        <p:txBody>
          <a:bodyPr/>
          <a:lstStyle/>
          <a:p>
            <a:endParaRPr lang="pt-BR"/>
          </a:p>
        </p:txBody>
      </p:sp>
      <p:sp>
        <p:nvSpPr>
          <p:cNvPr id="3" name="Notes Placeholder 2"/>
          <p:cNvSpPr>
            <a:spLocks noGrp="1"/>
          </p:cNvSpPr>
          <p:nvPr>
            <p:ph type="body" idx="1"/>
          </p:nvPr>
        </p:nvSpPr>
        <p:spPr/>
        <p:txBody>
          <a:bodyPr/>
          <a:lstStyle/>
          <a:p>
            <a:r>
              <a:rPr lang="pt-BR"/>
              <a:t>Pederneiras a Itirapina que é o trecho que a gente falou sobre a separacao do teste do TO é 138.1 km , de itirapina até pereque sao 397.8 km, e de pereque até o porto de santos sao 17.6 km</a:t>
            </a:r>
          </a:p>
        </p:txBody>
      </p:sp>
      <p:sp>
        <p:nvSpPr>
          <p:cNvPr id="4" name="Slide Number Placeholder 3"/>
          <p:cNvSpPr>
            <a:spLocks noGrp="1"/>
          </p:cNvSpPr>
          <p:nvPr>
            <p:ph type="sldNum" sz="quarter" idx="5"/>
          </p:nvPr>
        </p:nvSpPr>
        <p:spPr/>
        <p:txBody>
          <a:bodyPr/>
          <a:lstStyle/>
          <a:p>
            <a:pPr lvl="0"/>
            <a:fld id="{0495BD83-0363-4819-9ACC-C2DB92D374C2}" type="slidenum">
              <a:rPr lang="pt-BR" smtClean="0"/>
              <a:t>16</a:t>
            </a:fld>
            <a:endParaRPr lang="pt-BR"/>
          </a:p>
        </p:txBody>
      </p:sp>
    </p:spTree>
    <p:extLst>
      <p:ext uri="{BB962C8B-B14F-4D97-AF65-F5344CB8AC3E}">
        <p14:creationId xmlns:p14="http://schemas.microsoft.com/office/powerpoint/2010/main" val="5686477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_red">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i="1">
                <a:solidFill>
                  <a:srgbClr val="FF8992"/>
                </a:solidFill>
                <a:latin typeface="Aptos" panose="020B0004020202020204" pitchFamily="34"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solidFill>
                <a:srgbClr val="FF8992"/>
              </a:solidFill>
              <a:latin typeface="Aptos" panose="020B0004020202020204" pitchFamily="34"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092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8" y="2519812"/>
            <a:ext cx="8562090" cy="680667"/>
          </a:xfrm>
          <a:prstGeom prst="rect">
            <a:avLst/>
          </a:prstGeom>
        </p:spPr>
        <p:txBody>
          <a:bodyPr lIns="121725" tIns="60862" rIns="121725" bIns="60862"/>
          <a:lstStyle>
            <a:lvl1pPr algn="l">
              <a:defRPr sz="4800" b="1" i="0" cap="none" spc="-200" baseline="0">
                <a:solidFill>
                  <a:schemeClr val="bg1"/>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8" y="3311752"/>
            <a:ext cx="7946276" cy="918433"/>
          </a:xfrm>
          <a:prstGeom prst="rect">
            <a:avLst/>
          </a:prstGeom>
        </p:spPr>
        <p:txBody>
          <a:bodyPr lIns="121725" tIns="60862" rIns="121725" bIns="60862"/>
          <a:lstStyle>
            <a:lvl1pPr marL="0" indent="0">
              <a:buFontTx/>
              <a:buNone/>
              <a:defRPr sz="2700" b="1" i="0" spc="200">
                <a:solidFill>
                  <a:srgbClr val="FFFFFF"/>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2118474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grey">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a:latin typeface="Aptos" panose="020B0004020202020204" pitchFamily="34"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latin typeface="Aptos" panose="020B0004020202020204" pitchFamily="34"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727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7" y="2519812"/>
            <a:ext cx="8503295" cy="680667"/>
          </a:xfrm>
          <a:prstGeom prst="rect">
            <a:avLst/>
          </a:prstGeom>
        </p:spPr>
        <p:txBody>
          <a:bodyPr lIns="121725" tIns="60862" rIns="121725" bIns="60862"/>
          <a:lstStyle>
            <a:lvl1pPr algn="l">
              <a:defRPr sz="4800" b="1" i="0" cap="none" spc="-200" baseline="0">
                <a:solidFill>
                  <a:schemeClr val="tx2"/>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7" y="3311752"/>
            <a:ext cx="8240253" cy="918433"/>
          </a:xfrm>
          <a:prstGeom prst="rect">
            <a:avLst/>
          </a:prstGeom>
        </p:spPr>
        <p:txBody>
          <a:bodyPr lIns="121725" tIns="60862" rIns="121725" bIns="60862"/>
          <a:lstStyle>
            <a:lvl1pPr marL="0" indent="0">
              <a:buFontTx/>
              <a:buNone/>
              <a:defRPr sz="2700" b="1" i="0" spc="200">
                <a:solidFill>
                  <a:srgbClr val="505150"/>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1256741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CB73CCBD-EC4F-2B4D-A3FB-34A8816A0D68}"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274320" indent="-274320">
              <a:spcBef>
                <a:spcPts val="1200"/>
              </a:spcBef>
              <a:spcAft>
                <a:spcPts val="0"/>
              </a:spcAft>
              <a:buClrTx/>
              <a:buFont typeface="Arial"/>
              <a:buChar char="•"/>
              <a:defRPr sz="2400" b="1" i="0">
                <a:latin typeface="Aptos" panose="020B0004020202020204" pitchFamily="34" charset="0"/>
                <a:ea typeface="Tahoma" pitchFamily="34" charset="0"/>
                <a:cs typeface="Aptos" panose="020B0004020202020204" pitchFamily="34" charset="0"/>
              </a:defRPr>
            </a:lvl1pPr>
            <a:lvl2pPr marL="621792" indent="-292608">
              <a:spcBef>
                <a:spcPts val="1200"/>
              </a:spcBef>
              <a:spcAft>
                <a:spcPts val="0"/>
              </a:spcAft>
              <a:buClrTx/>
              <a:buFont typeface="Lucida Grande"/>
              <a:buChar char="-"/>
              <a:defRPr sz="2100">
                <a:latin typeface="Aptos" panose="020B0004020202020204" pitchFamily="34" charset="0"/>
                <a:ea typeface="Tahoma" pitchFamily="34" charset="0"/>
                <a:cs typeface="Aptos" panose="020B0004020202020204" pitchFamily="34" charset="0"/>
              </a:defRPr>
            </a:lvl2pPr>
            <a:lvl3pPr marL="969264"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3pPr>
            <a:lvl4pPr marL="1307592"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4pPr>
            <a:lvl5pPr marL="1645920"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ptos" panose="020B0004020202020204" pitchFamily="34" charset="0"/>
                <a:cs typeface="Arial"/>
              </a:defRPr>
            </a:lvl1pPr>
          </a:lstStyle>
          <a:p>
            <a:r>
              <a:rPr lang="en-US" noProof="0"/>
              <a:t>Click to edit Master title style</a:t>
            </a:r>
          </a:p>
        </p:txBody>
      </p:sp>
      <p:sp>
        <p:nvSpPr>
          <p:cNvPr id="2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chemeClr val="tx1"/>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
        <p:nvSpPr>
          <p:cNvPr id="2" name="Google Shape;90;p10">
            <a:extLst>
              <a:ext uri="{FF2B5EF4-FFF2-40B4-BE49-F238E27FC236}">
                <a16:creationId xmlns:a16="http://schemas.microsoft.com/office/drawing/2014/main" id="{1268525D-DA2C-0A88-AA14-542299DE58C4}"/>
              </a:ext>
            </a:extLst>
          </p:cNvPr>
          <p:cNvSpPr/>
          <p:nvPr userDrawn="1"/>
        </p:nvSpPr>
        <p:spPr>
          <a:xfrm>
            <a:off x="0" y="0"/>
            <a:ext cx="12161838" cy="1036320"/>
          </a:xfrm>
          <a:prstGeom prst="rect">
            <a:avLst/>
          </a:prstGeom>
          <a:solidFill>
            <a:srgbClr val="1A2332"/>
          </a:solidFill>
          <a:ln>
            <a:noFill/>
          </a:ln>
        </p:spPr>
        <p:txBody>
          <a:bodyPr spcFirstLastPara="1" wrap="square" lIns="121900" tIns="121900" rIns="121900" bIns="121900" anchor="ctr" anchorCtr="0">
            <a:noAutofit/>
          </a:bodyPr>
          <a:lstStyle/>
          <a:p>
            <a:pPr defTabSz="914400" fontAlgn="auto">
              <a:spcBef>
                <a:spcPts val="0"/>
              </a:spcBef>
              <a:spcAft>
                <a:spcPts val="0"/>
              </a:spcAft>
              <a:buClr>
                <a:prstClr val="black"/>
              </a:buClr>
              <a:buSzPts val="2400"/>
              <a:buFont typeface="Arial"/>
              <a:buNone/>
            </a:pPr>
            <a:endParaRPr>
              <a:solidFill>
                <a:prstClr val="black"/>
              </a:solidFill>
              <a:latin typeface="Arial"/>
              <a:ea typeface="Arial"/>
              <a:cs typeface="Arial"/>
              <a:sym typeface="Arial"/>
            </a:endParaRPr>
          </a:p>
        </p:txBody>
      </p:sp>
      <p:sp>
        <p:nvSpPr>
          <p:cNvPr id="3" name="Google Shape;91;p10">
            <a:extLst>
              <a:ext uri="{FF2B5EF4-FFF2-40B4-BE49-F238E27FC236}">
                <a16:creationId xmlns:a16="http://schemas.microsoft.com/office/drawing/2014/main" id="{C372D871-C5D3-09F2-074F-2C8645880FE8}"/>
              </a:ext>
            </a:extLst>
          </p:cNvPr>
          <p:cNvSpPr/>
          <p:nvPr userDrawn="1"/>
        </p:nvSpPr>
        <p:spPr>
          <a:xfrm>
            <a:off x="0" y="1036320"/>
            <a:ext cx="12161838" cy="52342"/>
          </a:xfrm>
          <a:prstGeom prst="rect">
            <a:avLst/>
          </a:prstGeom>
          <a:solidFill>
            <a:srgbClr val="D70010"/>
          </a:solidFill>
          <a:ln>
            <a:noFill/>
          </a:ln>
        </p:spPr>
        <p:txBody>
          <a:bodyPr spcFirstLastPara="1" wrap="square" lIns="121900" tIns="121900" rIns="121900" bIns="121900" anchor="ctr" anchorCtr="0">
            <a:noAutofit/>
          </a:bodyPr>
          <a:lstStyle/>
          <a:p>
            <a:pPr defTabSz="914400" fontAlgn="auto">
              <a:spcBef>
                <a:spcPts val="0"/>
              </a:spcBef>
              <a:spcAft>
                <a:spcPts val="0"/>
              </a:spcAft>
              <a:buClr>
                <a:prstClr val="black"/>
              </a:buClr>
              <a:buSzPts val="2400"/>
              <a:buFont typeface="Arial"/>
              <a:buNone/>
            </a:pPr>
            <a:endParaRPr>
              <a:solidFill>
                <a:prstClr val="black"/>
              </a:solidFill>
              <a:latin typeface="Arial"/>
              <a:ea typeface="Arial"/>
              <a:cs typeface="Arial"/>
              <a:sym typeface="Arial"/>
            </a:endParaRPr>
          </a:p>
        </p:txBody>
      </p:sp>
      <p:sp>
        <p:nvSpPr>
          <p:cNvPr id="4" name="Google Shape;92;p10">
            <a:extLst>
              <a:ext uri="{FF2B5EF4-FFF2-40B4-BE49-F238E27FC236}">
                <a16:creationId xmlns:a16="http://schemas.microsoft.com/office/drawing/2014/main" id="{CB15B001-314F-9556-6A9D-92ECF5774107}"/>
              </a:ext>
            </a:extLst>
          </p:cNvPr>
          <p:cNvSpPr/>
          <p:nvPr userDrawn="1"/>
        </p:nvSpPr>
        <p:spPr>
          <a:xfrm>
            <a:off x="609600" y="97536"/>
            <a:ext cx="10972800" cy="548640"/>
          </a:xfrm>
          <a:prstGeom prst="rect">
            <a:avLst/>
          </a:prstGeom>
          <a:noFill/>
          <a:ln>
            <a:noFill/>
          </a:ln>
        </p:spPr>
        <p:txBody>
          <a:bodyPr spcFirstLastPara="1" wrap="square" lIns="0" tIns="0" rIns="0" bIns="0" anchor="ctr" anchorCtr="0">
            <a:noAutofit/>
          </a:bodyPr>
          <a:lstStyle/>
          <a:p>
            <a:pPr defTabSz="914400" fontAlgn="auto">
              <a:spcBef>
                <a:spcPts val="0"/>
              </a:spcBef>
              <a:spcAft>
                <a:spcPts val="0"/>
              </a:spcAft>
              <a:buClr>
                <a:srgbClr val="FFFFFF"/>
              </a:buClr>
              <a:buSzPts val="2200"/>
              <a:buFont typeface="Arial"/>
              <a:buNone/>
            </a:pPr>
            <a:endParaRPr sz="2933">
              <a:solidFill>
                <a:prstClr val="black"/>
              </a:solidFill>
              <a:latin typeface="Calibri"/>
              <a:ea typeface="Calibri"/>
              <a:cs typeface="Calibri"/>
              <a:sym typeface="Calibri"/>
            </a:endParaRPr>
          </a:p>
        </p:txBody>
      </p:sp>
      <p:sp>
        <p:nvSpPr>
          <p:cNvPr id="7" name="Google Shape;97;p10">
            <a:extLst>
              <a:ext uri="{FF2B5EF4-FFF2-40B4-BE49-F238E27FC236}">
                <a16:creationId xmlns:a16="http://schemas.microsoft.com/office/drawing/2014/main" id="{7EE2A613-9044-8895-0965-64D31F3F8EC8}"/>
              </a:ext>
            </a:extLst>
          </p:cNvPr>
          <p:cNvSpPr txBox="1">
            <a:spLocks/>
          </p:cNvSpPr>
          <p:nvPr userDrawn="1"/>
        </p:nvSpPr>
        <p:spPr>
          <a:xfrm>
            <a:off x="609600" y="645584"/>
            <a:ext cx="10515600" cy="311149"/>
          </a:xfrm>
          <a:prstGeom prst="rect">
            <a:avLst/>
          </a:prstGeom>
          <a:noFill/>
          <a:ln>
            <a:noFill/>
          </a:ln>
        </p:spPr>
        <p:txBody>
          <a:bodyPr spcFirstLastPara="1" vert="horz" wrap="square" lIns="91425" tIns="45700" rIns="91425" bIns="45700" rtlCol="0" anchor="t" anchorCtr="0">
            <a:normAutofit fontScale="55000" lnSpcReduction="20000"/>
          </a:bodyPr>
          <a:lstStyle>
            <a:lvl1pPr marL="457200" lvl="0" indent="-321755" algn="l" defTabSz="914400" rtl="0" eaLnBrk="1" latinLnBrk="0" hangingPunct="1">
              <a:lnSpc>
                <a:spcPct val="90000"/>
              </a:lnSpc>
              <a:spcBef>
                <a:spcPts val="1000"/>
              </a:spcBef>
              <a:spcAft>
                <a:spcPts val="0"/>
              </a:spcAft>
              <a:buClr>
                <a:srgbClr val="888888"/>
              </a:buClr>
              <a:buSzPts val="1467"/>
              <a:buFont typeface="Arial" panose="020B0604020202020204" pitchFamily="34" charset="0"/>
              <a:buChar char="•"/>
              <a:defRPr sz="1467" b="0" i="0" u="none" strike="noStrike" kern="1200" cap="none">
                <a:solidFill>
                  <a:srgbClr val="888888"/>
                </a:solidFill>
                <a:latin typeface="Calibri"/>
                <a:ea typeface="Calibri"/>
                <a:cs typeface="Calibri"/>
                <a:sym typeface="Calibri"/>
              </a:defRPr>
            </a:lvl1pPr>
            <a:lvl2pPr marL="914400" lvl="1"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400" kern="1200">
                <a:solidFill>
                  <a:schemeClr val="tx1"/>
                </a:solidFill>
                <a:latin typeface="+mn-lt"/>
                <a:ea typeface="+mn-ea"/>
                <a:cs typeface="+mn-cs"/>
              </a:defRPr>
            </a:lvl2pPr>
            <a:lvl3pPr marL="1371600" lvl="2"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000" kern="1200">
                <a:solidFill>
                  <a:schemeClr val="tx1"/>
                </a:solidFill>
                <a:latin typeface="+mn-lt"/>
                <a:ea typeface="+mn-ea"/>
                <a:cs typeface="+mn-cs"/>
              </a:defRPr>
            </a:lvl3pPr>
            <a:lvl4pPr marL="1828800" lvl="3"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457200" marR="0" lvl="0" indent="-321755" algn="l" defTabSz="914400" rtl="0" eaLnBrk="1" fontAlgn="auto" latinLnBrk="0" hangingPunct="1">
              <a:lnSpc>
                <a:spcPct val="90000"/>
              </a:lnSpc>
              <a:spcBef>
                <a:spcPts val="1000"/>
              </a:spcBef>
              <a:spcAft>
                <a:spcPts val="0"/>
              </a:spcAft>
              <a:buClr>
                <a:srgbClr val="888888"/>
              </a:buClr>
              <a:buSzPts val="1467"/>
              <a:buFont typeface="Arial" panose="020B0604020202020204" pitchFamily="34" charset="0"/>
              <a:buChar char="•"/>
              <a:tabLst/>
              <a:defRPr/>
            </a:pPr>
            <a:endParaRPr kumimoji="0" lang="pt-BR" sz="1467" b="0" i="0" u="none" strike="noStrike" kern="120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2995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latin typeface="Aptos" panose="020B0004020202020204" pitchFamily="34" charset="0"/>
                <a:cs typeface="Calibri" charset="0"/>
              </a:rPr>
              <a:t>Confidential &amp; Proprietary</a:t>
            </a:r>
            <a:endParaRPr lang="fr-FR" sz="1000">
              <a:solidFill>
                <a:srgbClr val="505150"/>
              </a:solidFill>
              <a:latin typeface="Aptos" panose="020B0004020202020204" pitchFamily="34" charset="0"/>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F171574E-8CE2-3540-B51F-7B17F34DC495}"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30"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ptos" panose="020B0004020202020204" pitchFamily="34" charset="0"/>
                <a:cs typeface="Arial"/>
              </a:defRPr>
            </a:lvl1pPr>
          </a:lstStyle>
          <a:p>
            <a:r>
              <a:rPr lang="en-US" noProof="0"/>
              <a:t>Click to edit Master title style</a:t>
            </a:r>
          </a:p>
        </p:txBody>
      </p:sp>
      <p:sp>
        <p:nvSpPr>
          <p:cNvPr id="3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rgbClr val="505150"/>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1239844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witout title">
    <p:spTree>
      <p:nvGrpSpPr>
        <p:cNvPr id="1" name=""/>
        <p:cNvGrpSpPr/>
        <p:nvPr/>
      </p:nvGrpSpPr>
      <p:grpSpPr>
        <a:xfrm>
          <a:off x="0" y="0"/>
          <a:ext cx="0" cy="0"/>
          <a:chOff x="0" y="0"/>
          <a:chExt cx="0" cy="0"/>
        </a:xfrm>
      </p:grpSpPr>
      <p:sp>
        <p:nvSpPr>
          <p:cNvPr id="3"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latin typeface="Aptos" panose="020B0004020202020204" pitchFamily="34" charset="0"/>
                <a:cs typeface="Calibri" charset="0"/>
              </a:rPr>
              <a:t>Confidential &amp; Proprietary</a:t>
            </a:r>
            <a:endParaRPr lang="fr-FR" sz="1000">
              <a:solidFill>
                <a:srgbClr val="505150"/>
              </a:solidFill>
              <a:latin typeface="Aptos" panose="020B0004020202020204" pitchFamily="34" charset="0"/>
            </a:endParaRPr>
          </a:p>
        </p:txBody>
      </p:sp>
      <p:pic>
        <p:nvPicPr>
          <p:cNvPr id="4"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44D80DC7-73FF-5B4E-AEE5-8F1CCA53B9AB}"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9" name="Content"/>
          <p:cNvSpPr>
            <a:spLocks noGrp="1"/>
          </p:cNvSpPr>
          <p:nvPr>
            <p:ph idx="1"/>
          </p:nvPr>
        </p:nvSpPr>
        <p:spPr>
          <a:xfrm>
            <a:off x="608092" y="1132771"/>
            <a:ext cx="10945654" cy="4993399"/>
          </a:xfrm>
          <a:prstGeom prst="rect">
            <a:avLst/>
          </a:prstGeom>
        </p:spPr>
        <p:txBody>
          <a:bodyPr lIns="121725" tIns="60862" rIns="121725" bIns="60862"/>
          <a:lstStyle>
            <a:lvl1pPr>
              <a:buClrTx/>
              <a:buNone/>
              <a:defRPr sz="2400" b="1" i="0">
                <a:latin typeface="Aptos" panose="020B0004020202020204" pitchFamily="34" charset="0"/>
                <a:ea typeface="Tahoma" pitchFamily="34" charset="0"/>
                <a:cs typeface="Aptos" panose="020B0004020202020204" pitchFamily="34" charset="0"/>
              </a:defRPr>
            </a:lvl1pPr>
            <a:lvl2pPr marL="347472" indent="-292608">
              <a:buClrTx/>
              <a:buFont typeface="Arial"/>
              <a:buChar char="•"/>
              <a:defRPr sz="2100">
                <a:latin typeface="Aptos" panose="020B0004020202020204" pitchFamily="34" charset="0"/>
                <a:ea typeface="Tahoma" pitchFamily="34" charset="0"/>
                <a:cs typeface="Aptos" panose="020B0004020202020204" pitchFamily="34" charset="0"/>
              </a:defRPr>
            </a:lvl2pPr>
            <a:lvl3pPr marL="694944" indent="-301752">
              <a:buClrTx/>
              <a:buFont typeface="Arial" pitchFamily="34" charset="0"/>
              <a:buChar char="−"/>
              <a:defRPr sz="1900">
                <a:latin typeface="Aptos" panose="020B0004020202020204" pitchFamily="34" charset="0"/>
                <a:ea typeface="Tahoma" pitchFamily="34" charset="0"/>
                <a:cs typeface="Aptos" panose="020B0004020202020204" pitchFamily="34" charset="0"/>
              </a:defRPr>
            </a:lvl3pPr>
            <a:lvl4pPr marL="1033272" indent="-304312">
              <a:buClrTx/>
              <a:buFont typeface="Lucida Grande"/>
              <a:buChar char="-"/>
              <a:defRPr sz="1900">
                <a:latin typeface="Aptos" panose="020B0004020202020204" pitchFamily="34" charset="0"/>
                <a:ea typeface="Tahoma" pitchFamily="34" charset="0"/>
                <a:cs typeface="Aptos" panose="020B0004020202020204" pitchFamily="34" charset="0"/>
              </a:defRPr>
            </a:lvl4pPr>
            <a:lvl5pPr marL="1371600" indent="-304312">
              <a:buClrTx/>
              <a:buFont typeface="Lucida Grande"/>
              <a:buChar char="-"/>
              <a:defRPr sz="1900">
                <a:latin typeface="Aptos" panose="020B0004020202020204" pitchFamily="34" charset="0"/>
                <a:ea typeface="Tahoma"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2073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2"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3889375" y="2474913"/>
            <a:ext cx="5240338" cy="1873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1166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_slide_red">
    <p:bg>
      <p:bgPr>
        <a:solidFill>
          <a:schemeClr val="tx2"/>
        </a:solidFill>
        <a:effectLst/>
      </p:bgPr>
    </p:bg>
    <p:spTree>
      <p:nvGrpSpPr>
        <p:cNvPr id="1" name=""/>
        <p:cNvGrpSpPr/>
        <p:nvPr/>
      </p:nvGrpSpPr>
      <p:grpSpPr>
        <a:xfrm>
          <a:off x="0" y="0"/>
          <a:ext cx="0" cy="0"/>
          <a:chOff x="0" y="0"/>
          <a:chExt cx="0" cy="0"/>
        </a:xfrm>
      </p:grpSpPr>
      <p:pic>
        <p:nvPicPr>
          <p:cNvPr id="2" name="Image 5"/>
          <p:cNvPicPr>
            <a:picLocks noChangeAspect="1"/>
          </p:cNvPicPr>
          <p:nvPr/>
        </p:nvPicPr>
        <p:blipFill>
          <a:blip r:embed="rId2" cstate="screen">
            <a:extLst>
              <a:ext uri="{28A0092B-C50C-407E-A947-70E740481C1C}">
                <a14:useLocalDpi xmlns:a14="http://schemas.microsoft.com/office/drawing/2010/main"/>
              </a:ext>
            </a:extLst>
          </a:blip>
          <a:srcRect t="81847"/>
          <a:stretch>
            <a:fillRect/>
          </a:stretch>
        </p:blipFill>
        <p:spPr bwMode="auto">
          <a:xfrm>
            <a:off x="4192588" y="2306638"/>
            <a:ext cx="3814762" cy="1503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66571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re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ptos" panose="020B0004020202020204" pitchFamily="34" charset="0"/>
                <a:cs typeface="Arial"/>
              </a:defRPr>
            </a:lvl1pPr>
          </a:lstStyle>
          <a:p>
            <a:r>
              <a:rPr lang="en-US" noProof="0"/>
              <a:t>Click to edit Master title style</a:t>
            </a:r>
          </a:p>
        </p:txBody>
      </p:sp>
    </p:spTree>
    <p:extLst>
      <p:ext uri="{BB962C8B-B14F-4D97-AF65-F5344CB8AC3E}">
        <p14:creationId xmlns:p14="http://schemas.microsoft.com/office/powerpoint/2010/main" val="217274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gre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ptos" panose="020B0004020202020204" pitchFamily="34" charset="0"/>
                <a:cs typeface="Arial"/>
              </a:defRPr>
            </a:lvl1pPr>
          </a:lstStyle>
          <a:p>
            <a:r>
              <a:rPr lang="en-US" noProof="0"/>
              <a:t>Click to edit Master title style</a:t>
            </a:r>
          </a:p>
        </p:txBody>
      </p:sp>
    </p:spTree>
    <p:extLst>
      <p:ext uri="{BB962C8B-B14F-4D97-AF65-F5344CB8AC3E}">
        <p14:creationId xmlns:p14="http://schemas.microsoft.com/office/powerpoint/2010/main" val="283424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12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
          <p:cNvSpPr txBox="1">
            <a:spLocks/>
          </p:cNvSpPr>
          <p:nvPr/>
        </p:nvSpPr>
        <p:spPr>
          <a:xfrm>
            <a:off x="7061200" y="3767138"/>
            <a:ext cx="768350" cy="755650"/>
          </a:xfrm>
          <a:prstGeom prst="rect">
            <a:avLst/>
          </a:prstGeom>
        </p:spPr>
        <p:txBody>
          <a:bodyPr lIns="121725" tIns="60862" rIns="121725" bIns="60862"/>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08625" fontAlgn="auto">
              <a:spcAft>
                <a:spcPts val="0"/>
              </a:spcAft>
              <a:defRPr/>
            </a:pPr>
            <a:r>
              <a:rPr lang="fr-FR" sz="3700" b="1" spc="-200">
                <a:solidFill>
                  <a:schemeClr val="bg1"/>
                </a:solidFill>
                <a:latin typeface="Aptos" panose="020B0004020202020204" pitchFamily="34" charset="0"/>
                <a:cs typeface="Arial"/>
              </a:rPr>
              <a:t>///</a:t>
            </a:r>
          </a:p>
        </p:txBody>
      </p:sp>
      <p:sp>
        <p:nvSpPr>
          <p:cNvPr id="10" name="Title"/>
          <p:cNvSpPr>
            <a:spLocks noGrp="1"/>
          </p:cNvSpPr>
          <p:nvPr>
            <p:ph type="title"/>
          </p:nvPr>
        </p:nvSpPr>
        <p:spPr>
          <a:xfrm>
            <a:off x="7599372" y="3762443"/>
            <a:ext cx="4384157" cy="815354"/>
          </a:xfrm>
          <a:prstGeom prst="rect">
            <a:avLst/>
          </a:prstGeom>
        </p:spPr>
        <p:txBody>
          <a:bodyPr lIns="121725" tIns="60862" rIns="121725" bIns="60862" anchor="b" anchorCtr="0"/>
          <a:lstStyle>
            <a:lvl1pPr marL="0" indent="0" algn="l">
              <a:spcBef>
                <a:spcPts val="0"/>
              </a:spcBef>
              <a:defRPr sz="3600" b="1" i="0" cap="none" spc="-100" baseline="0">
                <a:solidFill>
                  <a:schemeClr val="bg1"/>
                </a:solidFill>
                <a:latin typeface="Aptos" panose="020B0004020202020204" pitchFamily="34" charset="0"/>
                <a:cs typeface="Arial"/>
              </a:defRPr>
            </a:lvl1pPr>
          </a:lstStyle>
          <a:p>
            <a:r>
              <a:rPr lang="en-US" noProof="0"/>
              <a:t>Click to edit Master title style</a:t>
            </a:r>
          </a:p>
        </p:txBody>
      </p:sp>
      <p:sp>
        <p:nvSpPr>
          <p:cNvPr id="11" name="Subtitle"/>
          <p:cNvSpPr>
            <a:spLocks noGrp="1"/>
          </p:cNvSpPr>
          <p:nvPr>
            <p:ph type="body" sz="quarter" idx="12"/>
          </p:nvPr>
        </p:nvSpPr>
        <p:spPr>
          <a:xfrm>
            <a:off x="7599372" y="4443422"/>
            <a:ext cx="3945470" cy="270000"/>
          </a:xfrm>
          <a:prstGeom prst="rect">
            <a:avLst/>
          </a:prstGeom>
        </p:spPr>
        <p:txBody>
          <a:bodyPr lIns="121725" tIns="60862" rIns="121725" bIns="60862"/>
          <a:lstStyle>
            <a:lvl1pPr marL="0" indent="0">
              <a:spcBef>
                <a:spcPts val="0"/>
              </a:spcBef>
              <a:buFontTx/>
              <a:buNone/>
              <a:defRPr sz="1900" i="1" spc="200" baseline="0">
                <a:solidFill>
                  <a:schemeClr val="bg1"/>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1092224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ight Content Slide">
    <p:bg>
      <p:bgPr>
        <a:blipFill>
          <a:blip r:embed="rId2"/>
          <a:stretch>
            <a:fillRect/>
          </a:stretch>
        </a:blipFill>
        <a:effectLst/>
      </p:bgPr>
    </p:bg>
    <p:spTree>
      <p:nvGrpSpPr>
        <p:cNvPr id="1" name=""/>
        <p:cNvGrpSpPr/>
        <p:nvPr/>
      </p:nvGrpSpPr>
      <p:grpSpPr>
        <a:xfrm>
          <a:off x="0" y="0"/>
          <a:ext cx="0" cy="0"/>
          <a:chOff x="0" y="0"/>
          <a:chExt cx="0" cy="0"/>
        </a:xfrm>
      </p:grpSpPr>
      <p:sp>
        <p:nvSpPr>
          <p:cNvPr id="2" name="Content">
            <a:extLst>
              <a:ext uri="{FF2B5EF4-FFF2-40B4-BE49-F238E27FC236}">
                <a16:creationId xmlns:a16="http://schemas.microsoft.com/office/drawing/2014/main" id="{57C5F9EB-B2AC-4C18-8A70-4CECFD79FD47}"/>
              </a:ext>
            </a:extLst>
          </p:cNvPr>
          <p:cNvSpPr txBox="1">
            <a:spLocks noGrp="1"/>
          </p:cNvSpPr>
          <p:nvPr>
            <p:ph sz="quarter" idx="4294967295"/>
          </p:nvPr>
        </p:nvSpPr>
        <p:spPr>
          <a:xfrm>
            <a:off x="506610" y="1328999"/>
            <a:ext cx="11075679" cy="4966399"/>
          </a:xfrm>
          <a:prstGeom prst="rect">
            <a:avLst/>
          </a:prstGeom>
          <a:noFill/>
          <a:ln>
            <a:noFill/>
          </a:ln>
        </p:spPr>
        <p:txBody>
          <a:bodyPr vert="horz" wrap="square" lIns="121724" tIns="60862" rIns="121724" bIns="60862" anchor="t" anchorCtr="0" compatLnSpc="1">
            <a:noAutofit/>
          </a:bodyPr>
          <a:lstStyle>
            <a:lvl1pPr marL="342043" marR="0" lvl="0" indent="-342043" defTabSz="608005" fontAlgn="auto">
              <a:lnSpc>
                <a:spcPct val="100000"/>
              </a:lnSpc>
              <a:spcBef>
                <a:spcPts val="1202"/>
              </a:spcBef>
              <a:spcAft>
                <a:spcPts val="0"/>
              </a:spcAft>
              <a:buClr>
                <a:srgbClr val="C00000"/>
              </a:buClr>
              <a:buSzPct val="100000"/>
              <a:buFont typeface="Arial" pitchFamily="34"/>
              <a:tabLst/>
              <a:defRPr lang="en-US" sz="2394" b="1" i="0" u="none" strike="noStrike" cap="none" spc="0" baseline="0">
                <a:solidFill>
                  <a:srgbClr val="151514"/>
                </a:solidFill>
                <a:uFillTx/>
                <a:latin typeface="Tahoma (body)"/>
                <a:ea typeface="Tahoma" pitchFamily="34"/>
                <a:cs typeface="Tahoma (body)"/>
              </a:defRPr>
            </a:lvl1pPr>
            <a:lvl2pPr marL="621788" marR="0" lvl="1" indent="-292606" defTabSz="608005" fontAlgn="auto">
              <a:lnSpc>
                <a:spcPct val="100000"/>
              </a:lnSpc>
              <a:spcBef>
                <a:spcPts val="1202"/>
              </a:spcBef>
              <a:spcAft>
                <a:spcPts val="0"/>
              </a:spcAft>
              <a:buClr>
                <a:srgbClr val="C00000"/>
              </a:buClr>
              <a:buSzPct val="100000"/>
              <a:buFont typeface="Lucida Grande"/>
              <a:buChar char="-"/>
              <a:tabLst/>
              <a:defRPr lang="en-US" sz="1995" b="0" i="0" u="none" strike="noStrike" cap="none" spc="0" baseline="0">
                <a:solidFill>
                  <a:srgbClr val="151514"/>
                </a:solidFill>
                <a:uFillTx/>
                <a:latin typeface="Tahoma (body)"/>
                <a:ea typeface="Tahoma" pitchFamily="34"/>
                <a:cs typeface="Tahoma (body)"/>
              </a:defRPr>
            </a:lvl2pPr>
            <a:lvl3pPr marL="969258" marR="0" lvl="2" indent="-304308" defTabSz="608005" fontAlgn="auto">
              <a:lnSpc>
                <a:spcPct val="100000"/>
              </a:lnSpc>
              <a:spcBef>
                <a:spcPts val="1202"/>
              </a:spcBef>
              <a:spcAft>
                <a:spcPts val="0"/>
              </a:spcAft>
              <a:buClr>
                <a:srgbClr val="C00000"/>
              </a:buClr>
              <a:buSzPct val="100000"/>
              <a:buFont typeface="Lucida Grande"/>
              <a:buChar char="-"/>
              <a:tabLst/>
              <a:defRPr lang="en-US" b="0" i="0" u="none" strike="noStrike" cap="none" spc="0" baseline="0">
                <a:solidFill>
                  <a:srgbClr val="151514"/>
                </a:solidFill>
                <a:uFillTx/>
                <a:latin typeface="Tahoma (body)"/>
                <a:ea typeface="Tahoma" pitchFamily="34"/>
                <a:cs typeface="Tahoma (body)"/>
              </a:defRPr>
            </a:lvl3pPr>
            <a:lvl4pPr marL="1307588" marR="0" lvl="3" indent="-304308" defTabSz="608005" fontAlgn="auto">
              <a:lnSpc>
                <a:spcPct val="100000"/>
              </a:lnSpc>
              <a:spcBef>
                <a:spcPts val="1202"/>
              </a:spcBef>
              <a:spcAft>
                <a:spcPts val="0"/>
              </a:spcAft>
              <a:buClr>
                <a:srgbClr val="C00000"/>
              </a:buClr>
              <a:buSzPct val="100000"/>
              <a:buFont typeface="Lucida Grande"/>
              <a:buChar char="-"/>
              <a:tabLst/>
              <a:defRPr lang="en-US" sz="1995" b="0" i="0" u="none" strike="noStrike" cap="none" spc="0" baseline="0">
                <a:solidFill>
                  <a:srgbClr val="151514"/>
                </a:solidFill>
                <a:uFillTx/>
                <a:latin typeface="Tahoma (body)"/>
                <a:ea typeface="Tahoma" pitchFamily="34"/>
                <a:cs typeface="Tahoma (body)"/>
              </a:defRPr>
            </a:lvl4pPr>
            <a:lvl5pPr marL="1645909" marR="0" lvl="4" indent="-304308" defTabSz="608005" fontAlgn="auto">
              <a:lnSpc>
                <a:spcPct val="100000"/>
              </a:lnSpc>
              <a:spcBef>
                <a:spcPts val="1202"/>
              </a:spcBef>
              <a:spcAft>
                <a:spcPts val="0"/>
              </a:spcAft>
              <a:buClr>
                <a:srgbClr val="C00000"/>
              </a:buClr>
              <a:buSzPct val="100000"/>
              <a:buFont typeface="Lucida Grande"/>
              <a:buChar char="-"/>
              <a:tabLst/>
              <a:defRPr lang="en-US" b="0" i="0" u="none" strike="noStrike" cap="none" spc="0" baseline="0">
                <a:solidFill>
                  <a:srgbClr val="151514"/>
                </a:solidFill>
                <a:uFillTx/>
                <a:latin typeface="Tahoma (body)"/>
                <a:ea typeface="Tahoma" pitchFamily="34"/>
                <a:cs typeface="Tahoma (bod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a:extLst>
              <a:ext uri="{FF2B5EF4-FFF2-40B4-BE49-F238E27FC236}">
                <a16:creationId xmlns:a16="http://schemas.microsoft.com/office/drawing/2014/main" id="{AEAFFED3-38B1-4FE5-871A-F601506FB5DA}"/>
              </a:ext>
            </a:extLst>
          </p:cNvPr>
          <p:cNvSpPr txBox="1">
            <a:spLocks noGrp="1"/>
          </p:cNvSpPr>
          <p:nvPr>
            <p:ph type="title"/>
          </p:nvPr>
        </p:nvSpPr>
        <p:spPr>
          <a:xfrm>
            <a:off x="506610" y="0"/>
            <a:ext cx="11075679" cy="815352"/>
          </a:xfrm>
          <a:prstGeom prst="rect">
            <a:avLst/>
          </a:prstGeom>
          <a:noFill/>
          <a:ln>
            <a:noFill/>
          </a:ln>
        </p:spPr>
        <p:txBody>
          <a:bodyPr vert="horz" wrap="square" lIns="121724" tIns="60862" rIns="121724" bIns="60862" anchor="b" anchorCtr="0" compatLnSpc="1">
            <a:noAutofit/>
          </a:bodyPr>
          <a:lstStyle>
            <a:lvl1pPr marL="0" marR="0" lvl="0" indent="0" defTabSz="608005" fontAlgn="auto">
              <a:lnSpc>
                <a:spcPct val="100000"/>
              </a:lnSpc>
              <a:spcBef>
                <a:spcPts val="0"/>
              </a:spcBef>
              <a:spcAft>
                <a:spcPts val="0"/>
              </a:spcAft>
              <a:tabLst/>
              <a:defRPr lang="en-US" sz="3591" b="1" i="0" u="none" strike="noStrike" cap="none" spc="-100" baseline="0">
                <a:solidFill>
                  <a:srgbClr val="151514"/>
                </a:solidFill>
                <a:uFillTx/>
                <a:latin typeface="Tahoma"/>
                <a:ea typeface="ＭＳ Ｐゴシック"/>
                <a:cs typeface="Tahoma" pitchFamily="34"/>
              </a:defRPr>
            </a:lvl1pPr>
          </a:lstStyle>
          <a:p>
            <a:pPr lvl="0"/>
            <a:r>
              <a:rPr lang="en-US"/>
              <a:t>Click to edit Master title style</a:t>
            </a:r>
          </a:p>
        </p:txBody>
      </p:sp>
    </p:spTree>
    <p:extLst>
      <p:ext uri="{BB962C8B-B14F-4D97-AF65-F5344CB8AC3E}">
        <p14:creationId xmlns:p14="http://schemas.microsoft.com/office/powerpoint/2010/main" val="41790978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lide_red">
    <p:spTree>
      <p:nvGrpSpPr>
        <p:cNvPr id="1" name=""/>
        <p:cNvGrpSpPr/>
        <p:nvPr/>
      </p:nvGrpSpPr>
      <p:grpSpPr>
        <a:xfrm>
          <a:off x="0" y="0"/>
          <a:ext cx="0" cy="0"/>
          <a:chOff x="0" y="0"/>
          <a:chExt cx="0" cy="0"/>
        </a:xfrm>
      </p:grpSpPr>
      <p:pic>
        <p:nvPicPr>
          <p:cNvPr id="4" name="Image 1"/>
          <p:cNvPicPr>
            <a:picLocks noChangeAspect="1"/>
          </p:cNvPicPr>
          <p:nvPr/>
        </p:nvPicPr>
        <p:blipFill>
          <a:blip r:embed="rId2" cstate="print">
            <a:alphaModFix/>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i="1">
                <a:solidFill>
                  <a:srgbClr val="FF8992"/>
                </a:solidFill>
                <a:latin typeface="Aptos" panose="020B0004020202020204" pitchFamily="34"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solidFill>
                <a:srgbClr val="FF8992"/>
              </a:solidFill>
              <a:latin typeface="Aptos" panose="020B0004020202020204" pitchFamily="34"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092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8" y="2519812"/>
            <a:ext cx="8562090" cy="680667"/>
          </a:xfrm>
          <a:prstGeom prst="rect">
            <a:avLst/>
          </a:prstGeom>
        </p:spPr>
        <p:txBody>
          <a:bodyPr lIns="121725" tIns="60862" rIns="121725" bIns="60862"/>
          <a:lstStyle>
            <a:lvl1pPr algn="l">
              <a:defRPr sz="4800" b="1" i="0" cap="none" spc="-200" baseline="0">
                <a:solidFill>
                  <a:schemeClr val="bg1"/>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8" y="3311752"/>
            <a:ext cx="7946276" cy="918433"/>
          </a:xfrm>
          <a:prstGeom prst="rect">
            <a:avLst/>
          </a:prstGeom>
        </p:spPr>
        <p:txBody>
          <a:bodyPr lIns="121725" tIns="60862" rIns="121725" bIns="60862"/>
          <a:lstStyle>
            <a:lvl1pPr marL="0" indent="0">
              <a:buFontTx/>
              <a:buNone/>
              <a:defRPr sz="2700" b="1" i="0" spc="200">
                <a:solidFill>
                  <a:srgbClr val="FFFFFF"/>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2343509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_slide_grey">
    <p:spTree>
      <p:nvGrpSpPr>
        <p:cNvPr id="1" name=""/>
        <p:cNvGrpSpPr/>
        <p:nvPr/>
      </p:nvGrpSpPr>
      <p:grpSpPr>
        <a:xfrm>
          <a:off x="0" y="0"/>
          <a:ext cx="0" cy="0"/>
          <a:chOff x="0" y="0"/>
          <a:chExt cx="0" cy="0"/>
        </a:xfrm>
      </p:grpSpPr>
      <p:pic>
        <p:nvPicPr>
          <p:cNvPr id="4" name="Image 1"/>
          <p:cNvPicPr>
            <a:picLocks noChangeAspect="1"/>
          </p:cNvPicPr>
          <p:nvPr/>
        </p:nvPicPr>
        <p:blipFill>
          <a:blip r:embed="rId2" cstate="print">
            <a:alphaModFix amt="23000"/>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a14="http://schemas.microsoft.com/office/drawing/2010/main" xmlns="">
                <a:solidFill>
                  <a:srgbClr val="FFFFFF">
                    <a:alpha val="23137"/>
                  </a:srgbClr>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r>
              <a:rPr lang="en-US" sz="1000">
                <a:latin typeface="Aptos" panose="020B0004020202020204" pitchFamily="34"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latin typeface="Aptos" panose="020B0004020202020204" pitchFamily="34"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7275"/>
            <a:ext cx="3771900" cy="2070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p:cNvSpPr>
            <a:spLocks noGrp="1"/>
          </p:cNvSpPr>
          <p:nvPr>
            <p:ph type="title"/>
          </p:nvPr>
        </p:nvSpPr>
        <p:spPr>
          <a:xfrm>
            <a:off x="1280267" y="2519812"/>
            <a:ext cx="8503295" cy="680667"/>
          </a:xfrm>
          <a:prstGeom prst="rect">
            <a:avLst/>
          </a:prstGeom>
        </p:spPr>
        <p:txBody>
          <a:bodyPr lIns="121725" tIns="60862" rIns="121725" bIns="60862"/>
          <a:lstStyle>
            <a:lvl1pPr algn="l">
              <a:defRPr sz="4800" b="1" i="0" cap="none" spc="-200" baseline="0">
                <a:solidFill>
                  <a:schemeClr val="tx2"/>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7" y="3311752"/>
            <a:ext cx="8240253" cy="918433"/>
          </a:xfrm>
          <a:prstGeom prst="rect">
            <a:avLst/>
          </a:prstGeom>
        </p:spPr>
        <p:txBody>
          <a:bodyPr lIns="121725" tIns="60862" rIns="121725" bIns="60862"/>
          <a:lstStyle>
            <a:lvl1pPr marL="0" indent="0">
              <a:buFontTx/>
              <a:buNone/>
              <a:defRPr sz="2700" b="1" i="0" spc="200">
                <a:solidFill>
                  <a:srgbClr val="505150"/>
                </a:solidFill>
                <a:latin typeface="Arian"/>
                <a:cs typeface="Arian"/>
              </a:defRPr>
            </a:lvl1pPr>
          </a:lstStyle>
          <a:p>
            <a:pPr lvl="0"/>
            <a:r>
              <a:rPr lang="en-US" noProof="0"/>
              <a:t>Click to edit Master text styles</a:t>
            </a:r>
          </a:p>
        </p:txBody>
      </p:sp>
    </p:spTree>
    <p:extLst>
      <p:ext uri="{BB962C8B-B14F-4D97-AF65-F5344CB8AC3E}">
        <p14:creationId xmlns:p14="http://schemas.microsoft.com/office/powerpoint/2010/main" val="523150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CB73CCBD-EC4F-2B4D-A3FB-34A8816A0D68}"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274320" indent="-274320">
              <a:spcBef>
                <a:spcPts val="1200"/>
              </a:spcBef>
              <a:spcAft>
                <a:spcPts val="0"/>
              </a:spcAft>
              <a:buClrTx/>
              <a:buFont typeface="Arial"/>
              <a:buChar char="•"/>
              <a:defRPr sz="2400" b="1" i="0">
                <a:latin typeface="Aptos" panose="020B0004020202020204" pitchFamily="34" charset="0"/>
                <a:ea typeface="Tahoma" pitchFamily="34" charset="0"/>
                <a:cs typeface="Aptos" panose="020B0004020202020204" pitchFamily="34" charset="0"/>
              </a:defRPr>
            </a:lvl1pPr>
            <a:lvl2pPr marL="621792" indent="-292608">
              <a:spcBef>
                <a:spcPts val="1200"/>
              </a:spcBef>
              <a:spcAft>
                <a:spcPts val="0"/>
              </a:spcAft>
              <a:buClrTx/>
              <a:buFont typeface="Lucida Grande"/>
              <a:buChar char="-"/>
              <a:defRPr sz="2100">
                <a:latin typeface="Aptos" panose="020B0004020202020204" pitchFamily="34" charset="0"/>
                <a:ea typeface="Tahoma" pitchFamily="34" charset="0"/>
                <a:cs typeface="Aptos" panose="020B0004020202020204" pitchFamily="34" charset="0"/>
              </a:defRPr>
            </a:lvl2pPr>
            <a:lvl3pPr marL="969264"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3pPr>
            <a:lvl4pPr marL="1307592"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4pPr>
            <a:lvl5pPr marL="1645920" indent="-304312">
              <a:spcBef>
                <a:spcPts val="1200"/>
              </a:spcBef>
              <a:spcAft>
                <a:spcPts val="0"/>
              </a:spcAft>
              <a:buClrTx/>
              <a:buFont typeface="Lucida Grande"/>
              <a:buChar char="-"/>
              <a:defRPr sz="1900">
                <a:latin typeface="Aptos" panose="020B0004020202020204" pitchFamily="34" charset="0"/>
                <a:ea typeface="Tahoma"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ptos" panose="020B0004020202020204" pitchFamily="34" charset="0"/>
                <a:cs typeface="Arial"/>
              </a:defRPr>
            </a:lvl1pPr>
          </a:lstStyle>
          <a:p>
            <a:r>
              <a:rPr lang="en-US" noProof="0"/>
              <a:t>Click to edit Master title style</a:t>
            </a:r>
          </a:p>
        </p:txBody>
      </p:sp>
      <p:sp>
        <p:nvSpPr>
          <p:cNvPr id="2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chemeClr val="tx1"/>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4218067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latin typeface="Aptos" panose="020B0004020202020204" pitchFamily="34" charset="0"/>
                <a:cs typeface="Calibri" charset="0"/>
              </a:rPr>
              <a:t>Confidential &amp; Proprietary</a:t>
            </a:r>
            <a:endParaRPr lang="fr-FR" sz="1000">
              <a:solidFill>
                <a:srgbClr val="505150"/>
              </a:solidFill>
              <a:latin typeface="Aptos" panose="020B0004020202020204" pitchFamily="34" charset="0"/>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F171574E-8CE2-3540-B51F-7B17F34DC495}"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30"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ptos" panose="020B0004020202020204" pitchFamily="34" charset="0"/>
                <a:cs typeface="Arial"/>
              </a:defRPr>
            </a:lvl1pPr>
          </a:lstStyle>
          <a:p>
            <a:r>
              <a:rPr lang="en-US" noProof="0"/>
              <a:t>Click to edit Master title style</a:t>
            </a:r>
          </a:p>
        </p:txBody>
      </p:sp>
      <p:sp>
        <p:nvSpPr>
          <p:cNvPr id="3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rgbClr val="505150"/>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
        <p:nvSpPr>
          <p:cNvPr id="2" name="Title">
            <a:extLst>
              <a:ext uri="{FF2B5EF4-FFF2-40B4-BE49-F238E27FC236}">
                <a16:creationId xmlns:a16="http://schemas.microsoft.com/office/drawing/2014/main" id="{2E38D8D5-85B8-A12B-50CB-0083747360A6}"/>
              </a:ext>
            </a:extLst>
          </p:cNvPr>
          <p:cNvSpPr txBox="1">
            <a:spLocks/>
          </p:cNvSpPr>
          <p:nvPr userDrawn="1"/>
        </p:nvSpPr>
        <p:spPr>
          <a:xfrm>
            <a:off x="506613" y="5821680"/>
            <a:ext cx="11733927" cy="815354"/>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ptos" panose="020B0004020202020204" pitchFamily="34" charset="0"/>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r>
              <a:rPr lang="en-US"/>
              <a:t>Click to edit Master title style</a:t>
            </a:r>
          </a:p>
        </p:txBody>
      </p:sp>
      <p:sp>
        <p:nvSpPr>
          <p:cNvPr id="3" name="Subtitle">
            <a:extLst>
              <a:ext uri="{FF2B5EF4-FFF2-40B4-BE49-F238E27FC236}">
                <a16:creationId xmlns:a16="http://schemas.microsoft.com/office/drawing/2014/main" id="{CABBE10A-EABA-672F-23DA-D08E9A32A52B}"/>
              </a:ext>
            </a:extLst>
          </p:cNvPr>
          <p:cNvSpPr>
            <a:spLocks noGrp="1"/>
          </p:cNvSpPr>
          <p:nvPr>
            <p:ph type="body" sz="quarter" idx="13"/>
          </p:nvPr>
        </p:nvSpPr>
        <p:spPr>
          <a:xfrm>
            <a:off x="506613" y="6502659"/>
            <a:ext cx="11267190" cy="270000"/>
          </a:xfrm>
          <a:prstGeom prst="rect">
            <a:avLst/>
          </a:prstGeom>
        </p:spPr>
        <p:txBody>
          <a:bodyPr lIns="121725" tIns="60862" rIns="121725" bIns="60862"/>
          <a:lstStyle>
            <a:lvl1pPr marL="0" indent="0">
              <a:buFontTx/>
              <a:buNone/>
              <a:defRPr sz="1900" i="0" spc="200" baseline="0">
                <a:solidFill>
                  <a:schemeClr val="tx1"/>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
        <p:nvSpPr>
          <p:cNvPr id="7" name="Google Shape;90;p10">
            <a:extLst>
              <a:ext uri="{FF2B5EF4-FFF2-40B4-BE49-F238E27FC236}">
                <a16:creationId xmlns:a16="http://schemas.microsoft.com/office/drawing/2014/main" id="{B79CE626-EACF-6E04-1679-B1848A8420CA}"/>
              </a:ext>
            </a:extLst>
          </p:cNvPr>
          <p:cNvSpPr/>
          <p:nvPr userDrawn="1"/>
        </p:nvSpPr>
        <p:spPr>
          <a:xfrm>
            <a:off x="0" y="6042646"/>
            <a:ext cx="12161838" cy="815354"/>
          </a:xfrm>
          <a:prstGeom prst="rect">
            <a:avLst/>
          </a:prstGeom>
          <a:solidFill>
            <a:srgbClr val="1A2332"/>
          </a:solidFill>
          <a:ln>
            <a:noFill/>
          </a:ln>
        </p:spPr>
        <p:txBody>
          <a:bodyPr spcFirstLastPara="1" wrap="square" lIns="121900" tIns="121900" rIns="121900" bIns="121900" anchor="ctr" anchorCtr="0">
            <a:noAutofit/>
          </a:bodyPr>
          <a:lstStyle/>
          <a:p>
            <a:pPr defTabSz="914400" fontAlgn="auto">
              <a:spcBef>
                <a:spcPts val="0"/>
              </a:spcBef>
              <a:spcAft>
                <a:spcPts val="0"/>
              </a:spcAft>
              <a:buClr>
                <a:prstClr val="black"/>
              </a:buClr>
              <a:buSzPts val="2400"/>
              <a:buFont typeface="Arial"/>
              <a:buNone/>
            </a:pPr>
            <a:r>
              <a:rPr lang="en-US" sz="1800">
                <a:solidFill>
                  <a:schemeClr val="bg1"/>
                </a:solidFill>
                <a:latin typeface="Aptos" panose="020B0004020202020204" pitchFamily="34" charset="0"/>
                <a:ea typeface="Arial"/>
                <a:cs typeface="Arial"/>
                <a:sym typeface="Arial"/>
              </a:rPr>
              <a:t>Key Takeaway: Customer value perception is primarily concentrated on the License and Installation Kit components.</a:t>
            </a:r>
            <a:endParaRPr sz="1800">
              <a:solidFill>
                <a:schemeClr val="bg1"/>
              </a:solidFill>
              <a:latin typeface="Aptos" panose="020B0004020202020204" pitchFamily="34" charset="0"/>
              <a:ea typeface="Arial"/>
              <a:cs typeface="Arial"/>
              <a:sym typeface="Arial"/>
            </a:endParaRPr>
          </a:p>
        </p:txBody>
      </p:sp>
      <p:sp>
        <p:nvSpPr>
          <p:cNvPr id="8" name="Google Shape;91;p10">
            <a:extLst>
              <a:ext uri="{FF2B5EF4-FFF2-40B4-BE49-F238E27FC236}">
                <a16:creationId xmlns:a16="http://schemas.microsoft.com/office/drawing/2014/main" id="{58625E1E-4BAE-5C57-D993-66314180B4DE}"/>
              </a:ext>
            </a:extLst>
          </p:cNvPr>
          <p:cNvSpPr/>
          <p:nvPr userDrawn="1"/>
        </p:nvSpPr>
        <p:spPr>
          <a:xfrm>
            <a:off x="0" y="6858000"/>
            <a:ext cx="12161838" cy="52342"/>
          </a:xfrm>
          <a:prstGeom prst="rect">
            <a:avLst/>
          </a:prstGeom>
          <a:solidFill>
            <a:srgbClr val="D70010"/>
          </a:solidFill>
          <a:ln>
            <a:noFill/>
          </a:ln>
        </p:spPr>
        <p:txBody>
          <a:bodyPr spcFirstLastPara="1" wrap="square" lIns="121900" tIns="121900" rIns="121900" bIns="121900" anchor="ctr" anchorCtr="0">
            <a:noAutofit/>
          </a:bodyPr>
          <a:lstStyle/>
          <a:p>
            <a:pPr defTabSz="914400" fontAlgn="auto">
              <a:spcBef>
                <a:spcPts val="0"/>
              </a:spcBef>
              <a:spcAft>
                <a:spcPts val="0"/>
              </a:spcAft>
              <a:buClr>
                <a:prstClr val="black"/>
              </a:buClr>
              <a:buSzPts val="2400"/>
              <a:buFont typeface="Arial"/>
              <a:buNone/>
            </a:pPr>
            <a:endParaRPr>
              <a:solidFill>
                <a:prstClr val="black"/>
              </a:solidFill>
              <a:latin typeface="Arial"/>
              <a:ea typeface="Arial"/>
              <a:cs typeface="Arial"/>
              <a:sym typeface="Arial"/>
            </a:endParaRPr>
          </a:p>
        </p:txBody>
      </p:sp>
      <p:sp>
        <p:nvSpPr>
          <p:cNvPr id="9" name="Google Shape;92;p10">
            <a:extLst>
              <a:ext uri="{FF2B5EF4-FFF2-40B4-BE49-F238E27FC236}">
                <a16:creationId xmlns:a16="http://schemas.microsoft.com/office/drawing/2014/main" id="{579B72BC-0C2F-9936-56A6-ED51EA3F978F}"/>
              </a:ext>
            </a:extLst>
          </p:cNvPr>
          <p:cNvSpPr/>
          <p:nvPr userDrawn="1"/>
        </p:nvSpPr>
        <p:spPr>
          <a:xfrm>
            <a:off x="609600" y="5919216"/>
            <a:ext cx="10972800" cy="548640"/>
          </a:xfrm>
          <a:prstGeom prst="rect">
            <a:avLst/>
          </a:prstGeom>
          <a:noFill/>
          <a:ln>
            <a:noFill/>
          </a:ln>
        </p:spPr>
        <p:txBody>
          <a:bodyPr spcFirstLastPara="1" wrap="square" lIns="0" tIns="0" rIns="0" bIns="0" anchor="ctr" anchorCtr="0">
            <a:noAutofit/>
          </a:bodyPr>
          <a:lstStyle/>
          <a:p>
            <a:pPr defTabSz="914400" fontAlgn="auto">
              <a:spcBef>
                <a:spcPts val="0"/>
              </a:spcBef>
              <a:spcAft>
                <a:spcPts val="0"/>
              </a:spcAft>
              <a:buClr>
                <a:srgbClr val="FFFFFF"/>
              </a:buClr>
              <a:buSzPts val="2200"/>
              <a:buFont typeface="Arial"/>
              <a:buNone/>
            </a:pPr>
            <a:endParaRPr sz="2933">
              <a:solidFill>
                <a:prstClr val="black"/>
              </a:solidFill>
              <a:latin typeface="Calibri"/>
              <a:ea typeface="Calibri"/>
              <a:cs typeface="Calibri"/>
              <a:sym typeface="Calibri"/>
            </a:endParaRPr>
          </a:p>
        </p:txBody>
      </p:sp>
      <p:sp>
        <p:nvSpPr>
          <p:cNvPr id="10" name="Google Shape;97;p10">
            <a:extLst>
              <a:ext uri="{FF2B5EF4-FFF2-40B4-BE49-F238E27FC236}">
                <a16:creationId xmlns:a16="http://schemas.microsoft.com/office/drawing/2014/main" id="{AAC5C642-858E-9E16-9DA1-F85D6AED3613}"/>
              </a:ext>
            </a:extLst>
          </p:cNvPr>
          <p:cNvSpPr txBox="1">
            <a:spLocks/>
          </p:cNvSpPr>
          <p:nvPr userDrawn="1"/>
        </p:nvSpPr>
        <p:spPr>
          <a:xfrm>
            <a:off x="609600" y="6467264"/>
            <a:ext cx="10515600" cy="311149"/>
          </a:xfrm>
          <a:prstGeom prst="rect">
            <a:avLst/>
          </a:prstGeom>
          <a:noFill/>
          <a:ln>
            <a:noFill/>
          </a:ln>
        </p:spPr>
        <p:txBody>
          <a:bodyPr spcFirstLastPara="1" vert="horz" wrap="square" lIns="91425" tIns="45700" rIns="91425" bIns="45700" rtlCol="0" anchor="t" anchorCtr="0">
            <a:normAutofit fontScale="55000" lnSpcReduction="20000"/>
          </a:bodyPr>
          <a:lstStyle>
            <a:lvl1pPr marL="457200" lvl="0" indent="-321755" algn="l" defTabSz="914400" rtl="0" eaLnBrk="1" latinLnBrk="0" hangingPunct="1">
              <a:lnSpc>
                <a:spcPct val="90000"/>
              </a:lnSpc>
              <a:spcBef>
                <a:spcPts val="1000"/>
              </a:spcBef>
              <a:spcAft>
                <a:spcPts val="0"/>
              </a:spcAft>
              <a:buClr>
                <a:srgbClr val="888888"/>
              </a:buClr>
              <a:buSzPts val="1467"/>
              <a:buFont typeface="Arial" panose="020B0604020202020204" pitchFamily="34" charset="0"/>
              <a:buChar char="•"/>
              <a:defRPr sz="1467" b="0" i="0" u="none" strike="noStrike" kern="1200" cap="none">
                <a:solidFill>
                  <a:srgbClr val="888888"/>
                </a:solidFill>
                <a:latin typeface="Calibri"/>
                <a:ea typeface="Calibri"/>
                <a:cs typeface="Calibri"/>
                <a:sym typeface="Calibri"/>
              </a:defRPr>
            </a:lvl1pPr>
            <a:lvl2pPr marL="914400" lvl="1"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400" kern="1200">
                <a:solidFill>
                  <a:schemeClr val="tx1"/>
                </a:solidFill>
                <a:latin typeface="+mn-lt"/>
                <a:ea typeface="+mn-ea"/>
                <a:cs typeface="+mn-cs"/>
              </a:defRPr>
            </a:lvl2pPr>
            <a:lvl3pPr marL="1371600" lvl="2"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2000" kern="1200">
                <a:solidFill>
                  <a:schemeClr val="tx1"/>
                </a:solidFill>
                <a:latin typeface="+mn-lt"/>
                <a:ea typeface="+mn-ea"/>
                <a:cs typeface="+mn-cs"/>
              </a:defRPr>
            </a:lvl3pPr>
            <a:lvl4pPr marL="1828800" lvl="3"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4pPr>
            <a:lvl5pPr marL="2286000" lvl="4"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457200" marR="0" lvl="0" indent="-321755" algn="l" defTabSz="914400" rtl="0" eaLnBrk="1" fontAlgn="auto" latinLnBrk="0" hangingPunct="1">
              <a:lnSpc>
                <a:spcPct val="90000"/>
              </a:lnSpc>
              <a:spcBef>
                <a:spcPts val="1000"/>
              </a:spcBef>
              <a:spcAft>
                <a:spcPts val="0"/>
              </a:spcAft>
              <a:buClr>
                <a:srgbClr val="888888"/>
              </a:buClr>
              <a:buSzPts val="1467"/>
              <a:buFont typeface="Arial" panose="020B0604020202020204" pitchFamily="34" charset="0"/>
              <a:buChar char="•"/>
              <a:tabLst/>
              <a:defRPr/>
            </a:pPr>
            <a:endParaRPr kumimoji="0" lang="pt-BR" sz="1467" b="0" i="0" u="none" strike="noStrike" kern="120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8408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witout title">
    <p:spTree>
      <p:nvGrpSpPr>
        <p:cNvPr id="1" name=""/>
        <p:cNvGrpSpPr/>
        <p:nvPr/>
      </p:nvGrpSpPr>
      <p:grpSpPr>
        <a:xfrm>
          <a:off x="0" y="0"/>
          <a:ext cx="0" cy="0"/>
          <a:chOff x="0" y="0"/>
          <a:chExt cx="0" cy="0"/>
        </a:xfrm>
      </p:grpSpPr>
      <p:sp>
        <p:nvSpPr>
          <p:cNvPr id="3"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latin typeface="Aptos" panose="020B0004020202020204" pitchFamily="34" charset="0"/>
                <a:cs typeface="Calibri" charset="0"/>
              </a:rPr>
              <a:t>Confidential &amp; Proprietary</a:t>
            </a:r>
            <a:endParaRPr lang="fr-FR" sz="1000">
              <a:solidFill>
                <a:srgbClr val="505150"/>
              </a:solidFill>
              <a:latin typeface="Aptos" panose="020B0004020202020204" pitchFamily="34" charset="0"/>
            </a:endParaRPr>
          </a:p>
        </p:txBody>
      </p:sp>
      <p:pic>
        <p:nvPicPr>
          <p:cNvPr id="4"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44D80DC7-73FF-5B4E-AEE5-8F1CCA53B9AB}" type="slidenum">
              <a:rPr lang="en-GB" sz="1000">
                <a:solidFill>
                  <a:srgbClr val="7F7F7F"/>
                </a:solidFill>
                <a:latin typeface="Aptos" panose="020B0004020202020204" pitchFamily="34" charset="0"/>
                <a:cs typeface="Tahoma"/>
              </a:rPr>
              <a:pPr algn="r" defTabSz="1217249" fontAlgn="auto">
                <a:spcBef>
                  <a:spcPts val="0"/>
                </a:spcBef>
                <a:spcAft>
                  <a:spcPts val="0"/>
                </a:spcAft>
                <a:buFont typeface="Arial" pitchFamily="34" charset="0"/>
                <a:buNone/>
                <a:defRPr/>
              </a:pPr>
              <a:t>‹#›</a:t>
            </a:fld>
            <a:endParaRPr lang="en-GB" sz="1100">
              <a:solidFill>
                <a:srgbClr val="FF0000"/>
              </a:solidFill>
              <a:latin typeface="Aptos" panose="020B0004020202020204" pitchFamily="34" charset="0"/>
              <a:cs typeface="Tahoma"/>
            </a:endParaRPr>
          </a:p>
        </p:txBody>
      </p:sp>
      <p:sp>
        <p:nvSpPr>
          <p:cNvPr id="9" name="Content"/>
          <p:cNvSpPr>
            <a:spLocks noGrp="1"/>
          </p:cNvSpPr>
          <p:nvPr>
            <p:ph idx="1"/>
          </p:nvPr>
        </p:nvSpPr>
        <p:spPr>
          <a:xfrm>
            <a:off x="608092" y="1132771"/>
            <a:ext cx="10945654" cy="4993399"/>
          </a:xfrm>
          <a:prstGeom prst="rect">
            <a:avLst/>
          </a:prstGeom>
        </p:spPr>
        <p:txBody>
          <a:bodyPr lIns="121725" tIns="60862" rIns="121725" bIns="60862"/>
          <a:lstStyle>
            <a:lvl1pPr>
              <a:buClrTx/>
              <a:buNone/>
              <a:defRPr sz="2400" b="1" i="0">
                <a:latin typeface="Aptos" panose="020B0004020202020204" pitchFamily="34" charset="0"/>
                <a:ea typeface="Tahoma" pitchFamily="34" charset="0"/>
                <a:cs typeface="Aptos" panose="020B0004020202020204" pitchFamily="34" charset="0"/>
              </a:defRPr>
            </a:lvl1pPr>
            <a:lvl2pPr marL="347472" indent="-292608">
              <a:buClrTx/>
              <a:buFont typeface="Arial"/>
              <a:buChar char="•"/>
              <a:defRPr sz="2100">
                <a:latin typeface="Aptos" panose="020B0004020202020204" pitchFamily="34" charset="0"/>
                <a:ea typeface="Tahoma" pitchFamily="34" charset="0"/>
                <a:cs typeface="Aptos" panose="020B0004020202020204" pitchFamily="34" charset="0"/>
              </a:defRPr>
            </a:lvl2pPr>
            <a:lvl3pPr marL="694944" indent="-301752">
              <a:buClrTx/>
              <a:buFont typeface="Arial" pitchFamily="34" charset="0"/>
              <a:buChar char="−"/>
              <a:defRPr sz="1900">
                <a:latin typeface="Aptos" panose="020B0004020202020204" pitchFamily="34" charset="0"/>
                <a:ea typeface="Tahoma" pitchFamily="34" charset="0"/>
                <a:cs typeface="Aptos" panose="020B0004020202020204" pitchFamily="34" charset="0"/>
              </a:defRPr>
            </a:lvl3pPr>
            <a:lvl4pPr marL="1033272" indent="-304312">
              <a:buClrTx/>
              <a:buFont typeface="Lucida Grande"/>
              <a:buChar char="-"/>
              <a:defRPr sz="1900">
                <a:latin typeface="Aptos" panose="020B0004020202020204" pitchFamily="34" charset="0"/>
                <a:ea typeface="Tahoma" pitchFamily="34" charset="0"/>
                <a:cs typeface="Aptos" panose="020B0004020202020204" pitchFamily="34" charset="0"/>
              </a:defRPr>
            </a:lvl4pPr>
            <a:lvl5pPr marL="1371600" indent="-304312">
              <a:buClrTx/>
              <a:buFont typeface="Lucida Grande"/>
              <a:buChar char="-"/>
              <a:defRPr sz="1900">
                <a:latin typeface="Aptos" panose="020B0004020202020204" pitchFamily="34" charset="0"/>
                <a:ea typeface="Tahoma"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460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2"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3889375" y="2474913"/>
            <a:ext cx="5240338" cy="1873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072317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ogo_slide_red">
    <p:bg>
      <p:bgPr>
        <a:solidFill>
          <a:schemeClr val="tx2"/>
        </a:solidFill>
        <a:effectLst/>
      </p:bgPr>
    </p:bg>
    <p:spTree>
      <p:nvGrpSpPr>
        <p:cNvPr id="1" name=""/>
        <p:cNvGrpSpPr/>
        <p:nvPr/>
      </p:nvGrpSpPr>
      <p:grpSpPr>
        <a:xfrm>
          <a:off x="0" y="0"/>
          <a:ext cx="0" cy="0"/>
          <a:chOff x="0" y="0"/>
          <a:chExt cx="0" cy="0"/>
        </a:xfrm>
      </p:grpSpPr>
      <p:pic>
        <p:nvPicPr>
          <p:cNvPr id="2" name="Image 5"/>
          <p:cNvPicPr>
            <a:picLocks noChangeAspect="1"/>
          </p:cNvPicPr>
          <p:nvPr/>
        </p:nvPicPr>
        <p:blipFill>
          <a:blip r:embed="rId2" cstate="screen">
            <a:extLst>
              <a:ext uri="{28A0092B-C50C-407E-A947-70E740481C1C}">
                <a14:useLocalDpi xmlns:a14="http://schemas.microsoft.com/office/drawing/2010/main"/>
              </a:ext>
            </a:extLst>
          </a:blip>
          <a:srcRect t="81847"/>
          <a:stretch>
            <a:fillRect/>
          </a:stretch>
        </p:blipFill>
        <p:spPr bwMode="auto">
          <a:xfrm>
            <a:off x="4192588" y="2306638"/>
            <a:ext cx="3814762" cy="1503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851290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re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ptos" panose="020B0004020202020204" pitchFamily="34" charset="0"/>
                <a:cs typeface="Arial"/>
              </a:defRPr>
            </a:lvl1pPr>
          </a:lstStyle>
          <a:p>
            <a:r>
              <a:rPr lang="en-US" noProof="0"/>
              <a:t>Click to edit Master title style</a:t>
            </a:r>
          </a:p>
        </p:txBody>
      </p:sp>
    </p:spTree>
    <p:extLst>
      <p:ext uri="{BB962C8B-B14F-4D97-AF65-F5344CB8AC3E}">
        <p14:creationId xmlns:p14="http://schemas.microsoft.com/office/powerpoint/2010/main" val="31460443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grey">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ptos" panose="020B0004020202020204" pitchFamily="34" charset="0"/>
                <a:cs typeface="Arial"/>
              </a:defRPr>
            </a:lvl1pPr>
          </a:lstStyle>
          <a:p>
            <a:r>
              <a:rPr lang="en-US" noProof="0"/>
              <a:t>Click to edit Master title style</a:t>
            </a:r>
          </a:p>
        </p:txBody>
      </p:sp>
    </p:spTree>
    <p:extLst>
      <p:ext uri="{BB962C8B-B14F-4D97-AF65-F5344CB8AC3E}">
        <p14:creationId xmlns:p14="http://schemas.microsoft.com/office/powerpoint/2010/main" val="4127884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065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
          <p:cNvSpPr txBox="1">
            <a:spLocks/>
          </p:cNvSpPr>
          <p:nvPr/>
        </p:nvSpPr>
        <p:spPr>
          <a:xfrm>
            <a:off x="7061200" y="3767138"/>
            <a:ext cx="768350" cy="755650"/>
          </a:xfrm>
          <a:prstGeom prst="rect">
            <a:avLst/>
          </a:prstGeom>
        </p:spPr>
        <p:txBody>
          <a:bodyPr lIns="121725" tIns="60862" rIns="121725" bIns="60862"/>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08625" fontAlgn="auto">
              <a:spcAft>
                <a:spcPts val="0"/>
              </a:spcAft>
              <a:defRPr/>
            </a:pPr>
            <a:r>
              <a:rPr lang="fr-FR" sz="3700" b="1" spc="-200">
                <a:solidFill>
                  <a:schemeClr val="bg1"/>
                </a:solidFill>
                <a:latin typeface="Aptos" panose="020B0004020202020204" pitchFamily="34" charset="0"/>
                <a:cs typeface="Arial"/>
              </a:rPr>
              <a:t>///</a:t>
            </a:r>
          </a:p>
        </p:txBody>
      </p:sp>
      <p:sp>
        <p:nvSpPr>
          <p:cNvPr id="10" name="Title"/>
          <p:cNvSpPr>
            <a:spLocks noGrp="1"/>
          </p:cNvSpPr>
          <p:nvPr>
            <p:ph type="title"/>
          </p:nvPr>
        </p:nvSpPr>
        <p:spPr>
          <a:xfrm>
            <a:off x="7599372" y="3762443"/>
            <a:ext cx="4384157" cy="815354"/>
          </a:xfrm>
          <a:prstGeom prst="rect">
            <a:avLst/>
          </a:prstGeom>
        </p:spPr>
        <p:txBody>
          <a:bodyPr lIns="121725" tIns="60862" rIns="121725" bIns="60862" anchor="b" anchorCtr="0"/>
          <a:lstStyle>
            <a:lvl1pPr marL="0" indent="0" algn="l">
              <a:spcBef>
                <a:spcPts val="0"/>
              </a:spcBef>
              <a:defRPr sz="3600" b="1" i="0" cap="none" spc="-100" baseline="0">
                <a:solidFill>
                  <a:schemeClr val="bg1"/>
                </a:solidFill>
                <a:latin typeface="Aptos" panose="020B0004020202020204" pitchFamily="34" charset="0"/>
                <a:cs typeface="Arial"/>
              </a:defRPr>
            </a:lvl1pPr>
          </a:lstStyle>
          <a:p>
            <a:r>
              <a:rPr lang="en-US" noProof="0"/>
              <a:t>Click to edit Master title style</a:t>
            </a:r>
          </a:p>
        </p:txBody>
      </p:sp>
      <p:sp>
        <p:nvSpPr>
          <p:cNvPr id="11" name="Subtitle"/>
          <p:cNvSpPr>
            <a:spLocks noGrp="1"/>
          </p:cNvSpPr>
          <p:nvPr>
            <p:ph type="body" sz="quarter" idx="12"/>
          </p:nvPr>
        </p:nvSpPr>
        <p:spPr>
          <a:xfrm>
            <a:off x="7599372" y="4443422"/>
            <a:ext cx="3945470" cy="270000"/>
          </a:xfrm>
          <a:prstGeom prst="rect">
            <a:avLst/>
          </a:prstGeom>
        </p:spPr>
        <p:txBody>
          <a:bodyPr lIns="121725" tIns="60862" rIns="121725" bIns="60862"/>
          <a:lstStyle>
            <a:lvl1pPr marL="0" indent="0">
              <a:spcBef>
                <a:spcPts val="0"/>
              </a:spcBef>
              <a:buFontTx/>
              <a:buNone/>
              <a:defRPr sz="1900" i="1" spc="200" baseline="0">
                <a:solidFill>
                  <a:schemeClr val="bg1"/>
                </a:solidFill>
                <a:latin typeface="Aptos" panose="020B0004020202020204" pitchFamily="34" charset="0"/>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Click to edit Master text styles</a:t>
            </a:r>
          </a:p>
        </p:txBody>
      </p:sp>
    </p:spTree>
    <p:extLst>
      <p:ext uri="{BB962C8B-B14F-4D97-AF65-F5344CB8AC3E}">
        <p14:creationId xmlns:p14="http://schemas.microsoft.com/office/powerpoint/2010/main" val="659982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759D2240-F276-2686-65A6-F3864754DF42}"/>
              </a:ext>
            </a:extLst>
          </p:cNvPr>
          <p:cNvSpPr txBox="1"/>
          <p:nvPr>
            <p:extLst>
              <p:ext uri="{1162E1C5-73C7-4A58-AE30-91384D911F3F}">
                <p184:classification xmlns:p184="http://schemas.microsoft.com/office/powerpoint/2018/4/main" val="hdr"/>
              </p:ext>
            </p:extLst>
          </p:nvPr>
        </p:nvSpPr>
        <p:spPr>
          <a:xfrm>
            <a:off x="11309350" y="63500"/>
            <a:ext cx="806450" cy="106680"/>
          </a:xfrm>
          <a:prstGeom prst="rect">
            <a:avLst/>
          </a:prstGeom>
        </p:spPr>
        <p:txBody>
          <a:bodyPr horzOverflow="overflow" lIns="0" tIns="0" rIns="0" bIns="0">
            <a:spAutoFit/>
          </a:bodyPr>
          <a:lstStyle/>
          <a:p>
            <a:pPr algn="l"/>
            <a:r>
              <a:rPr lang="pt-BR" sz="700">
                <a:solidFill>
                  <a:srgbClr val="000000">
                    <a:alpha val="50000"/>
                  </a:srgbClr>
                </a:solidFill>
                <a:latin typeface="Aptos" panose="020B0004020202020204" pitchFamily="34" charset="0"/>
              </a:rPr>
              <a:t>1 - General Business</a:t>
            </a:r>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9" r:id="rId8"/>
    <p:sldLayoutId id="2147483760" r:id="rId9"/>
    <p:sldLayoutId id="2147483761" r:id="rId10"/>
    <p:sldLayoutId id="2147483762" r:id="rId11"/>
    <p:sldLayoutId id="2147483775" r:id="rId12"/>
  </p:sldLayoutIdLst>
  <p:txStyles>
    <p:titleStyle>
      <a:lvl1pPr algn="ctr" defTabSz="608013" rtl="0" eaLnBrk="1" fontAlgn="base" hangingPunct="1">
        <a:spcBef>
          <a:spcPct val="0"/>
        </a:spcBef>
        <a:spcAft>
          <a:spcPct val="0"/>
        </a:spcAft>
        <a:defRPr sz="5900" kern="1200">
          <a:solidFill>
            <a:schemeClr val="tx1"/>
          </a:solidFill>
          <a:latin typeface="+mj-lt"/>
          <a:ea typeface="ＭＳ Ｐゴシック" charset="0"/>
          <a:cs typeface="ＭＳ Ｐゴシック" charset="0"/>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p:titleStyle>
    <p:bodyStyle>
      <a:lvl1pPr marL="455613" indent="-455613" algn="l" defTabSz="608013" rtl="0" eaLnBrk="1" fontAlgn="base" hangingPunct="1">
        <a:spcBef>
          <a:spcPct val="20000"/>
        </a:spcBef>
        <a:spcAft>
          <a:spcPct val="0"/>
        </a:spcAft>
        <a:buFont typeface="Arial" charset="0"/>
        <a:buChar char="•"/>
        <a:defRPr sz="4300" kern="1200">
          <a:solidFill>
            <a:schemeClr val="tx1"/>
          </a:solidFill>
          <a:latin typeface="+mn-lt"/>
          <a:ea typeface="ＭＳ Ｐゴシック" charset="0"/>
          <a:cs typeface="ＭＳ Ｐゴシック" charset="0"/>
        </a:defRPr>
      </a:lvl1pPr>
      <a:lvl2pPr marL="989013" indent="-379413" algn="l" defTabSz="608013"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3213" algn="l" defTabSz="608013"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288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4pPr>
      <a:lvl5pPr marL="27384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r-FR"/>
      </a:defPPr>
      <a:lvl1pPr marL="0" algn="l" defTabSz="608625" rtl="0" eaLnBrk="1" latinLnBrk="0" hangingPunct="1">
        <a:defRPr sz="2400" kern="1200">
          <a:solidFill>
            <a:schemeClr val="tx1"/>
          </a:solidFill>
          <a:latin typeface="+mn-lt"/>
          <a:ea typeface="+mn-ea"/>
          <a:cs typeface="+mn-cs"/>
        </a:defRPr>
      </a:lvl1pPr>
      <a:lvl2pPr marL="608625" algn="l" defTabSz="608625" rtl="0" eaLnBrk="1" latinLnBrk="0" hangingPunct="1">
        <a:defRPr sz="2400" kern="1200">
          <a:solidFill>
            <a:schemeClr val="tx1"/>
          </a:solidFill>
          <a:latin typeface="+mn-lt"/>
          <a:ea typeface="+mn-ea"/>
          <a:cs typeface="+mn-cs"/>
        </a:defRPr>
      </a:lvl2pPr>
      <a:lvl3pPr marL="1217249" algn="l" defTabSz="608625" rtl="0" eaLnBrk="1" latinLnBrk="0" hangingPunct="1">
        <a:defRPr sz="2400" kern="1200">
          <a:solidFill>
            <a:schemeClr val="tx1"/>
          </a:solidFill>
          <a:latin typeface="+mn-lt"/>
          <a:ea typeface="+mn-ea"/>
          <a:cs typeface="+mn-cs"/>
        </a:defRPr>
      </a:lvl3pPr>
      <a:lvl4pPr marL="1825874" algn="l" defTabSz="608625" rtl="0" eaLnBrk="1" latinLnBrk="0" hangingPunct="1">
        <a:defRPr sz="2400" kern="1200">
          <a:solidFill>
            <a:schemeClr val="tx1"/>
          </a:solidFill>
          <a:latin typeface="+mn-lt"/>
          <a:ea typeface="+mn-ea"/>
          <a:cs typeface="+mn-cs"/>
        </a:defRPr>
      </a:lvl4pPr>
      <a:lvl5pPr marL="2434499" algn="l" defTabSz="608625" rtl="0" eaLnBrk="1" latinLnBrk="0" hangingPunct="1">
        <a:defRPr sz="2400" kern="1200">
          <a:solidFill>
            <a:schemeClr val="tx1"/>
          </a:solidFill>
          <a:latin typeface="+mn-lt"/>
          <a:ea typeface="+mn-ea"/>
          <a:cs typeface="+mn-cs"/>
        </a:defRPr>
      </a:lvl5pPr>
      <a:lvl6pPr marL="3043123" algn="l" defTabSz="608625" rtl="0" eaLnBrk="1" latinLnBrk="0" hangingPunct="1">
        <a:defRPr sz="2400" kern="1200">
          <a:solidFill>
            <a:schemeClr val="tx1"/>
          </a:solidFill>
          <a:latin typeface="+mn-lt"/>
          <a:ea typeface="+mn-ea"/>
          <a:cs typeface="+mn-cs"/>
        </a:defRPr>
      </a:lvl6pPr>
      <a:lvl7pPr marL="3651748" algn="l" defTabSz="608625" rtl="0" eaLnBrk="1" latinLnBrk="0" hangingPunct="1">
        <a:defRPr sz="2400" kern="1200">
          <a:solidFill>
            <a:schemeClr val="tx1"/>
          </a:solidFill>
          <a:latin typeface="+mn-lt"/>
          <a:ea typeface="+mn-ea"/>
          <a:cs typeface="+mn-cs"/>
        </a:defRPr>
      </a:lvl7pPr>
      <a:lvl8pPr marL="4260372" algn="l" defTabSz="608625" rtl="0" eaLnBrk="1" latinLnBrk="0" hangingPunct="1">
        <a:defRPr sz="2400" kern="1200">
          <a:solidFill>
            <a:schemeClr val="tx1"/>
          </a:solidFill>
          <a:latin typeface="+mn-lt"/>
          <a:ea typeface="+mn-ea"/>
          <a:cs typeface="+mn-cs"/>
        </a:defRPr>
      </a:lvl8pPr>
      <a:lvl9pPr marL="4868997" algn="l" defTabSz="60862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0D959564-CF74-3475-A761-A2DA6A2B088A}"/>
              </a:ext>
            </a:extLst>
          </p:cNvPr>
          <p:cNvSpPr txBox="1"/>
          <p:nvPr>
            <p:extLst>
              <p:ext uri="{1162E1C5-73C7-4A58-AE30-91384D911F3F}">
                <p184:classification xmlns:p184="http://schemas.microsoft.com/office/powerpoint/2018/4/main" val="hdr"/>
              </p:ext>
            </p:extLst>
          </p:nvPr>
        </p:nvSpPr>
        <p:spPr>
          <a:xfrm>
            <a:off x="11309350" y="63500"/>
            <a:ext cx="806450" cy="106680"/>
          </a:xfrm>
          <a:prstGeom prst="rect">
            <a:avLst/>
          </a:prstGeom>
        </p:spPr>
        <p:txBody>
          <a:bodyPr horzOverflow="overflow" lIns="0" tIns="0" rIns="0" bIns="0">
            <a:spAutoFit/>
          </a:bodyPr>
          <a:lstStyle/>
          <a:p>
            <a:pPr algn="l"/>
            <a:r>
              <a:rPr lang="pt-BR" sz="700">
                <a:solidFill>
                  <a:srgbClr val="000000">
                    <a:alpha val="50000"/>
                  </a:srgbClr>
                </a:solidFill>
                <a:latin typeface="Aptos" panose="020B0004020202020204" pitchFamily="34" charset="0"/>
              </a:rPr>
              <a:t>1 - General Business</a:t>
            </a:r>
          </a:p>
        </p:txBody>
      </p:sp>
    </p:spTree>
    <p:extLst>
      <p:ext uri="{BB962C8B-B14F-4D97-AF65-F5344CB8AC3E}">
        <p14:creationId xmlns:p14="http://schemas.microsoft.com/office/powerpoint/2010/main" val="1354045731"/>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txStyles>
    <p:titleStyle>
      <a:lvl1pPr algn="ctr" defTabSz="608013" rtl="0" eaLnBrk="1" fontAlgn="base" hangingPunct="1">
        <a:spcBef>
          <a:spcPct val="0"/>
        </a:spcBef>
        <a:spcAft>
          <a:spcPct val="0"/>
        </a:spcAft>
        <a:defRPr sz="5900" kern="1200">
          <a:solidFill>
            <a:schemeClr val="tx1"/>
          </a:solidFill>
          <a:latin typeface="+mj-lt"/>
          <a:ea typeface="ＭＳ Ｐゴシック" charset="0"/>
          <a:cs typeface="ＭＳ Ｐゴシック" charset="0"/>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p:titleStyle>
    <p:bodyStyle>
      <a:lvl1pPr marL="455613" indent="-455613" algn="l" defTabSz="608013" rtl="0" eaLnBrk="1" fontAlgn="base" hangingPunct="1">
        <a:spcBef>
          <a:spcPct val="20000"/>
        </a:spcBef>
        <a:spcAft>
          <a:spcPct val="0"/>
        </a:spcAft>
        <a:buFont typeface="Arial" charset="0"/>
        <a:buChar char="•"/>
        <a:defRPr sz="4300" kern="1200">
          <a:solidFill>
            <a:schemeClr val="tx1"/>
          </a:solidFill>
          <a:latin typeface="+mn-lt"/>
          <a:ea typeface="ＭＳ Ｐゴシック" charset="0"/>
          <a:cs typeface="ＭＳ Ｐゴシック" charset="0"/>
        </a:defRPr>
      </a:lvl1pPr>
      <a:lvl2pPr marL="989013" indent="-379413" algn="l" defTabSz="608013"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3213" algn="l" defTabSz="608013"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288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4pPr>
      <a:lvl5pPr marL="27384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r-FR"/>
      </a:defPPr>
      <a:lvl1pPr marL="0" algn="l" defTabSz="608625" rtl="0" eaLnBrk="1" latinLnBrk="0" hangingPunct="1">
        <a:defRPr sz="2400" kern="1200">
          <a:solidFill>
            <a:schemeClr val="tx1"/>
          </a:solidFill>
          <a:latin typeface="+mn-lt"/>
          <a:ea typeface="+mn-ea"/>
          <a:cs typeface="+mn-cs"/>
        </a:defRPr>
      </a:lvl1pPr>
      <a:lvl2pPr marL="608625" algn="l" defTabSz="608625" rtl="0" eaLnBrk="1" latinLnBrk="0" hangingPunct="1">
        <a:defRPr sz="2400" kern="1200">
          <a:solidFill>
            <a:schemeClr val="tx1"/>
          </a:solidFill>
          <a:latin typeface="+mn-lt"/>
          <a:ea typeface="+mn-ea"/>
          <a:cs typeface="+mn-cs"/>
        </a:defRPr>
      </a:lvl2pPr>
      <a:lvl3pPr marL="1217249" algn="l" defTabSz="608625" rtl="0" eaLnBrk="1" latinLnBrk="0" hangingPunct="1">
        <a:defRPr sz="2400" kern="1200">
          <a:solidFill>
            <a:schemeClr val="tx1"/>
          </a:solidFill>
          <a:latin typeface="+mn-lt"/>
          <a:ea typeface="+mn-ea"/>
          <a:cs typeface="+mn-cs"/>
        </a:defRPr>
      </a:lvl3pPr>
      <a:lvl4pPr marL="1825874" algn="l" defTabSz="608625" rtl="0" eaLnBrk="1" latinLnBrk="0" hangingPunct="1">
        <a:defRPr sz="2400" kern="1200">
          <a:solidFill>
            <a:schemeClr val="tx1"/>
          </a:solidFill>
          <a:latin typeface="+mn-lt"/>
          <a:ea typeface="+mn-ea"/>
          <a:cs typeface="+mn-cs"/>
        </a:defRPr>
      </a:lvl4pPr>
      <a:lvl5pPr marL="2434499" algn="l" defTabSz="608625" rtl="0" eaLnBrk="1" latinLnBrk="0" hangingPunct="1">
        <a:defRPr sz="2400" kern="1200">
          <a:solidFill>
            <a:schemeClr val="tx1"/>
          </a:solidFill>
          <a:latin typeface="+mn-lt"/>
          <a:ea typeface="+mn-ea"/>
          <a:cs typeface="+mn-cs"/>
        </a:defRPr>
      </a:lvl5pPr>
      <a:lvl6pPr marL="3043123" algn="l" defTabSz="608625" rtl="0" eaLnBrk="1" latinLnBrk="0" hangingPunct="1">
        <a:defRPr sz="2400" kern="1200">
          <a:solidFill>
            <a:schemeClr val="tx1"/>
          </a:solidFill>
          <a:latin typeface="+mn-lt"/>
          <a:ea typeface="+mn-ea"/>
          <a:cs typeface="+mn-cs"/>
        </a:defRPr>
      </a:lvl6pPr>
      <a:lvl7pPr marL="3651748" algn="l" defTabSz="608625" rtl="0" eaLnBrk="1" latinLnBrk="0" hangingPunct="1">
        <a:defRPr sz="2400" kern="1200">
          <a:solidFill>
            <a:schemeClr val="tx1"/>
          </a:solidFill>
          <a:latin typeface="+mn-lt"/>
          <a:ea typeface="+mn-ea"/>
          <a:cs typeface="+mn-cs"/>
        </a:defRPr>
      </a:lvl7pPr>
      <a:lvl8pPr marL="4260372" algn="l" defTabSz="608625" rtl="0" eaLnBrk="1" latinLnBrk="0" hangingPunct="1">
        <a:defRPr sz="2400" kern="1200">
          <a:solidFill>
            <a:schemeClr val="tx1"/>
          </a:solidFill>
          <a:latin typeface="+mn-lt"/>
          <a:ea typeface="+mn-ea"/>
          <a:cs typeface="+mn-cs"/>
        </a:defRPr>
      </a:lvl8pPr>
      <a:lvl9pPr marL="4868997" algn="l" defTabSz="60862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emf"/><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279525" y="2519363"/>
            <a:ext cx="8374063" cy="1595437"/>
          </a:xfrm>
        </p:spPr>
        <p:txBody>
          <a:bodyPr/>
          <a:lstStyle/>
          <a:p>
            <a:pPr defTabSz="608625" fontAlgn="auto">
              <a:spcAft>
                <a:spcPts val="0"/>
              </a:spcAft>
              <a:defRPr/>
            </a:pPr>
            <a:r>
              <a:rPr lang="en-US" sz="4000" dirty="0">
                <a:latin typeface="Aptos" panose="020B0004020202020204" pitchFamily="34" charset="0"/>
              </a:rPr>
              <a:t>MRS - TO Kick Off</a:t>
            </a:r>
            <a:br>
              <a:rPr lang="en-US" sz="4000" dirty="0">
                <a:latin typeface="Aptos" panose="020B0004020202020204" pitchFamily="34" charset="0"/>
              </a:rPr>
            </a:br>
            <a:r>
              <a:rPr lang="en-US" sz="4000" dirty="0">
                <a:latin typeface="Aptos" panose="020B0004020202020204" pitchFamily="34" charset="0"/>
              </a:rPr>
              <a:t>SFDC #232976</a:t>
            </a:r>
            <a:br>
              <a:rPr lang="en-US" sz="4000" dirty="0">
                <a:latin typeface="Aptos" panose="020B0004020202020204" pitchFamily="34" charset="0"/>
              </a:rPr>
            </a:br>
            <a:r>
              <a:rPr lang="en-US" sz="4000" dirty="0">
                <a:latin typeface="Aptos" panose="020B0004020202020204" pitchFamily="34" charset="0"/>
              </a:rPr>
              <a:t>Jul-2026</a:t>
            </a:r>
            <a:endParaRPr lang="en-US" sz="4000" dirty="0">
              <a:latin typeface="Aptos" panose="020B0004020202020204" pitchFamily="34" charset="0"/>
              <a:ea typeface="+mj-ea"/>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8756-7D4E-D3ED-DE6F-CC0AD0A370C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4073-E1CA-FC3E-6465-5C0A7B843AE1}"/>
              </a:ext>
            </a:extLst>
          </p:cNvPr>
          <p:cNvSpPr>
            <a:spLocks noGrp="1"/>
          </p:cNvSpPr>
          <p:nvPr>
            <p:ph type="title"/>
          </p:nvPr>
        </p:nvSpPr>
        <p:spPr>
          <a:xfrm>
            <a:off x="506613" y="0"/>
            <a:ext cx="5195017" cy="815354"/>
          </a:xfrm>
        </p:spPr>
        <p:txBody>
          <a:bodyPr lIns="121725" tIns="60862" rIns="121725" bIns="60862" anchor="b" anchorCtr="0">
            <a:normAutofit/>
          </a:bodyPr>
          <a:lstStyle/>
          <a:p>
            <a:r>
              <a:rPr lang="en-US" sz="2800" b="1" i="0" kern="1200" cap="none" spc="-100" baseline="0">
                <a:solidFill>
                  <a:schemeClr val="bg1"/>
                </a:solidFill>
                <a:latin typeface="Aptos" panose="020B0004020202020204" pitchFamily="34" charset="0"/>
                <a:ea typeface="ＭＳ Ｐゴシック" charset="0"/>
                <a:cs typeface="Arial"/>
              </a:rPr>
              <a:t>MRS TO PTC-IF Overview</a:t>
            </a:r>
          </a:p>
        </p:txBody>
      </p:sp>
      <p:graphicFrame>
        <p:nvGraphicFramePr>
          <p:cNvPr id="33" name="TextBox 30">
            <a:extLst>
              <a:ext uri="{FF2B5EF4-FFF2-40B4-BE49-F238E27FC236}">
                <a16:creationId xmlns:a16="http://schemas.microsoft.com/office/drawing/2014/main" id="{5CE684CC-F508-838C-40AB-E5ECA67B3328}"/>
              </a:ext>
            </a:extLst>
          </p:cNvPr>
          <p:cNvGraphicFramePr/>
          <p:nvPr>
            <p:extLst>
              <p:ext uri="{D42A27DB-BD31-4B8C-83A1-F6EECF244321}">
                <p14:modId xmlns:p14="http://schemas.microsoft.com/office/powerpoint/2010/main" val="4055449763"/>
              </p:ext>
            </p:extLst>
          </p:nvPr>
        </p:nvGraphicFramePr>
        <p:xfrm>
          <a:off x="562075" y="1305238"/>
          <a:ext cx="11037687" cy="4990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9861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8756-7D4E-D3ED-DE6F-CC0AD0A370C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4073-E1CA-FC3E-6465-5C0A7B843AE1}"/>
              </a:ext>
            </a:extLst>
          </p:cNvPr>
          <p:cNvSpPr>
            <a:spLocks noGrp="1"/>
          </p:cNvSpPr>
          <p:nvPr>
            <p:ph type="title"/>
          </p:nvPr>
        </p:nvSpPr>
        <p:spPr>
          <a:xfrm>
            <a:off x="282359" y="37756"/>
            <a:ext cx="6756828" cy="815354"/>
          </a:xfrm>
        </p:spPr>
        <p:txBody>
          <a:bodyPr/>
          <a:lstStyle/>
          <a:p>
            <a:r>
              <a:rPr lang="en-US" sz="2800" dirty="0">
                <a:solidFill>
                  <a:schemeClr val="bg1"/>
                </a:solidFill>
              </a:rPr>
              <a:t>MRS TO Overview</a:t>
            </a:r>
          </a:p>
        </p:txBody>
      </p:sp>
      <p:sp>
        <p:nvSpPr>
          <p:cNvPr id="31" name="TextBox 30">
            <a:extLst>
              <a:ext uri="{FF2B5EF4-FFF2-40B4-BE49-F238E27FC236}">
                <a16:creationId xmlns:a16="http://schemas.microsoft.com/office/drawing/2014/main" id="{1F7E0E66-A530-EE0A-0C03-CAB80F0E8794}"/>
              </a:ext>
            </a:extLst>
          </p:cNvPr>
          <p:cNvSpPr txBox="1"/>
          <p:nvPr/>
        </p:nvSpPr>
        <p:spPr>
          <a:xfrm>
            <a:off x="138223" y="1345416"/>
            <a:ext cx="4508205" cy="5078313"/>
          </a:xfrm>
          <a:prstGeom prst="rect">
            <a:avLst/>
          </a:prstGeom>
          <a:noFill/>
        </p:spPr>
        <p:txBody>
          <a:bodyPr wrap="square" rtlCol="0">
            <a:spAutoFit/>
          </a:bodyPr>
          <a:lstStyle/>
          <a:p>
            <a:pPr marL="285750" indent="-285750">
              <a:buFont typeface="Arial" panose="020B0604020202020204" pitchFamily="34" charset="0"/>
              <a:buChar char="•"/>
            </a:pPr>
            <a:r>
              <a:rPr lang="en-US" sz="1800" b="1" dirty="0">
                <a:solidFill>
                  <a:schemeClr val="tx1">
                    <a:lumMod val="50000"/>
                  </a:schemeClr>
                </a:solidFill>
                <a:latin typeface="Aptos" panose="020B0004020202020204" pitchFamily="34" charset="0"/>
              </a:rPr>
              <a:t>Diversification and Growth</a:t>
            </a:r>
            <a:r>
              <a:rPr lang="en-US" sz="1800" dirty="0">
                <a:solidFill>
                  <a:schemeClr val="tx1">
                    <a:lumMod val="50000"/>
                  </a:schemeClr>
                </a:solidFill>
                <a:latin typeface="Aptos" panose="020B0004020202020204" pitchFamily="34" charset="0"/>
              </a:rPr>
              <a:t>: Besides its main focus on iron ore service application, MRS also operates on RUMO track (Malha Paulista) for the general cargo flow service (grains with soybeans/corn).    </a:t>
            </a:r>
          </a:p>
          <a:p>
            <a:pPr marL="285750" indent="-285750">
              <a:buFont typeface="Arial" panose="020B0604020202020204" pitchFamily="34" charset="0"/>
              <a:buChar char="•"/>
            </a:pPr>
            <a:endParaRPr lang="en-US" sz="1800" dirty="0">
              <a:solidFill>
                <a:schemeClr val="tx1">
                  <a:lumMod val="50000"/>
                </a:schemeClr>
              </a:solidFill>
              <a:latin typeface="Aptos" panose="020B0004020202020204" pitchFamily="34" charset="0"/>
            </a:endParaRPr>
          </a:p>
          <a:p>
            <a:pPr marL="285750" indent="-285750">
              <a:buFont typeface="Arial" panose="020B0604020202020204" pitchFamily="34" charset="0"/>
              <a:buChar char="•"/>
            </a:pPr>
            <a:r>
              <a:rPr lang="en-US" sz="1800" b="1" dirty="0">
                <a:solidFill>
                  <a:schemeClr val="tx1">
                    <a:lumMod val="50000"/>
                  </a:schemeClr>
                </a:solidFill>
                <a:latin typeface="Aptos" panose="020B0004020202020204" pitchFamily="34" charset="0"/>
              </a:rPr>
              <a:t>Fleet:</a:t>
            </a:r>
            <a:r>
              <a:rPr lang="en-US" sz="1800" dirty="0">
                <a:solidFill>
                  <a:schemeClr val="tx1">
                    <a:lumMod val="50000"/>
                  </a:schemeClr>
                </a:solidFill>
                <a:latin typeface="Aptos" panose="020B0004020202020204" pitchFamily="34" charset="0"/>
              </a:rPr>
              <a:t> In this segment, MRS operates a captive fleet of 51 AC44i at RUMO network equipped with PTC OBC, in addition to ~20 AC44i (w/o) PTC OBC (which might not be fully captive).</a:t>
            </a:r>
          </a:p>
          <a:p>
            <a:pPr marL="285750" indent="-285750">
              <a:buFont typeface="Arial" panose="020B0604020202020204" pitchFamily="34" charset="0"/>
              <a:buChar char="•"/>
            </a:pPr>
            <a:endParaRPr lang="en-US" sz="1800" dirty="0">
              <a:solidFill>
                <a:schemeClr val="tx1">
                  <a:lumMod val="50000"/>
                </a:schemeClr>
              </a:solidFill>
              <a:latin typeface="Aptos" panose="020B0004020202020204" pitchFamily="34" charset="0"/>
            </a:endParaRPr>
          </a:p>
          <a:p>
            <a:pPr marL="285750" indent="-285750">
              <a:buFont typeface="Arial" panose="020B0604020202020204" pitchFamily="34" charset="0"/>
              <a:buChar char="•"/>
            </a:pPr>
            <a:r>
              <a:rPr lang="en-US" sz="1800" b="1" dirty="0">
                <a:solidFill>
                  <a:schemeClr val="tx1">
                    <a:lumMod val="50000"/>
                  </a:schemeClr>
                </a:solidFill>
                <a:latin typeface="Aptos" panose="020B0004020202020204" pitchFamily="34" charset="0"/>
              </a:rPr>
              <a:t>Trip Optimizer: </a:t>
            </a:r>
            <a:r>
              <a:rPr lang="en-US" sz="1800" dirty="0">
                <a:solidFill>
                  <a:schemeClr val="tx1">
                    <a:lumMod val="50000"/>
                  </a:schemeClr>
                </a:solidFill>
                <a:latin typeface="Aptos" panose="020B0004020202020204" pitchFamily="34" charset="0"/>
              </a:rPr>
              <a:t>This presentation provides an overview of MRS operations and the path to enable Trip Optimizer (TO) into such operations.</a:t>
            </a:r>
          </a:p>
          <a:p>
            <a:pPr marL="285750" indent="-285750">
              <a:buFont typeface="Arial" panose="020B0604020202020204" pitchFamily="34" charset="0"/>
              <a:buChar char="•"/>
            </a:pPr>
            <a:endParaRPr lang="en-US" sz="1800" dirty="0">
              <a:solidFill>
                <a:schemeClr val="tx1">
                  <a:lumMod val="50000"/>
                </a:schemeClr>
              </a:solidFill>
              <a:latin typeface="Aptos" panose="020B0004020202020204" pitchFamily="34" charset="0"/>
            </a:endParaRPr>
          </a:p>
        </p:txBody>
      </p:sp>
      <p:pic>
        <p:nvPicPr>
          <p:cNvPr id="4" name="Picture 3">
            <a:extLst>
              <a:ext uri="{FF2B5EF4-FFF2-40B4-BE49-F238E27FC236}">
                <a16:creationId xmlns:a16="http://schemas.microsoft.com/office/drawing/2014/main" id="{C0F234C0-017D-2331-321F-0A81C2CCC44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67276" y="1"/>
            <a:ext cx="7294562" cy="6858000"/>
          </a:xfrm>
          <a:prstGeom prst="rect">
            <a:avLst/>
          </a:prstGeom>
        </p:spPr>
      </p:pic>
    </p:spTree>
    <p:extLst>
      <p:ext uri="{BB962C8B-B14F-4D97-AF65-F5344CB8AC3E}">
        <p14:creationId xmlns:p14="http://schemas.microsoft.com/office/powerpoint/2010/main" val="204750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D8B5BE-41F2-5D9A-E721-3A4B4DB52C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FF8AB2-731E-0FBA-37E0-A2E8C5985C9C}"/>
              </a:ext>
            </a:extLst>
          </p:cNvPr>
          <p:cNvPicPr>
            <a:picLocks noChangeAspect="1"/>
          </p:cNvPicPr>
          <p:nvPr/>
        </p:nvPicPr>
        <p:blipFill>
          <a:blip r:embed="rId3"/>
          <a:stretch>
            <a:fillRect/>
          </a:stretch>
        </p:blipFill>
        <p:spPr>
          <a:xfrm>
            <a:off x="0" y="550186"/>
            <a:ext cx="12161838" cy="6291280"/>
          </a:xfrm>
          <a:prstGeom prst="rect">
            <a:avLst/>
          </a:prstGeom>
        </p:spPr>
      </p:pic>
      <p:sp>
        <p:nvSpPr>
          <p:cNvPr id="5" name="Oval 4">
            <a:extLst>
              <a:ext uri="{FF2B5EF4-FFF2-40B4-BE49-F238E27FC236}">
                <a16:creationId xmlns:a16="http://schemas.microsoft.com/office/drawing/2014/main" id="{BF04EC9F-E108-D135-BABE-C339F286DCA1}"/>
              </a:ext>
            </a:extLst>
          </p:cNvPr>
          <p:cNvSpPr/>
          <p:nvPr/>
        </p:nvSpPr>
        <p:spPr>
          <a:xfrm>
            <a:off x="4427669" y="3804306"/>
            <a:ext cx="180527" cy="19477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6" name="Oval 5">
            <a:extLst>
              <a:ext uri="{FF2B5EF4-FFF2-40B4-BE49-F238E27FC236}">
                <a16:creationId xmlns:a16="http://schemas.microsoft.com/office/drawing/2014/main" id="{25ADF73B-9D33-83F1-EB72-C63FED085F79}"/>
              </a:ext>
            </a:extLst>
          </p:cNvPr>
          <p:cNvSpPr/>
          <p:nvPr/>
        </p:nvSpPr>
        <p:spPr>
          <a:xfrm>
            <a:off x="6803028" y="5172513"/>
            <a:ext cx="180527" cy="19477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7" name="Oval 6">
            <a:extLst>
              <a:ext uri="{FF2B5EF4-FFF2-40B4-BE49-F238E27FC236}">
                <a16:creationId xmlns:a16="http://schemas.microsoft.com/office/drawing/2014/main" id="{4B43027C-B8C7-F87E-222C-422DDC412E0B}"/>
              </a:ext>
            </a:extLst>
          </p:cNvPr>
          <p:cNvSpPr/>
          <p:nvPr/>
        </p:nvSpPr>
        <p:spPr>
          <a:xfrm>
            <a:off x="6527485" y="5714095"/>
            <a:ext cx="180527" cy="19477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8" name="Oval 7">
            <a:extLst>
              <a:ext uri="{FF2B5EF4-FFF2-40B4-BE49-F238E27FC236}">
                <a16:creationId xmlns:a16="http://schemas.microsoft.com/office/drawing/2014/main" id="{11EDAFF9-2B62-FCCE-5A28-411C39078406}"/>
              </a:ext>
            </a:extLst>
          </p:cNvPr>
          <p:cNvSpPr/>
          <p:nvPr/>
        </p:nvSpPr>
        <p:spPr>
          <a:xfrm>
            <a:off x="5669066" y="3804306"/>
            <a:ext cx="180527" cy="19477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10" name="Oval 9">
            <a:extLst>
              <a:ext uri="{FF2B5EF4-FFF2-40B4-BE49-F238E27FC236}">
                <a16:creationId xmlns:a16="http://schemas.microsoft.com/office/drawing/2014/main" id="{C3D6B6D6-C499-B46E-E33F-50D7B5D2529B}"/>
              </a:ext>
            </a:extLst>
          </p:cNvPr>
          <p:cNvSpPr/>
          <p:nvPr/>
        </p:nvSpPr>
        <p:spPr>
          <a:xfrm>
            <a:off x="7468128" y="6307814"/>
            <a:ext cx="180527" cy="19477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11" name="Rectangle 10">
            <a:extLst>
              <a:ext uri="{FF2B5EF4-FFF2-40B4-BE49-F238E27FC236}">
                <a16:creationId xmlns:a16="http://schemas.microsoft.com/office/drawing/2014/main" id="{8F6BD3F9-BDF9-43F8-DCF4-EB18D2F508B8}"/>
              </a:ext>
            </a:extLst>
          </p:cNvPr>
          <p:cNvSpPr/>
          <p:nvPr/>
        </p:nvSpPr>
        <p:spPr>
          <a:xfrm>
            <a:off x="0" y="8488"/>
            <a:ext cx="12161838" cy="54170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pic>
        <p:nvPicPr>
          <p:cNvPr id="9" name="Picture 8" descr="Graphical user interface&#10;&#10;Description automatically generated">
            <a:extLst>
              <a:ext uri="{FF2B5EF4-FFF2-40B4-BE49-F238E27FC236}">
                <a16:creationId xmlns:a16="http://schemas.microsoft.com/office/drawing/2014/main" id="{7E73453E-BEF7-9438-A347-92B9998181F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0463695" y="121303"/>
            <a:ext cx="1602347" cy="349938"/>
          </a:xfrm>
          <a:prstGeom prst="rect">
            <a:avLst/>
          </a:prstGeom>
        </p:spPr>
      </p:pic>
      <p:sp>
        <p:nvSpPr>
          <p:cNvPr id="70" name="Titre 2">
            <a:extLst>
              <a:ext uri="{FF2B5EF4-FFF2-40B4-BE49-F238E27FC236}">
                <a16:creationId xmlns:a16="http://schemas.microsoft.com/office/drawing/2014/main" id="{36427F02-B30D-016C-3D66-DD75090D5BBD}"/>
              </a:ext>
            </a:extLst>
          </p:cNvPr>
          <p:cNvSpPr txBox="1">
            <a:spLocks/>
          </p:cNvSpPr>
          <p:nvPr/>
        </p:nvSpPr>
        <p:spPr>
          <a:xfrm>
            <a:off x="-32712" y="-43031"/>
            <a:ext cx="11584082" cy="593217"/>
          </a:xfrm>
          <a:prstGeom prst="rect">
            <a:avLst/>
          </a:prstGeom>
        </p:spPr>
        <p:txBody>
          <a:bodyPr vert="horz" lIns="121424" tIns="60711" rIns="121424" bIns="60711" rtlCol="0" anchor="b" anchorCtr="0">
            <a:normAutofit/>
          </a:bodyPr>
          <a:lstStyle>
            <a:lvl1pPr marL="0" indent="0" algn="l" defTabSz="914400" rtl="0" eaLnBrk="1" latinLnBrk="0" hangingPunct="1">
              <a:lnSpc>
                <a:spcPct val="90000"/>
              </a:lnSpc>
              <a:spcBef>
                <a:spcPct val="0"/>
              </a:spcBef>
              <a:buNone/>
              <a:defRPr sz="3600" b="1" i="0" kern="1200" cap="none" spc="-100" baseline="0">
                <a:solidFill>
                  <a:schemeClr val="tx1"/>
                </a:solidFill>
                <a:latin typeface="Arial"/>
                <a:ea typeface="+mj-ea"/>
                <a:cs typeface="Arial"/>
              </a:defRPr>
            </a:lvl1pPr>
          </a:lstStyle>
          <a:p>
            <a:pPr defTabSz="606493">
              <a:lnSpc>
                <a:spcPct val="100000"/>
              </a:lnSpc>
              <a:defRPr/>
            </a:pPr>
            <a:r>
              <a:rPr lang="pt-BR" sz="2793">
                <a:solidFill>
                  <a:schemeClr val="bg1"/>
                </a:solidFill>
                <a:latin typeface="+mn-lt"/>
                <a:ea typeface="+mn-ea"/>
                <a:cs typeface="+mn-cs"/>
              </a:rPr>
              <a:t>Sao Paulo Rail Map</a:t>
            </a:r>
            <a:endParaRPr lang="en-US" sz="2793">
              <a:solidFill>
                <a:schemeClr val="bg1"/>
              </a:solidFill>
              <a:latin typeface="+mn-lt"/>
              <a:ea typeface="+mn-ea"/>
              <a:cs typeface="+mn-cs"/>
            </a:endParaRPr>
          </a:p>
        </p:txBody>
      </p:sp>
      <p:pic>
        <p:nvPicPr>
          <p:cNvPr id="12" name="Picture 1" descr="Wabtec_logo.pdf">
            <a:extLst>
              <a:ext uri="{FF2B5EF4-FFF2-40B4-BE49-F238E27FC236}">
                <a16:creationId xmlns:a16="http://schemas.microsoft.com/office/drawing/2014/main" id="{35723F23-7887-3CBC-D5F9-20508E92F509}"/>
              </a:ext>
            </a:extLst>
          </p:cNvPr>
          <p:cNvPicPr>
            <a:picLocks noChangeAspect="1"/>
          </p:cNvPicPr>
          <p:nvPr/>
        </p:nvPicPr>
        <p:blipFill>
          <a:blip r:embed="rId5" cstate="screen">
            <a:extLst>
              <a:ext uri="{28A0092B-C50C-407E-A947-70E740481C1C}">
                <a14:useLocalDpi xmlns:a14="http://schemas.microsoft.com/office/drawing/2010/main"/>
              </a:ext>
            </a:extLst>
          </a:blip>
          <a:srcRect l="17250" t="13441" r="-1193" b="65245"/>
          <a:stretch>
            <a:fillRect/>
          </a:stretch>
        </p:blipFill>
        <p:spPr bwMode="auto">
          <a:xfrm>
            <a:off x="10862480" y="6307815"/>
            <a:ext cx="1299358" cy="4631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37342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DA73DC-DAA9-8E79-6B3A-0033A26008B0}"/>
              </a:ext>
            </a:extLst>
          </p:cNvPr>
          <p:cNvSpPr/>
          <p:nvPr/>
        </p:nvSpPr>
        <p:spPr>
          <a:xfrm>
            <a:off x="492639" y="4243093"/>
            <a:ext cx="5390707" cy="1259523"/>
          </a:xfrm>
          <a:prstGeom prst="rect">
            <a:avLst/>
          </a:prstGeom>
          <a:solidFill>
            <a:schemeClr val="bg1">
              <a:lumMod val="95000"/>
            </a:schemeClr>
          </a:solidFill>
        </p:spPr>
        <p:txBody>
          <a:bodyPr wrap="square" rtlCol="0" anchor="ctr">
            <a:spAutoFit/>
          </a:bodyPr>
          <a:lstStyle/>
          <a:p>
            <a:pPr algn="ctr"/>
            <a:endParaRPr lang="pt-BR" sz="3600" b="1" spc="-150" dirty="0">
              <a:solidFill>
                <a:srgbClr val="FFFFFF"/>
              </a:solidFill>
              <a:latin typeface="Arial" pitchFamily="34" charset="0"/>
              <a:cs typeface="Arial" pitchFamily="34" charset="0"/>
            </a:endParaRPr>
          </a:p>
        </p:txBody>
      </p:sp>
      <p:sp>
        <p:nvSpPr>
          <p:cNvPr id="2" name="Rectangle 1">
            <a:extLst>
              <a:ext uri="{FF2B5EF4-FFF2-40B4-BE49-F238E27FC236}">
                <a16:creationId xmlns:a16="http://schemas.microsoft.com/office/drawing/2014/main" id="{06EC9F6D-25A2-3598-1E47-CCBDDD34D3CF}"/>
              </a:ext>
            </a:extLst>
          </p:cNvPr>
          <p:cNvSpPr/>
          <p:nvPr/>
        </p:nvSpPr>
        <p:spPr>
          <a:xfrm>
            <a:off x="457202" y="1901200"/>
            <a:ext cx="5390707" cy="1385475"/>
          </a:xfrm>
          <a:prstGeom prst="rect">
            <a:avLst/>
          </a:prstGeom>
          <a:solidFill>
            <a:schemeClr val="bg1">
              <a:lumMod val="95000"/>
            </a:schemeClr>
          </a:solidFill>
        </p:spPr>
        <p:txBody>
          <a:bodyPr wrap="square" rtlCol="0" anchor="ctr">
            <a:spAutoFit/>
          </a:bodyPr>
          <a:lstStyle/>
          <a:p>
            <a:pPr algn="ctr"/>
            <a:endParaRPr lang="pt-BR" sz="3600" b="1" spc="-150" dirty="0">
              <a:solidFill>
                <a:srgbClr val="FFFFFF"/>
              </a:solidFill>
              <a:latin typeface="Arial" pitchFamily="34" charset="0"/>
              <a:cs typeface="Arial" pitchFamily="34" charset="0"/>
            </a:endParaRPr>
          </a:p>
        </p:txBody>
      </p:sp>
      <p:sp>
        <p:nvSpPr>
          <p:cNvPr id="4" name="TextBox 3">
            <a:extLst>
              <a:ext uri="{FF2B5EF4-FFF2-40B4-BE49-F238E27FC236}">
                <a16:creationId xmlns:a16="http://schemas.microsoft.com/office/drawing/2014/main" id="{915EB692-1CB8-76F4-BDA1-42A7C2930F49}"/>
              </a:ext>
            </a:extLst>
          </p:cNvPr>
          <p:cNvSpPr txBox="1"/>
          <p:nvPr/>
        </p:nvSpPr>
        <p:spPr>
          <a:xfrm>
            <a:off x="191386" y="180753"/>
            <a:ext cx="8106706" cy="461665"/>
          </a:xfrm>
          <a:prstGeom prst="rect">
            <a:avLst/>
          </a:prstGeom>
          <a:noFill/>
        </p:spPr>
        <p:txBody>
          <a:bodyPr wrap="none" rtlCol="0">
            <a:spAutoFit/>
          </a:bodyPr>
          <a:lstStyle/>
          <a:p>
            <a:r>
              <a:rPr lang="pt-BR" b="1" dirty="0"/>
              <a:t>Commercial Strategy... Why TO for Sao Paulo Ops? </a:t>
            </a:r>
          </a:p>
        </p:txBody>
      </p:sp>
      <p:sp>
        <p:nvSpPr>
          <p:cNvPr id="5" name="TextBox 4">
            <a:extLst>
              <a:ext uri="{FF2B5EF4-FFF2-40B4-BE49-F238E27FC236}">
                <a16:creationId xmlns:a16="http://schemas.microsoft.com/office/drawing/2014/main" id="{5250161C-868B-D8B1-E7B2-7FE51ABA33CA}"/>
              </a:ext>
            </a:extLst>
          </p:cNvPr>
          <p:cNvSpPr txBox="1"/>
          <p:nvPr/>
        </p:nvSpPr>
        <p:spPr>
          <a:xfrm>
            <a:off x="535175" y="1708294"/>
            <a:ext cx="5312734" cy="3416320"/>
          </a:xfrm>
          <a:prstGeom prst="rect">
            <a:avLst/>
          </a:prstGeom>
          <a:noFill/>
        </p:spPr>
        <p:txBody>
          <a:bodyPr wrap="square" rtlCol="0">
            <a:spAutoFit/>
          </a:bodyPr>
          <a:lstStyle/>
          <a:p>
            <a:pPr marL="457200" indent="-457200">
              <a:buFont typeface="+mj-lt"/>
              <a:buAutoNum type="arabicPeriod"/>
            </a:pPr>
            <a:endParaRPr lang="pt-BR" sz="2000" dirty="0"/>
          </a:p>
          <a:p>
            <a:r>
              <a:rPr lang="pt-BR" sz="2000" b="1" dirty="0"/>
              <a:t>Train Handling </a:t>
            </a:r>
          </a:p>
          <a:p>
            <a:r>
              <a:rPr lang="pt-BR" sz="1600" dirty="0"/>
              <a:t>Operations standardization among different trains and operators (in-train forces more restricted than AAR)</a:t>
            </a:r>
          </a:p>
          <a:p>
            <a:r>
              <a:rPr lang="pt-BR" sz="1600" dirty="0"/>
              <a:t>Growing for new segments at Rumo’s tracks...</a:t>
            </a:r>
          </a:p>
          <a:p>
            <a:endParaRPr lang="pt-BR" sz="2000" dirty="0"/>
          </a:p>
          <a:p>
            <a:r>
              <a:rPr lang="pt-BR" sz="2000" b="1" dirty="0"/>
              <a:t>Fuel Saving </a:t>
            </a:r>
          </a:p>
          <a:p>
            <a:r>
              <a:rPr lang="pt-BR" sz="1600" dirty="0"/>
              <a:t>Enabler for tangible NPV savings</a:t>
            </a:r>
          </a:p>
          <a:p>
            <a:endParaRPr lang="pt-BR" sz="2000" dirty="0"/>
          </a:p>
          <a:p>
            <a:r>
              <a:rPr lang="pt-BR" sz="2000" b="1" dirty="0"/>
              <a:t>Roadmap to Automation</a:t>
            </a:r>
          </a:p>
          <a:p>
            <a:r>
              <a:rPr lang="pt-BR" sz="1600" dirty="0"/>
              <a:t>Mid-Long plans for unmanned/ remote operations (preliminary focus on iron ore service)</a:t>
            </a:r>
          </a:p>
        </p:txBody>
      </p:sp>
      <p:sp>
        <p:nvSpPr>
          <p:cNvPr id="6" name="TextBox 5">
            <a:extLst>
              <a:ext uri="{FF2B5EF4-FFF2-40B4-BE49-F238E27FC236}">
                <a16:creationId xmlns:a16="http://schemas.microsoft.com/office/drawing/2014/main" id="{E81D6737-1194-EF15-4225-968A0507F7F3}"/>
              </a:ext>
            </a:extLst>
          </p:cNvPr>
          <p:cNvSpPr txBox="1"/>
          <p:nvPr/>
        </p:nvSpPr>
        <p:spPr>
          <a:xfrm>
            <a:off x="6177518" y="1627249"/>
            <a:ext cx="5321595" cy="4278094"/>
          </a:xfrm>
          <a:prstGeom prst="rect">
            <a:avLst/>
          </a:prstGeom>
          <a:noFill/>
        </p:spPr>
        <p:txBody>
          <a:bodyPr wrap="square" rtlCol="0">
            <a:spAutoFit/>
          </a:bodyPr>
          <a:lstStyle/>
          <a:p>
            <a:pPr marL="457200" indent="-457200">
              <a:buFont typeface="+mj-lt"/>
              <a:buAutoNum type="arabicPeriod"/>
            </a:pPr>
            <a:endParaRPr lang="pt-BR" sz="1600" dirty="0"/>
          </a:p>
          <a:p>
            <a:r>
              <a:rPr lang="pt-BR" sz="1600" dirty="0"/>
              <a:t>Offer Trip Optimizer solution (including hardware &amp; software) to earn credibility back on this discussion with MRS (after heavy haul service ‘bitter’ experiences)</a:t>
            </a:r>
          </a:p>
          <a:p>
            <a:endParaRPr lang="pt-BR" sz="1600" dirty="0"/>
          </a:p>
          <a:p>
            <a:r>
              <a:rPr lang="pt-BR" sz="1600" dirty="0"/>
              <a:t>Offer alternative pricing options (out of USA &amp; Brazil supply)</a:t>
            </a:r>
          </a:p>
          <a:p>
            <a:endParaRPr lang="pt-BR" sz="1600" dirty="0"/>
          </a:p>
          <a:p>
            <a:r>
              <a:rPr lang="pt-BR" sz="1600" dirty="0"/>
              <a:t>Include SMA adding value with: optimize TO utilization rate, local technical assistance, rail network upadates (trackdatabase), SW bug fixes (equivalent to Rumo’s offering)</a:t>
            </a:r>
          </a:p>
          <a:p>
            <a:endParaRPr lang="pt-BR" sz="1600" dirty="0"/>
          </a:p>
          <a:p>
            <a:r>
              <a:rPr lang="pt-BR" sz="1600" dirty="0"/>
              <a:t>Include fuel savings commitment based on opportunities for higher efficiencies</a:t>
            </a:r>
          </a:p>
          <a:p>
            <a:endParaRPr lang="pt-BR" sz="1600" dirty="0"/>
          </a:p>
          <a:p>
            <a:r>
              <a:rPr lang="pt-BR" sz="1600" dirty="0"/>
              <a:t>Offer TO Z2Z functionality as phased approach</a:t>
            </a:r>
          </a:p>
        </p:txBody>
      </p:sp>
      <p:sp>
        <p:nvSpPr>
          <p:cNvPr id="8" name="Rectangle 7">
            <a:extLst>
              <a:ext uri="{FF2B5EF4-FFF2-40B4-BE49-F238E27FC236}">
                <a16:creationId xmlns:a16="http://schemas.microsoft.com/office/drawing/2014/main" id="{9D10EC2E-301B-1142-BB89-D74B93D6F760}"/>
              </a:ext>
            </a:extLst>
          </p:cNvPr>
          <p:cNvSpPr/>
          <p:nvPr/>
        </p:nvSpPr>
        <p:spPr>
          <a:xfrm>
            <a:off x="457202" y="1028882"/>
            <a:ext cx="5390707" cy="4966705"/>
          </a:xfrm>
          <a:prstGeom prst="rect">
            <a:avLst/>
          </a:prstGeom>
          <a:ln>
            <a:solidFill>
              <a:schemeClr val="bg2">
                <a:lumMod val="50000"/>
              </a:schemeClr>
            </a:solidFill>
          </a:ln>
        </p:spPr>
        <p:txBody>
          <a:bodyPr wrap="square" rtlCol="0" anchor="ctr">
            <a:spAutoFit/>
          </a:bodyPr>
          <a:lstStyle/>
          <a:p>
            <a:pPr algn="ctr"/>
            <a:endParaRPr lang="pt-BR" sz="3600" b="1" spc="-150" dirty="0">
              <a:solidFill>
                <a:srgbClr val="FFFFFF"/>
              </a:solidFill>
              <a:latin typeface="Arial" pitchFamily="34" charset="0"/>
              <a:cs typeface="Arial" pitchFamily="34" charset="0"/>
            </a:endParaRPr>
          </a:p>
        </p:txBody>
      </p:sp>
      <p:sp>
        <p:nvSpPr>
          <p:cNvPr id="10" name="TextBox 9">
            <a:extLst>
              <a:ext uri="{FF2B5EF4-FFF2-40B4-BE49-F238E27FC236}">
                <a16:creationId xmlns:a16="http://schemas.microsoft.com/office/drawing/2014/main" id="{D35D86D1-0E37-3A70-6C8E-DEED9F29658E}"/>
              </a:ext>
            </a:extLst>
          </p:cNvPr>
          <p:cNvSpPr txBox="1"/>
          <p:nvPr/>
        </p:nvSpPr>
        <p:spPr>
          <a:xfrm>
            <a:off x="1898805" y="1145179"/>
            <a:ext cx="2594344" cy="461665"/>
          </a:xfrm>
          <a:prstGeom prst="rect">
            <a:avLst/>
          </a:prstGeom>
          <a:noFill/>
        </p:spPr>
        <p:txBody>
          <a:bodyPr wrap="square">
            <a:spAutoFit/>
          </a:bodyPr>
          <a:lstStyle/>
          <a:p>
            <a:r>
              <a:rPr lang="pt-BR" sz="2400" b="1" dirty="0"/>
              <a:t>Customer Ask</a:t>
            </a:r>
          </a:p>
        </p:txBody>
      </p:sp>
      <p:sp>
        <p:nvSpPr>
          <p:cNvPr id="11" name="Rectangle 10">
            <a:extLst>
              <a:ext uri="{FF2B5EF4-FFF2-40B4-BE49-F238E27FC236}">
                <a16:creationId xmlns:a16="http://schemas.microsoft.com/office/drawing/2014/main" id="{490F4F87-B8E9-8D9E-CDF9-67829BC65D19}"/>
              </a:ext>
            </a:extLst>
          </p:cNvPr>
          <p:cNvSpPr/>
          <p:nvPr/>
        </p:nvSpPr>
        <p:spPr>
          <a:xfrm>
            <a:off x="6108406" y="1015976"/>
            <a:ext cx="5390707" cy="4966705"/>
          </a:xfrm>
          <a:prstGeom prst="rect">
            <a:avLst/>
          </a:prstGeom>
          <a:ln>
            <a:solidFill>
              <a:schemeClr val="bg2">
                <a:lumMod val="50000"/>
              </a:schemeClr>
            </a:solidFill>
          </a:ln>
        </p:spPr>
        <p:txBody>
          <a:bodyPr wrap="square" rtlCol="0" anchor="ctr">
            <a:spAutoFit/>
          </a:bodyPr>
          <a:lstStyle/>
          <a:p>
            <a:pPr algn="ctr"/>
            <a:endParaRPr lang="pt-BR" sz="3600" b="1" spc="-150" dirty="0">
              <a:solidFill>
                <a:srgbClr val="FFFFFF"/>
              </a:solidFill>
              <a:latin typeface="Arial" pitchFamily="34" charset="0"/>
              <a:cs typeface="Arial" pitchFamily="34" charset="0"/>
            </a:endParaRPr>
          </a:p>
        </p:txBody>
      </p:sp>
      <p:sp>
        <p:nvSpPr>
          <p:cNvPr id="13" name="TextBox 12">
            <a:extLst>
              <a:ext uri="{FF2B5EF4-FFF2-40B4-BE49-F238E27FC236}">
                <a16:creationId xmlns:a16="http://schemas.microsoft.com/office/drawing/2014/main" id="{98B5E9A3-BC55-B817-D48D-7A15B4B5CAE6}"/>
              </a:ext>
            </a:extLst>
          </p:cNvPr>
          <p:cNvSpPr txBox="1"/>
          <p:nvPr/>
        </p:nvSpPr>
        <p:spPr>
          <a:xfrm>
            <a:off x="7283755" y="1125840"/>
            <a:ext cx="3040007" cy="461665"/>
          </a:xfrm>
          <a:prstGeom prst="rect">
            <a:avLst/>
          </a:prstGeom>
          <a:noFill/>
        </p:spPr>
        <p:txBody>
          <a:bodyPr wrap="square">
            <a:spAutoFit/>
          </a:bodyPr>
          <a:lstStyle/>
          <a:p>
            <a:r>
              <a:rPr lang="pt-BR" sz="2400" b="1" dirty="0"/>
              <a:t>Wabtec Strategy</a:t>
            </a:r>
          </a:p>
        </p:txBody>
      </p:sp>
      <p:pic>
        <p:nvPicPr>
          <p:cNvPr id="9" name="Picture 8">
            <a:extLst>
              <a:ext uri="{FF2B5EF4-FFF2-40B4-BE49-F238E27FC236}">
                <a16:creationId xmlns:a16="http://schemas.microsoft.com/office/drawing/2014/main" id="{EF67508D-6D29-76BD-349B-71BAB9E1A594}"/>
              </a:ext>
            </a:extLst>
          </p:cNvPr>
          <p:cNvPicPr>
            <a:picLocks noChangeAspect="1"/>
          </p:cNvPicPr>
          <p:nvPr/>
        </p:nvPicPr>
        <p:blipFill>
          <a:blip r:embed="rId2"/>
          <a:stretch>
            <a:fillRect/>
          </a:stretch>
        </p:blipFill>
        <p:spPr>
          <a:xfrm>
            <a:off x="4623397" y="1164519"/>
            <a:ext cx="903174" cy="422986"/>
          </a:xfrm>
          <a:prstGeom prst="rect">
            <a:avLst/>
          </a:prstGeom>
        </p:spPr>
      </p:pic>
      <p:pic>
        <p:nvPicPr>
          <p:cNvPr id="14" name="Picture 13">
            <a:extLst>
              <a:ext uri="{FF2B5EF4-FFF2-40B4-BE49-F238E27FC236}">
                <a16:creationId xmlns:a16="http://schemas.microsoft.com/office/drawing/2014/main" id="{4A76F910-752A-6031-6A81-5191E07F812A}"/>
              </a:ext>
            </a:extLst>
          </p:cNvPr>
          <p:cNvPicPr>
            <a:picLocks noChangeAspect="1"/>
          </p:cNvPicPr>
          <p:nvPr/>
        </p:nvPicPr>
        <p:blipFill>
          <a:blip r:embed="rId3"/>
          <a:stretch>
            <a:fillRect/>
          </a:stretch>
        </p:blipFill>
        <p:spPr>
          <a:xfrm>
            <a:off x="10180677" y="731520"/>
            <a:ext cx="1298162" cy="1298162"/>
          </a:xfrm>
          <a:prstGeom prst="rect">
            <a:avLst/>
          </a:prstGeom>
        </p:spPr>
      </p:pic>
    </p:spTree>
    <p:extLst>
      <p:ext uri="{BB962C8B-B14F-4D97-AF65-F5344CB8AC3E}">
        <p14:creationId xmlns:p14="http://schemas.microsoft.com/office/powerpoint/2010/main" val="114687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0B1F-FCD2-F80A-DB39-5498D544C8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52CFE0-8CBC-5023-FE7B-9650CF503CE2}"/>
              </a:ext>
            </a:extLst>
          </p:cNvPr>
          <p:cNvSpPr txBox="1"/>
          <p:nvPr/>
        </p:nvSpPr>
        <p:spPr>
          <a:xfrm>
            <a:off x="191386" y="180753"/>
            <a:ext cx="3874779" cy="461665"/>
          </a:xfrm>
          <a:prstGeom prst="rect">
            <a:avLst/>
          </a:prstGeom>
          <a:noFill/>
        </p:spPr>
        <p:txBody>
          <a:bodyPr wrap="none" rtlCol="0">
            <a:spAutoFit/>
          </a:bodyPr>
          <a:lstStyle/>
          <a:p>
            <a:r>
              <a:rPr lang="pt-BR" b="1" dirty="0"/>
              <a:t>2016 Contractual Scope</a:t>
            </a:r>
          </a:p>
        </p:txBody>
      </p:sp>
      <p:sp>
        <p:nvSpPr>
          <p:cNvPr id="20" name="TextBox 19">
            <a:extLst>
              <a:ext uri="{FF2B5EF4-FFF2-40B4-BE49-F238E27FC236}">
                <a16:creationId xmlns:a16="http://schemas.microsoft.com/office/drawing/2014/main" id="{5C7519E6-8EFE-00EA-702C-DE84C8640882}"/>
              </a:ext>
            </a:extLst>
          </p:cNvPr>
          <p:cNvSpPr txBox="1"/>
          <p:nvPr/>
        </p:nvSpPr>
        <p:spPr>
          <a:xfrm>
            <a:off x="370400" y="997734"/>
            <a:ext cx="11421038" cy="3775393"/>
          </a:xfrm>
          <a:prstGeom prst="rect">
            <a:avLst/>
          </a:prstGeom>
          <a:solidFill>
            <a:schemeClr val="bg1">
              <a:lumMod val="95000"/>
            </a:schemeClr>
          </a:solidFill>
        </p:spPr>
        <p:txBody>
          <a:bodyPr wrap="square">
            <a:spAutoFit/>
          </a:bodyPr>
          <a:lstStyle/>
          <a:p>
            <a:pPr marL="342900" indent="-342900">
              <a:lnSpc>
                <a:spcPct val="150000"/>
              </a:lnSpc>
              <a:buFont typeface="Arial" panose="020B0604020202020204" pitchFamily="34" charset="0"/>
              <a:buChar char="•"/>
            </a:pPr>
            <a:r>
              <a:rPr lang="pt-BR" sz="1800" b="1" dirty="0"/>
              <a:t>Customized solution for Trip Optimizer software </a:t>
            </a:r>
            <a:r>
              <a:rPr lang="pt-BR" sz="1800" dirty="0"/>
              <a:t>at MRS segment (Heavy Haul/ Iron Ore Service)</a:t>
            </a:r>
          </a:p>
          <a:p>
            <a:pPr marL="342900" indent="-342900">
              <a:lnSpc>
                <a:spcPct val="150000"/>
              </a:lnSpc>
              <a:buFont typeface="Arial" panose="020B0604020202020204" pitchFamily="34" charset="0"/>
              <a:buChar char="•"/>
            </a:pPr>
            <a:r>
              <a:rPr lang="en-US" sz="1800" b="1" dirty="0"/>
              <a:t>Full integration w CBTC </a:t>
            </a:r>
            <a:r>
              <a:rPr lang="en-US" sz="1800" dirty="0"/>
              <a:t>keeping MRS accountable for ICD availability for integration</a:t>
            </a:r>
          </a:p>
          <a:p>
            <a:pPr marL="342900" indent="-342900">
              <a:lnSpc>
                <a:spcPct val="150000"/>
              </a:lnSpc>
              <a:buFont typeface="Arial" panose="020B0604020202020204" pitchFamily="34" charset="0"/>
              <a:buChar char="•"/>
            </a:pPr>
            <a:r>
              <a:rPr lang="pt-BR" sz="1800" dirty="0"/>
              <a:t>Hold MRS safety standards</a:t>
            </a:r>
          </a:p>
          <a:p>
            <a:pPr marL="342900" indent="-342900">
              <a:lnSpc>
                <a:spcPct val="150000"/>
              </a:lnSpc>
              <a:buFont typeface="Arial" panose="020B0604020202020204" pitchFamily="34" charset="0"/>
              <a:buChar char="•"/>
            </a:pPr>
            <a:r>
              <a:rPr lang="en-US" sz="1800" b="1" dirty="0"/>
              <a:t>Compatibility w/ 134 &amp; 268 rail car trains </a:t>
            </a:r>
            <a:r>
              <a:rPr lang="en-US" sz="1800" dirty="0"/>
              <a:t>(as well potential changes on train configuration)</a:t>
            </a:r>
          </a:p>
          <a:p>
            <a:pPr marL="342900" indent="-342900">
              <a:lnSpc>
                <a:spcPct val="150000"/>
              </a:lnSpc>
              <a:buFont typeface="Arial" panose="020B0604020202020204" pitchFamily="34" charset="0"/>
              <a:buChar char="•"/>
            </a:pPr>
            <a:r>
              <a:rPr lang="en-US" sz="1800" b="1" dirty="0"/>
              <a:t>&gt; = 2,65% fuel saving at 134 rail car train</a:t>
            </a:r>
          </a:p>
          <a:p>
            <a:pPr marL="342900" indent="-342900">
              <a:lnSpc>
                <a:spcPct val="150000"/>
              </a:lnSpc>
              <a:buFont typeface="Arial" panose="020B0604020202020204" pitchFamily="34" charset="0"/>
              <a:buChar char="•"/>
            </a:pPr>
            <a:r>
              <a:rPr lang="en-US" sz="1800" dirty="0"/>
              <a:t>69 HW and SW licenses @ $87,000/ unit </a:t>
            </a:r>
            <a:r>
              <a:rPr lang="en-US" sz="1800" dirty="0" err="1"/>
              <a:t>ExW</a:t>
            </a:r>
            <a:r>
              <a:rPr lang="en-US" sz="1800" dirty="0"/>
              <a:t> Erie, US, </a:t>
            </a:r>
            <a:r>
              <a:rPr lang="en-US" sz="1800" b="1" dirty="0"/>
              <a:t>subject to proven fuel savings</a:t>
            </a:r>
          </a:p>
          <a:p>
            <a:pPr marL="342900" indent="-342900">
              <a:lnSpc>
                <a:spcPct val="150000"/>
              </a:lnSpc>
              <a:buFont typeface="Arial" panose="020B0604020202020204" pitchFamily="34" charset="0"/>
              <a:buChar char="•"/>
            </a:pPr>
            <a:r>
              <a:rPr lang="en-US" sz="1800" dirty="0"/>
              <a:t>Technical support, training for train operators</a:t>
            </a:r>
          </a:p>
          <a:p>
            <a:pPr marL="342900" indent="-342900">
              <a:lnSpc>
                <a:spcPct val="150000"/>
              </a:lnSpc>
              <a:buFont typeface="Arial" panose="020B0604020202020204" pitchFamily="34" charset="0"/>
              <a:buChar char="•"/>
            </a:pPr>
            <a:r>
              <a:rPr lang="en-US" sz="1800" b="1" dirty="0"/>
              <a:t>10 years SW bug fixes for systemic failures</a:t>
            </a:r>
          </a:p>
          <a:p>
            <a:pPr marL="342900" indent="-342900">
              <a:lnSpc>
                <a:spcPct val="150000"/>
              </a:lnSpc>
              <a:buFont typeface="Arial" panose="020B0604020202020204" pitchFamily="34" charset="0"/>
              <a:buChar char="•"/>
            </a:pPr>
            <a:r>
              <a:rPr lang="en-US" sz="1800" dirty="0"/>
              <a:t>12 months warranty</a:t>
            </a:r>
          </a:p>
        </p:txBody>
      </p:sp>
    </p:spTree>
    <p:extLst>
      <p:ext uri="{BB962C8B-B14F-4D97-AF65-F5344CB8AC3E}">
        <p14:creationId xmlns:p14="http://schemas.microsoft.com/office/powerpoint/2010/main" val="2064602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45D0C-9859-0B16-7AF5-ACBC972F59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106BE2-DD3C-399F-A209-A88B14869853}"/>
              </a:ext>
            </a:extLst>
          </p:cNvPr>
          <p:cNvSpPr txBox="1"/>
          <p:nvPr/>
        </p:nvSpPr>
        <p:spPr>
          <a:xfrm>
            <a:off x="191386" y="180753"/>
            <a:ext cx="5862502" cy="461665"/>
          </a:xfrm>
          <a:prstGeom prst="rect">
            <a:avLst/>
          </a:prstGeom>
          <a:noFill/>
        </p:spPr>
        <p:txBody>
          <a:bodyPr wrap="none" rtlCol="0">
            <a:spAutoFit/>
          </a:bodyPr>
          <a:lstStyle/>
          <a:p>
            <a:r>
              <a:rPr lang="pt-BR" b="1" dirty="0"/>
              <a:t>Lessons Learned from 2016 Contract</a:t>
            </a:r>
          </a:p>
        </p:txBody>
      </p:sp>
      <p:sp>
        <p:nvSpPr>
          <p:cNvPr id="7" name="TextBox 6">
            <a:extLst>
              <a:ext uri="{FF2B5EF4-FFF2-40B4-BE49-F238E27FC236}">
                <a16:creationId xmlns:a16="http://schemas.microsoft.com/office/drawing/2014/main" id="{12E5CF84-9D8D-51F9-0B21-E45A28CBD35B}"/>
              </a:ext>
            </a:extLst>
          </p:cNvPr>
          <p:cNvSpPr txBox="1"/>
          <p:nvPr/>
        </p:nvSpPr>
        <p:spPr>
          <a:xfrm>
            <a:off x="6262778" y="1366897"/>
            <a:ext cx="5735638" cy="41908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pt-BR" sz="1800" dirty="0"/>
              <a:t>No achievement on fuel savings: Underestimated MRS expertise on heavy haul service and their discipline for improving YoY their optimized operations  </a:t>
            </a:r>
          </a:p>
          <a:p>
            <a:pPr marL="342900" indent="-342900">
              <a:lnSpc>
                <a:spcPct val="150000"/>
              </a:lnSpc>
              <a:buFont typeface="Arial" panose="020B0604020202020204" pitchFamily="34" charset="0"/>
              <a:buChar char="•"/>
            </a:pPr>
            <a:endParaRPr lang="pt-BR" sz="1800" dirty="0"/>
          </a:p>
          <a:p>
            <a:pPr marL="342900" indent="-342900">
              <a:lnSpc>
                <a:spcPct val="150000"/>
              </a:lnSpc>
              <a:buFont typeface="Arial" panose="020B0604020202020204" pitchFamily="34" charset="0"/>
              <a:buChar char="•"/>
            </a:pPr>
            <a:r>
              <a:rPr lang="pt-BR" sz="1800" dirty="0"/>
              <a:t>GE Engineering resources limitation with 3 TO projects signed at the same time (MRS, Vale &amp; Rumo)</a:t>
            </a:r>
          </a:p>
          <a:p>
            <a:pPr marL="342900" indent="-342900">
              <a:lnSpc>
                <a:spcPct val="150000"/>
              </a:lnSpc>
              <a:buFont typeface="Arial" panose="020B0604020202020204" pitchFamily="34" charset="0"/>
              <a:buChar char="•"/>
            </a:pPr>
            <a:endParaRPr lang="pt-BR" sz="1800" dirty="0"/>
          </a:p>
          <a:p>
            <a:pPr marL="342900" indent="-342900">
              <a:lnSpc>
                <a:spcPct val="150000"/>
              </a:lnSpc>
              <a:buFont typeface="Arial" panose="020B0604020202020204" pitchFamily="34" charset="0"/>
              <a:buChar char="•"/>
            </a:pPr>
            <a:endParaRPr lang="pt-BR" sz="1800" dirty="0"/>
          </a:p>
        </p:txBody>
      </p:sp>
      <p:sp>
        <p:nvSpPr>
          <p:cNvPr id="12" name="TextBox 11">
            <a:extLst>
              <a:ext uri="{FF2B5EF4-FFF2-40B4-BE49-F238E27FC236}">
                <a16:creationId xmlns:a16="http://schemas.microsoft.com/office/drawing/2014/main" id="{6C421820-5A16-DA8C-4B61-558E83FEEF9F}"/>
              </a:ext>
            </a:extLst>
          </p:cNvPr>
          <p:cNvSpPr txBox="1"/>
          <p:nvPr/>
        </p:nvSpPr>
        <p:spPr>
          <a:xfrm>
            <a:off x="395378" y="1040823"/>
            <a:ext cx="3764172" cy="400110"/>
          </a:xfrm>
          <a:prstGeom prst="rect">
            <a:avLst/>
          </a:prstGeom>
          <a:noFill/>
        </p:spPr>
        <p:txBody>
          <a:bodyPr wrap="none" rtlCol="0">
            <a:spAutoFit/>
          </a:bodyPr>
          <a:lstStyle/>
          <a:p>
            <a:r>
              <a:rPr lang="pt-BR" sz="2000" b="1" dirty="0"/>
              <a:t>Installed Base/ Assessment</a:t>
            </a:r>
          </a:p>
        </p:txBody>
      </p:sp>
      <p:sp>
        <p:nvSpPr>
          <p:cNvPr id="16" name="TextBox 15">
            <a:extLst>
              <a:ext uri="{FF2B5EF4-FFF2-40B4-BE49-F238E27FC236}">
                <a16:creationId xmlns:a16="http://schemas.microsoft.com/office/drawing/2014/main" id="{BC8CBB0C-E3D8-998B-7DB4-209F43ACCE53}"/>
              </a:ext>
            </a:extLst>
          </p:cNvPr>
          <p:cNvSpPr txBox="1"/>
          <p:nvPr/>
        </p:nvSpPr>
        <p:spPr>
          <a:xfrm>
            <a:off x="8002290" y="966787"/>
            <a:ext cx="1866217" cy="400110"/>
          </a:xfrm>
          <a:prstGeom prst="rect">
            <a:avLst/>
          </a:prstGeom>
          <a:noFill/>
        </p:spPr>
        <p:txBody>
          <a:bodyPr wrap="none" rtlCol="0">
            <a:spAutoFit/>
          </a:bodyPr>
          <a:lstStyle/>
          <a:p>
            <a:r>
              <a:rPr lang="pt-BR" sz="2000" b="1" dirty="0"/>
              <a:t>Management</a:t>
            </a:r>
          </a:p>
        </p:txBody>
      </p:sp>
      <p:sp>
        <p:nvSpPr>
          <p:cNvPr id="18" name="TextBox 17">
            <a:extLst>
              <a:ext uri="{FF2B5EF4-FFF2-40B4-BE49-F238E27FC236}">
                <a16:creationId xmlns:a16="http://schemas.microsoft.com/office/drawing/2014/main" id="{1A9EFDA5-AED3-8A08-6AC4-7A3FBF9B752B}"/>
              </a:ext>
            </a:extLst>
          </p:cNvPr>
          <p:cNvSpPr txBox="1"/>
          <p:nvPr/>
        </p:nvSpPr>
        <p:spPr>
          <a:xfrm>
            <a:off x="191386" y="1424048"/>
            <a:ext cx="5862502" cy="335989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pt-BR" sz="1800" dirty="0"/>
              <a:t>Underestimated MRS in-train forces being more restricted than AAR...software changes</a:t>
            </a:r>
          </a:p>
          <a:p>
            <a:pPr marL="342900" indent="-342900">
              <a:lnSpc>
                <a:spcPct val="150000"/>
              </a:lnSpc>
              <a:buFont typeface="Arial" panose="020B0604020202020204" pitchFamily="34" charset="0"/>
              <a:buChar char="•"/>
            </a:pPr>
            <a:r>
              <a:rPr lang="pt-BR" sz="1800" dirty="0"/>
              <a:t>Underestimated comm loss inside tunnels </a:t>
            </a:r>
          </a:p>
          <a:p>
            <a:pPr marL="342900" indent="-342900">
              <a:lnSpc>
                <a:spcPct val="150000"/>
              </a:lnSpc>
              <a:buFont typeface="Arial" panose="020B0604020202020204" pitchFamily="34" charset="0"/>
              <a:buChar char="•"/>
            </a:pPr>
            <a:r>
              <a:rPr lang="pt-BR" sz="1800" dirty="0"/>
              <a:t>Underestimated AC44i Locomotive hasn’t exactly the same configuration between MRS &amp; USA Fleet </a:t>
            </a:r>
          </a:p>
          <a:p>
            <a:pPr marL="342900" indent="-342900">
              <a:lnSpc>
                <a:spcPct val="150000"/>
              </a:lnSpc>
              <a:buFont typeface="Arial" panose="020B0604020202020204" pitchFamily="34" charset="0"/>
              <a:buChar char="•"/>
            </a:pPr>
            <a:r>
              <a:rPr lang="pt-BR" sz="1800" dirty="0"/>
              <a:t>Underestimated CBTC with TO Integration (GE &amp; Wabtec as 2 separate companies)</a:t>
            </a:r>
          </a:p>
          <a:p>
            <a:pPr marL="342900" indent="-342900">
              <a:lnSpc>
                <a:spcPct val="150000"/>
              </a:lnSpc>
              <a:buFont typeface="Arial" panose="020B0604020202020204" pitchFamily="34" charset="0"/>
              <a:buChar char="•"/>
            </a:pPr>
            <a:endParaRPr lang="pt-BR" sz="1800" dirty="0"/>
          </a:p>
        </p:txBody>
      </p:sp>
    </p:spTree>
    <p:extLst>
      <p:ext uri="{BB962C8B-B14F-4D97-AF65-F5344CB8AC3E}">
        <p14:creationId xmlns:p14="http://schemas.microsoft.com/office/powerpoint/2010/main" val="300962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50BE8-823C-D27F-497F-053237658E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F4DCA1-3185-D06E-4475-22071127FB28}"/>
              </a:ext>
            </a:extLst>
          </p:cNvPr>
          <p:cNvPicPr>
            <a:picLocks noChangeAspect="1"/>
          </p:cNvPicPr>
          <p:nvPr/>
        </p:nvPicPr>
        <p:blipFill>
          <a:blip r:embed="rId2"/>
          <a:stretch>
            <a:fillRect/>
          </a:stretch>
        </p:blipFill>
        <p:spPr>
          <a:xfrm>
            <a:off x="297670" y="1643048"/>
            <a:ext cx="3417851" cy="846540"/>
          </a:xfrm>
          <a:prstGeom prst="rect">
            <a:avLst/>
          </a:prstGeom>
        </p:spPr>
      </p:pic>
      <p:sp>
        <p:nvSpPr>
          <p:cNvPr id="6" name="Title 5">
            <a:extLst>
              <a:ext uri="{FF2B5EF4-FFF2-40B4-BE49-F238E27FC236}">
                <a16:creationId xmlns:a16="http://schemas.microsoft.com/office/drawing/2014/main" id="{4F393683-45A2-6744-ED0B-E3F9940D8709}"/>
              </a:ext>
            </a:extLst>
          </p:cNvPr>
          <p:cNvSpPr>
            <a:spLocks noGrp="1"/>
          </p:cNvSpPr>
          <p:nvPr>
            <p:ph type="title"/>
          </p:nvPr>
        </p:nvSpPr>
        <p:spPr>
          <a:xfrm>
            <a:off x="297670" y="0"/>
            <a:ext cx="6680995" cy="815354"/>
          </a:xfrm>
        </p:spPr>
        <p:txBody>
          <a:bodyPr/>
          <a:lstStyle/>
          <a:p>
            <a:r>
              <a:rPr lang="en-US" dirty="0">
                <a:solidFill>
                  <a:schemeClr val="tx1">
                    <a:lumMod val="75000"/>
                  </a:schemeClr>
                </a:solidFill>
              </a:rPr>
              <a:t>MRS Locomotive Configuration</a:t>
            </a:r>
          </a:p>
        </p:txBody>
      </p:sp>
      <p:sp>
        <p:nvSpPr>
          <p:cNvPr id="31" name="TextBox 30">
            <a:extLst>
              <a:ext uri="{FF2B5EF4-FFF2-40B4-BE49-F238E27FC236}">
                <a16:creationId xmlns:a16="http://schemas.microsoft.com/office/drawing/2014/main" id="{A9CFDB18-FBF4-0ECA-3A27-F07844B5EA99}"/>
              </a:ext>
            </a:extLst>
          </p:cNvPr>
          <p:cNvSpPr txBox="1"/>
          <p:nvPr/>
        </p:nvSpPr>
        <p:spPr>
          <a:xfrm>
            <a:off x="176416" y="2743843"/>
            <a:ext cx="4380428" cy="3046988"/>
          </a:xfrm>
          <a:prstGeom prst="rect">
            <a:avLst/>
          </a:prstGeom>
          <a:noFill/>
        </p:spPr>
        <p:txBody>
          <a:bodyPr wrap="square" rtlCol="0">
            <a:spAutoFit/>
          </a:bodyPr>
          <a:lstStyle/>
          <a:p>
            <a:pPr marL="342900"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AC44i (or ES44) Locomotives: </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AC propulsion.</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6 axles CC.</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Wide gauge.</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Traction Power – 4400 THP.</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STE/CTE – 200k </a:t>
            </a:r>
            <a:r>
              <a:rPr lang="en-US" sz="1600" dirty="0" err="1">
                <a:solidFill>
                  <a:schemeClr val="tx1">
                    <a:lumMod val="75000"/>
                  </a:schemeClr>
                </a:solidFill>
                <a:latin typeface="Aptos" panose="020B0004020202020204" pitchFamily="34" charset="0"/>
              </a:rPr>
              <a:t>lbf</a:t>
            </a:r>
            <a:r>
              <a:rPr lang="en-US" sz="1600" dirty="0">
                <a:solidFill>
                  <a:schemeClr val="tx1">
                    <a:lumMod val="75000"/>
                  </a:schemeClr>
                </a:solidFill>
                <a:latin typeface="Aptos" panose="020B0004020202020204" pitchFamily="34" charset="0"/>
              </a:rPr>
              <a:t> / 166k </a:t>
            </a:r>
            <a:r>
              <a:rPr lang="en-US" sz="1600" dirty="0" err="1">
                <a:solidFill>
                  <a:schemeClr val="tx1">
                    <a:lumMod val="75000"/>
                  </a:schemeClr>
                </a:solidFill>
                <a:latin typeface="Aptos" panose="020B0004020202020204" pitchFamily="34" charset="0"/>
              </a:rPr>
              <a:t>lbf</a:t>
            </a:r>
            <a:r>
              <a:rPr lang="en-US" sz="1600" dirty="0">
                <a:solidFill>
                  <a:schemeClr val="tx1">
                    <a:lumMod val="75000"/>
                  </a:schemeClr>
                </a:solidFill>
                <a:latin typeface="Aptos" panose="020B0004020202020204" pitchFamily="34" charset="0"/>
              </a:rPr>
              <a:t>.</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CCA control architecture</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These locomotives are very similar to the ES44AC locomotives, except they use 7FDL-LC diesel engines instead of the EVO engine. </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Trip Init with PTC-Wabtec</a:t>
            </a:r>
          </a:p>
        </p:txBody>
      </p:sp>
      <p:sp>
        <p:nvSpPr>
          <p:cNvPr id="2" name="TextBox 1">
            <a:extLst>
              <a:ext uri="{FF2B5EF4-FFF2-40B4-BE49-F238E27FC236}">
                <a16:creationId xmlns:a16="http://schemas.microsoft.com/office/drawing/2014/main" id="{D462F779-1717-D95D-6CC0-713215AB3EAD}"/>
              </a:ext>
            </a:extLst>
          </p:cNvPr>
          <p:cNvSpPr txBox="1"/>
          <p:nvPr/>
        </p:nvSpPr>
        <p:spPr>
          <a:xfrm>
            <a:off x="4887042" y="2743843"/>
            <a:ext cx="6551584" cy="2800767"/>
          </a:xfrm>
          <a:prstGeom prst="rect">
            <a:avLst/>
          </a:prstGeom>
          <a:noFill/>
        </p:spPr>
        <p:txBody>
          <a:bodyPr wrap="square" rtlCol="0">
            <a:spAutoFit/>
          </a:bodyPr>
          <a:lstStyle/>
          <a:p>
            <a:pPr marL="342900"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In the past few years (2018/2019) MRS ran a pilot with 4 Locomotives with TO installed for iron ore application. No tests were ever performed at MRS general cargo flow service (Rumo’s tracks).</a:t>
            </a:r>
          </a:p>
          <a:p>
            <a:pPr marL="342900"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Status of the Trip Optimizer installation is unknown. </a:t>
            </a:r>
          </a:p>
          <a:p>
            <a:pPr marL="950913" lvl="1" indent="-342900">
              <a:buFont typeface="Courier New" panose="02070309020205020404" pitchFamily="49" charset="0"/>
              <a:buChar char="o"/>
            </a:pPr>
            <a:r>
              <a:rPr lang="en-US" sz="1600" dirty="0">
                <a:solidFill>
                  <a:schemeClr val="tx1">
                    <a:lumMod val="75000"/>
                  </a:schemeClr>
                </a:solidFill>
                <a:latin typeface="Aptos" panose="020B0004020202020204" pitchFamily="34" charset="0"/>
              </a:rPr>
              <a:t>TO has been disabled for several years</a:t>
            </a:r>
          </a:p>
          <a:p>
            <a:pPr marL="342900"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TO software used in MRS in 2018/2019</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CCA = 55.36.20</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CCA Configs = various (all released)</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TO Package = 37.03.05.01.204031 (i.e., 20.40.31)</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EM Configs = EM000051, EM000052</a:t>
            </a:r>
          </a:p>
          <a:p>
            <a:pPr marL="950913" lvl="1" indent="-342900">
              <a:buFont typeface="Arial" panose="020B0604020202020204" pitchFamily="34" charset="0"/>
              <a:buChar char="•"/>
            </a:pPr>
            <a:r>
              <a:rPr lang="en-US" sz="1600" dirty="0">
                <a:solidFill>
                  <a:schemeClr val="tx1">
                    <a:lumMod val="75000"/>
                  </a:schemeClr>
                </a:solidFill>
                <a:latin typeface="Aptos" panose="020B0004020202020204" pitchFamily="34" charset="0"/>
              </a:rPr>
              <a:t>HPEAP: RMD_APP_0421_560A.tgz</a:t>
            </a:r>
          </a:p>
        </p:txBody>
      </p:sp>
      <p:pic>
        <p:nvPicPr>
          <p:cNvPr id="14" name="Picture 13">
            <a:extLst>
              <a:ext uri="{FF2B5EF4-FFF2-40B4-BE49-F238E27FC236}">
                <a16:creationId xmlns:a16="http://schemas.microsoft.com/office/drawing/2014/main" id="{C2CDD0F0-7166-DBE1-E40B-A94E791C9BA0}"/>
              </a:ext>
            </a:extLst>
          </p:cNvPr>
          <p:cNvPicPr>
            <a:picLocks noChangeAspect="1"/>
          </p:cNvPicPr>
          <p:nvPr/>
        </p:nvPicPr>
        <p:blipFill>
          <a:blip r:embed="rId3"/>
          <a:stretch>
            <a:fillRect/>
          </a:stretch>
        </p:blipFill>
        <p:spPr>
          <a:xfrm>
            <a:off x="3715521" y="1688175"/>
            <a:ext cx="2650075" cy="756286"/>
          </a:xfrm>
          <a:prstGeom prst="rect">
            <a:avLst/>
          </a:prstGeom>
        </p:spPr>
      </p:pic>
      <p:pic>
        <p:nvPicPr>
          <p:cNvPr id="15" name="Picture 14">
            <a:extLst>
              <a:ext uri="{FF2B5EF4-FFF2-40B4-BE49-F238E27FC236}">
                <a16:creationId xmlns:a16="http://schemas.microsoft.com/office/drawing/2014/main" id="{A653CC7B-C937-AE59-C0B3-03ABD49D1DE2}"/>
              </a:ext>
            </a:extLst>
          </p:cNvPr>
          <p:cNvPicPr>
            <a:picLocks noChangeAspect="1"/>
          </p:cNvPicPr>
          <p:nvPr/>
        </p:nvPicPr>
        <p:blipFill>
          <a:blip r:embed="rId3"/>
          <a:stretch>
            <a:fillRect/>
          </a:stretch>
        </p:blipFill>
        <p:spPr>
          <a:xfrm>
            <a:off x="6277746" y="1688175"/>
            <a:ext cx="2650075" cy="756286"/>
          </a:xfrm>
          <a:prstGeom prst="rect">
            <a:avLst/>
          </a:prstGeom>
        </p:spPr>
      </p:pic>
      <p:pic>
        <p:nvPicPr>
          <p:cNvPr id="17" name="Picture 16">
            <a:extLst>
              <a:ext uri="{FF2B5EF4-FFF2-40B4-BE49-F238E27FC236}">
                <a16:creationId xmlns:a16="http://schemas.microsoft.com/office/drawing/2014/main" id="{6AA0CB0C-B6D4-C513-6AC1-173B7C0244EB}"/>
              </a:ext>
            </a:extLst>
          </p:cNvPr>
          <p:cNvPicPr>
            <a:picLocks noChangeAspect="1"/>
          </p:cNvPicPr>
          <p:nvPr/>
        </p:nvPicPr>
        <p:blipFill>
          <a:blip r:embed="rId3"/>
          <a:stretch>
            <a:fillRect/>
          </a:stretch>
        </p:blipFill>
        <p:spPr>
          <a:xfrm>
            <a:off x="8839971" y="1688175"/>
            <a:ext cx="2650075" cy="756286"/>
          </a:xfrm>
          <a:prstGeom prst="rect">
            <a:avLst/>
          </a:prstGeom>
        </p:spPr>
      </p:pic>
      <p:sp>
        <p:nvSpPr>
          <p:cNvPr id="19" name="TextBox 18">
            <a:extLst>
              <a:ext uri="{FF2B5EF4-FFF2-40B4-BE49-F238E27FC236}">
                <a16:creationId xmlns:a16="http://schemas.microsoft.com/office/drawing/2014/main" id="{AB9A50C6-9228-9638-1164-318B1390BC9E}"/>
              </a:ext>
            </a:extLst>
          </p:cNvPr>
          <p:cNvSpPr txBox="1"/>
          <p:nvPr/>
        </p:nvSpPr>
        <p:spPr>
          <a:xfrm>
            <a:off x="5219559" y="5659326"/>
            <a:ext cx="6127909" cy="369332"/>
          </a:xfrm>
          <a:prstGeom prst="rect">
            <a:avLst/>
          </a:prstGeom>
          <a:solidFill>
            <a:schemeClr val="accent1">
              <a:lumMod val="10000"/>
              <a:lumOff val="90000"/>
            </a:schemeClr>
          </a:solidFill>
        </p:spPr>
        <p:txBody>
          <a:bodyPr wrap="square" rtlCol="0">
            <a:spAutoFit/>
          </a:bodyPr>
          <a:lstStyle/>
          <a:p>
            <a:r>
              <a:rPr lang="en-US" sz="1800" dirty="0">
                <a:solidFill>
                  <a:schemeClr val="tx1">
                    <a:lumMod val="75000"/>
                  </a:schemeClr>
                </a:solidFill>
                <a:latin typeface="Aptos" panose="020B0004020202020204" pitchFamily="34" charset="0"/>
              </a:rPr>
              <a:t>Loco 7331 and 7314 are already operating in RUMO  tracks</a:t>
            </a:r>
          </a:p>
        </p:txBody>
      </p:sp>
    </p:spTree>
    <p:extLst>
      <p:ext uri="{BB962C8B-B14F-4D97-AF65-F5344CB8AC3E}">
        <p14:creationId xmlns:p14="http://schemas.microsoft.com/office/powerpoint/2010/main" val="133982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49A3EF1-C1E9-E468-0B88-7FC372ED4FF1}"/>
              </a:ext>
            </a:extLst>
          </p:cNvPr>
          <p:cNvSpPr>
            <a:spLocks noGrp="1"/>
          </p:cNvSpPr>
          <p:nvPr>
            <p:ph idx="1"/>
          </p:nvPr>
        </p:nvSpPr>
        <p:spPr>
          <a:xfrm>
            <a:off x="506615" y="1042945"/>
            <a:ext cx="11075677" cy="1027274"/>
          </a:xfrm>
        </p:spPr>
        <p:txBody>
          <a:bodyPr/>
          <a:lstStyle/>
          <a:p>
            <a:r>
              <a:rPr lang="pt-BR" sz="1800" dirty="0">
                <a:solidFill>
                  <a:schemeClr val="tx1">
                    <a:lumMod val="75000"/>
                  </a:schemeClr>
                </a:solidFill>
              </a:rPr>
              <a:t>Train Type: </a:t>
            </a:r>
            <a:r>
              <a:rPr lang="pt-BR" sz="1800" b="0" dirty="0">
                <a:solidFill>
                  <a:schemeClr val="tx1">
                    <a:lumMod val="75000"/>
                  </a:schemeClr>
                </a:solidFill>
              </a:rPr>
              <a:t>Loaded and Empty Grain</a:t>
            </a:r>
          </a:p>
          <a:p>
            <a:r>
              <a:rPr lang="pt-BR" sz="1800" dirty="0">
                <a:solidFill>
                  <a:schemeClr val="tx1">
                    <a:lumMod val="75000"/>
                  </a:schemeClr>
                </a:solidFill>
              </a:rPr>
              <a:t>Car Type</a:t>
            </a:r>
            <a:r>
              <a:rPr lang="pt-BR" sz="1800" b="0" dirty="0">
                <a:solidFill>
                  <a:schemeClr val="tx1">
                    <a:lumMod val="75000"/>
                  </a:schemeClr>
                </a:solidFill>
              </a:rPr>
              <a:t>: Hopper Covered </a:t>
            </a:r>
          </a:p>
          <a:p>
            <a:pPr marL="0" indent="0">
              <a:buNone/>
            </a:pPr>
            <a:endParaRPr lang="pt-BR" sz="1800" b="0" dirty="0"/>
          </a:p>
          <a:p>
            <a:r>
              <a:rPr lang="pt-BR" sz="1800" dirty="0">
                <a:solidFill>
                  <a:schemeClr val="tx1">
                    <a:lumMod val="75000"/>
                  </a:schemeClr>
                </a:solidFill>
              </a:rPr>
              <a:t>Locomotives</a:t>
            </a:r>
            <a:r>
              <a:rPr lang="pt-BR" sz="1800" b="0" dirty="0">
                <a:solidFill>
                  <a:schemeClr val="tx1">
                    <a:lumMod val="75000"/>
                  </a:schemeClr>
                </a:solidFill>
              </a:rPr>
              <a:t>: AC44 or ES44</a:t>
            </a:r>
            <a:endParaRPr lang="en-US" sz="1800" dirty="0">
              <a:solidFill>
                <a:schemeClr val="tx1">
                  <a:lumMod val="75000"/>
                </a:schemeClr>
              </a:solidFill>
            </a:endParaRPr>
          </a:p>
        </p:txBody>
      </p:sp>
      <p:sp>
        <p:nvSpPr>
          <p:cNvPr id="4" name="Title 3">
            <a:extLst>
              <a:ext uri="{FF2B5EF4-FFF2-40B4-BE49-F238E27FC236}">
                <a16:creationId xmlns:a16="http://schemas.microsoft.com/office/drawing/2014/main" id="{0DD051BD-8C44-6E80-C538-A9F8DFC84C56}"/>
              </a:ext>
            </a:extLst>
          </p:cNvPr>
          <p:cNvSpPr>
            <a:spLocks noGrp="1"/>
          </p:cNvSpPr>
          <p:nvPr>
            <p:ph type="title"/>
          </p:nvPr>
        </p:nvSpPr>
        <p:spPr/>
        <p:txBody>
          <a:bodyPr/>
          <a:lstStyle/>
          <a:p>
            <a:r>
              <a:rPr lang="pt-BR" sz="2800">
                <a:solidFill>
                  <a:schemeClr val="tx1">
                    <a:lumMod val="75000"/>
                  </a:schemeClr>
                </a:solidFill>
              </a:rPr>
              <a:t>MRS’s </a:t>
            </a:r>
            <a:r>
              <a:rPr lang="pt-BR" sz="2800" err="1">
                <a:solidFill>
                  <a:schemeClr val="tx1">
                    <a:lumMod val="75000"/>
                  </a:schemeClr>
                </a:solidFill>
              </a:rPr>
              <a:t>Train</a:t>
            </a:r>
            <a:r>
              <a:rPr lang="pt-BR" sz="2800">
                <a:solidFill>
                  <a:schemeClr val="tx1">
                    <a:lumMod val="75000"/>
                  </a:schemeClr>
                </a:solidFill>
              </a:rPr>
              <a:t> </a:t>
            </a:r>
            <a:r>
              <a:rPr lang="pt-BR" sz="2800" err="1">
                <a:solidFill>
                  <a:schemeClr val="tx1">
                    <a:lumMod val="75000"/>
                  </a:schemeClr>
                </a:solidFill>
              </a:rPr>
              <a:t>Information</a:t>
            </a:r>
            <a:endParaRPr lang="en-US" sz="2800">
              <a:solidFill>
                <a:schemeClr val="tx1">
                  <a:lumMod val="75000"/>
                </a:schemeClr>
              </a:solidFill>
            </a:endParaRPr>
          </a:p>
        </p:txBody>
      </p:sp>
      <p:pic>
        <p:nvPicPr>
          <p:cNvPr id="11" name="Picture 10" descr="A red box car on a train track&#10;&#10;AI-generated content may be incorrect.">
            <a:extLst>
              <a:ext uri="{FF2B5EF4-FFF2-40B4-BE49-F238E27FC236}">
                <a16:creationId xmlns:a16="http://schemas.microsoft.com/office/drawing/2014/main" id="{C4B29C7B-1C04-4F18-8DA4-9E0E55639DD9}"/>
              </a:ext>
            </a:extLst>
          </p:cNvPr>
          <p:cNvPicPr>
            <a:picLocks noChangeAspect="1"/>
          </p:cNvPicPr>
          <p:nvPr/>
        </p:nvPicPr>
        <p:blipFill>
          <a:blip r:embed="rId2" cstate="email">
            <a:extLst>
              <a:ext uri="{28A0092B-C50C-407E-A947-70E740481C1C}">
                <a14:useLocalDpi xmlns:a14="http://schemas.microsoft.com/office/drawing/2010/main" val="0"/>
              </a:ext>
            </a:extLst>
          </a:blip>
          <a:srcRect b="17492"/>
          <a:stretch>
            <a:fillRect/>
          </a:stretch>
        </p:blipFill>
        <p:spPr>
          <a:xfrm>
            <a:off x="3414821" y="5512405"/>
            <a:ext cx="980078" cy="287151"/>
          </a:xfrm>
          <a:prstGeom prst="rect">
            <a:avLst/>
          </a:prstGeom>
        </p:spPr>
      </p:pic>
      <p:pic>
        <p:nvPicPr>
          <p:cNvPr id="19" name="Picture 18">
            <a:extLst>
              <a:ext uri="{FF2B5EF4-FFF2-40B4-BE49-F238E27FC236}">
                <a16:creationId xmlns:a16="http://schemas.microsoft.com/office/drawing/2014/main" id="{273598F8-C210-BEA8-BF5C-1D1ADCAA4575}"/>
              </a:ext>
            </a:extLst>
          </p:cNvPr>
          <p:cNvPicPr>
            <a:picLocks noChangeAspect="1"/>
          </p:cNvPicPr>
          <p:nvPr/>
        </p:nvPicPr>
        <p:blipFill>
          <a:blip r:embed="rId3"/>
          <a:stretch>
            <a:fillRect/>
          </a:stretch>
        </p:blipFill>
        <p:spPr>
          <a:xfrm>
            <a:off x="2201824" y="5500565"/>
            <a:ext cx="1268480" cy="314180"/>
          </a:xfrm>
          <a:prstGeom prst="rect">
            <a:avLst/>
          </a:prstGeom>
        </p:spPr>
      </p:pic>
      <p:sp>
        <p:nvSpPr>
          <p:cNvPr id="23" name="TextBox 22">
            <a:extLst>
              <a:ext uri="{FF2B5EF4-FFF2-40B4-BE49-F238E27FC236}">
                <a16:creationId xmlns:a16="http://schemas.microsoft.com/office/drawing/2014/main" id="{3D43CFE0-67C7-90A8-3918-300F0315A651}"/>
              </a:ext>
            </a:extLst>
          </p:cNvPr>
          <p:cNvSpPr txBox="1"/>
          <p:nvPr/>
        </p:nvSpPr>
        <p:spPr>
          <a:xfrm>
            <a:off x="4027132" y="5247135"/>
            <a:ext cx="811803" cy="276314"/>
          </a:xfrm>
          <a:prstGeom prst="rect">
            <a:avLst/>
          </a:prstGeom>
          <a:noFill/>
        </p:spPr>
        <p:txBody>
          <a:bodyPr wrap="square" rtlCol="0">
            <a:spAutoFit/>
          </a:bodyPr>
          <a:lstStyle/>
          <a:p>
            <a:r>
              <a:rPr lang="pt-BR" sz="1197">
                <a:latin typeface="Aptos" panose="020B0004020202020204" pitchFamily="34" charset="0"/>
              </a:rPr>
              <a:t>27 Cars</a:t>
            </a:r>
            <a:endParaRPr lang="en-US" sz="1197">
              <a:latin typeface="Aptos" panose="020B0004020202020204" pitchFamily="34" charset="0"/>
            </a:endParaRPr>
          </a:p>
        </p:txBody>
      </p:sp>
      <p:pic>
        <p:nvPicPr>
          <p:cNvPr id="24" name="Picture 23">
            <a:extLst>
              <a:ext uri="{FF2B5EF4-FFF2-40B4-BE49-F238E27FC236}">
                <a16:creationId xmlns:a16="http://schemas.microsoft.com/office/drawing/2014/main" id="{302AFCB3-8C97-E646-4F2A-1693221201BD}"/>
              </a:ext>
            </a:extLst>
          </p:cNvPr>
          <p:cNvPicPr>
            <a:picLocks noChangeAspect="1"/>
          </p:cNvPicPr>
          <p:nvPr/>
        </p:nvPicPr>
        <p:blipFill>
          <a:blip r:embed="rId3"/>
          <a:stretch>
            <a:fillRect/>
          </a:stretch>
        </p:blipFill>
        <p:spPr>
          <a:xfrm>
            <a:off x="686820" y="4573005"/>
            <a:ext cx="1268480" cy="314180"/>
          </a:xfrm>
          <a:prstGeom prst="rect">
            <a:avLst/>
          </a:prstGeom>
        </p:spPr>
      </p:pic>
      <p:sp>
        <p:nvSpPr>
          <p:cNvPr id="26" name="TextBox 25">
            <a:extLst>
              <a:ext uri="{FF2B5EF4-FFF2-40B4-BE49-F238E27FC236}">
                <a16:creationId xmlns:a16="http://schemas.microsoft.com/office/drawing/2014/main" id="{9F829EA4-0892-49CF-F446-74BE742C9F76}"/>
              </a:ext>
            </a:extLst>
          </p:cNvPr>
          <p:cNvSpPr txBox="1"/>
          <p:nvPr/>
        </p:nvSpPr>
        <p:spPr>
          <a:xfrm>
            <a:off x="7250267" y="5247135"/>
            <a:ext cx="811803" cy="276314"/>
          </a:xfrm>
          <a:prstGeom prst="rect">
            <a:avLst/>
          </a:prstGeom>
          <a:noFill/>
        </p:spPr>
        <p:txBody>
          <a:bodyPr wrap="square" rtlCol="0">
            <a:spAutoFit/>
          </a:bodyPr>
          <a:lstStyle/>
          <a:p>
            <a:r>
              <a:rPr lang="pt-BR" sz="1197">
                <a:latin typeface="Aptos" panose="020B0004020202020204" pitchFamily="34" charset="0"/>
              </a:rPr>
              <a:t>57 Cars</a:t>
            </a:r>
            <a:endParaRPr lang="en-US" sz="1197">
              <a:latin typeface="Aptos" panose="020B0004020202020204" pitchFamily="34" charset="0"/>
            </a:endParaRPr>
          </a:p>
        </p:txBody>
      </p:sp>
      <p:sp>
        <p:nvSpPr>
          <p:cNvPr id="29" name="TextBox 28">
            <a:extLst>
              <a:ext uri="{FF2B5EF4-FFF2-40B4-BE49-F238E27FC236}">
                <a16:creationId xmlns:a16="http://schemas.microsoft.com/office/drawing/2014/main" id="{1EBF5E71-CA6D-3858-33CE-9692F8370F19}"/>
              </a:ext>
            </a:extLst>
          </p:cNvPr>
          <p:cNvSpPr txBox="1"/>
          <p:nvPr/>
        </p:nvSpPr>
        <p:spPr>
          <a:xfrm>
            <a:off x="2478380" y="5240721"/>
            <a:ext cx="695982" cy="276314"/>
          </a:xfrm>
          <a:prstGeom prst="rect">
            <a:avLst/>
          </a:prstGeom>
          <a:noFill/>
        </p:spPr>
        <p:txBody>
          <a:bodyPr wrap="square" rtlCol="0">
            <a:spAutoFit/>
          </a:bodyPr>
          <a:lstStyle/>
          <a:p>
            <a:r>
              <a:rPr lang="pt-BR" sz="1197">
                <a:latin typeface="Aptos" panose="020B0004020202020204" pitchFamily="34" charset="0"/>
              </a:rPr>
              <a:t>Leader</a:t>
            </a:r>
            <a:endParaRPr lang="en-US" sz="1197">
              <a:latin typeface="Aptos" panose="020B0004020202020204" pitchFamily="34" charset="0"/>
            </a:endParaRPr>
          </a:p>
        </p:txBody>
      </p:sp>
      <p:sp>
        <p:nvSpPr>
          <p:cNvPr id="30" name="TextBox 29">
            <a:extLst>
              <a:ext uri="{FF2B5EF4-FFF2-40B4-BE49-F238E27FC236}">
                <a16:creationId xmlns:a16="http://schemas.microsoft.com/office/drawing/2014/main" id="{7F92F4CC-9645-BED5-5B4E-0A14317BC170}"/>
              </a:ext>
            </a:extLst>
          </p:cNvPr>
          <p:cNvSpPr txBox="1"/>
          <p:nvPr/>
        </p:nvSpPr>
        <p:spPr>
          <a:xfrm>
            <a:off x="5436695" y="5211181"/>
            <a:ext cx="695982" cy="276314"/>
          </a:xfrm>
          <a:prstGeom prst="rect">
            <a:avLst/>
          </a:prstGeom>
          <a:noFill/>
        </p:spPr>
        <p:txBody>
          <a:bodyPr wrap="square" rtlCol="0">
            <a:spAutoFit/>
          </a:bodyPr>
          <a:lstStyle/>
          <a:p>
            <a:pPr algn="ctr"/>
            <a:r>
              <a:rPr lang="pt-BR" sz="1197">
                <a:latin typeface="Aptos" panose="020B0004020202020204" pitchFamily="34" charset="0"/>
              </a:rPr>
              <a:t>DP1</a:t>
            </a:r>
            <a:endParaRPr lang="en-US" sz="1197">
              <a:latin typeface="Aptos" panose="020B0004020202020204" pitchFamily="34" charset="0"/>
            </a:endParaRPr>
          </a:p>
        </p:txBody>
      </p:sp>
      <p:sp>
        <p:nvSpPr>
          <p:cNvPr id="31" name="TextBox 30">
            <a:extLst>
              <a:ext uri="{FF2B5EF4-FFF2-40B4-BE49-F238E27FC236}">
                <a16:creationId xmlns:a16="http://schemas.microsoft.com/office/drawing/2014/main" id="{C110E6AE-B95F-AC60-8577-A5AFCDAC85AB}"/>
              </a:ext>
            </a:extLst>
          </p:cNvPr>
          <p:cNvSpPr txBox="1"/>
          <p:nvPr/>
        </p:nvSpPr>
        <p:spPr>
          <a:xfrm>
            <a:off x="8919744" y="5204244"/>
            <a:ext cx="695982" cy="276314"/>
          </a:xfrm>
          <a:prstGeom prst="rect">
            <a:avLst/>
          </a:prstGeom>
          <a:noFill/>
        </p:spPr>
        <p:txBody>
          <a:bodyPr wrap="square" rtlCol="0">
            <a:spAutoFit/>
          </a:bodyPr>
          <a:lstStyle/>
          <a:p>
            <a:pPr algn="ctr"/>
            <a:r>
              <a:rPr lang="pt-BR" sz="1197">
                <a:latin typeface="Aptos" panose="020B0004020202020204" pitchFamily="34" charset="0"/>
              </a:rPr>
              <a:t>DP2</a:t>
            </a:r>
            <a:endParaRPr lang="en-US" sz="1197">
              <a:latin typeface="Aptos" panose="020B0004020202020204" pitchFamily="34" charset="0"/>
            </a:endParaRPr>
          </a:p>
        </p:txBody>
      </p:sp>
      <p:sp>
        <p:nvSpPr>
          <p:cNvPr id="32" name="TextBox 31">
            <a:extLst>
              <a:ext uri="{FF2B5EF4-FFF2-40B4-BE49-F238E27FC236}">
                <a16:creationId xmlns:a16="http://schemas.microsoft.com/office/drawing/2014/main" id="{B9E19E04-B303-8350-8748-F6E00352C2CA}"/>
              </a:ext>
            </a:extLst>
          </p:cNvPr>
          <p:cNvSpPr txBox="1"/>
          <p:nvPr/>
        </p:nvSpPr>
        <p:spPr>
          <a:xfrm>
            <a:off x="3381012" y="5849817"/>
            <a:ext cx="5621910" cy="307016"/>
          </a:xfrm>
          <a:prstGeom prst="rect">
            <a:avLst/>
          </a:prstGeom>
          <a:noFill/>
        </p:spPr>
        <p:txBody>
          <a:bodyPr wrap="square" rtlCol="0">
            <a:spAutoFit/>
          </a:bodyPr>
          <a:lstStyle/>
          <a:p>
            <a:pPr algn="ctr"/>
            <a:r>
              <a:rPr lang="pt-BR" sz="1397">
                <a:solidFill>
                  <a:schemeClr val="bg2">
                    <a:lumMod val="10000"/>
                  </a:schemeClr>
                </a:solidFill>
                <a:latin typeface="Aptos" panose="020B0004020202020204" pitchFamily="34" charset="0"/>
              </a:rPr>
              <a:t>Train Consist Schema for 84 cars</a:t>
            </a:r>
            <a:endParaRPr lang="en-US" sz="1397">
              <a:solidFill>
                <a:schemeClr val="bg2">
                  <a:lumMod val="10000"/>
                </a:schemeClr>
              </a:solidFill>
              <a:latin typeface="Aptos" panose="020B0004020202020204" pitchFamily="34" charset="0"/>
            </a:endParaRPr>
          </a:p>
        </p:txBody>
      </p:sp>
      <p:sp>
        <p:nvSpPr>
          <p:cNvPr id="42" name="Content Placeholder 4">
            <a:extLst>
              <a:ext uri="{FF2B5EF4-FFF2-40B4-BE49-F238E27FC236}">
                <a16:creationId xmlns:a16="http://schemas.microsoft.com/office/drawing/2014/main" id="{249ED683-6911-129F-08C4-9095C813C0D7}"/>
              </a:ext>
            </a:extLst>
          </p:cNvPr>
          <p:cNvSpPr txBox="1">
            <a:spLocks/>
          </p:cNvSpPr>
          <p:nvPr/>
        </p:nvSpPr>
        <p:spPr>
          <a:xfrm>
            <a:off x="506615" y="5511701"/>
            <a:ext cx="11075677" cy="1027274"/>
          </a:xfrm>
          <a:prstGeom prst="rect">
            <a:avLst/>
          </a:prstGeom>
        </p:spPr>
        <p:txBody>
          <a:bodyPr lIns="121424" tIns="60711" rIns="121424" bIns="60711"/>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endParaRPr lang="pt-BR" sz="2394">
              <a:latin typeface="Aptos" panose="020B0004020202020204" pitchFamily="34" charset="0"/>
            </a:endParaRPr>
          </a:p>
        </p:txBody>
      </p:sp>
      <p:sp>
        <p:nvSpPr>
          <p:cNvPr id="46" name="Content Placeholder 4">
            <a:extLst>
              <a:ext uri="{FF2B5EF4-FFF2-40B4-BE49-F238E27FC236}">
                <a16:creationId xmlns:a16="http://schemas.microsoft.com/office/drawing/2014/main" id="{3792D816-B07B-6473-C0C8-A7D74C107735}"/>
              </a:ext>
            </a:extLst>
          </p:cNvPr>
          <p:cNvSpPr txBox="1">
            <a:spLocks/>
          </p:cNvSpPr>
          <p:nvPr/>
        </p:nvSpPr>
        <p:spPr>
          <a:xfrm>
            <a:off x="506615" y="5593064"/>
            <a:ext cx="11075677" cy="1027274"/>
          </a:xfrm>
          <a:prstGeom prst="rect">
            <a:avLst/>
          </a:prstGeom>
        </p:spPr>
        <p:txBody>
          <a:bodyPr lIns="121424" tIns="60711" rIns="121424" bIns="60711"/>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endParaRPr lang="pt-BR" sz="2394" b="0">
              <a:latin typeface="Aptos" panose="020B0004020202020204" pitchFamily="34" charset="0"/>
            </a:endParaRPr>
          </a:p>
        </p:txBody>
      </p:sp>
      <p:graphicFrame>
        <p:nvGraphicFramePr>
          <p:cNvPr id="49" name="Table 48">
            <a:extLst>
              <a:ext uri="{FF2B5EF4-FFF2-40B4-BE49-F238E27FC236}">
                <a16:creationId xmlns:a16="http://schemas.microsoft.com/office/drawing/2014/main" id="{B0FE97A4-B677-A705-A3DA-E0A3EC9448AB}"/>
              </a:ext>
            </a:extLst>
          </p:cNvPr>
          <p:cNvGraphicFramePr>
            <a:graphicFrameLocks noGrp="1"/>
          </p:cNvGraphicFramePr>
          <p:nvPr>
            <p:extLst>
              <p:ext uri="{D42A27DB-BD31-4B8C-83A1-F6EECF244321}">
                <p14:modId xmlns:p14="http://schemas.microsoft.com/office/powerpoint/2010/main" val="2039405263"/>
              </p:ext>
            </p:extLst>
          </p:nvPr>
        </p:nvGraphicFramePr>
        <p:xfrm>
          <a:off x="680848" y="2952710"/>
          <a:ext cx="10982066" cy="2168124"/>
        </p:xfrm>
        <a:graphic>
          <a:graphicData uri="http://schemas.openxmlformats.org/drawingml/2006/table">
            <a:tbl>
              <a:tblPr/>
              <a:tblGrid>
                <a:gridCol w="676048">
                  <a:extLst>
                    <a:ext uri="{9D8B030D-6E8A-4147-A177-3AD203B41FA5}">
                      <a16:colId xmlns:a16="http://schemas.microsoft.com/office/drawing/2014/main" val="1950746029"/>
                    </a:ext>
                  </a:extLst>
                </a:gridCol>
                <a:gridCol w="1912515">
                  <a:extLst>
                    <a:ext uri="{9D8B030D-6E8A-4147-A177-3AD203B41FA5}">
                      <a16:colId xmlns:a16="http://schemas.microsoft.com/office/drawing/2014/main" val="2745003998"/>
                    </a:ext>
                  </a:extLst>
                </a:gridCol>
                <a:gridCol w="1095555">
                  <a:extLst>
                    <a:ext uri="{9D8B030D-6E8A-4147-A177-3AD203B41FA5}">
                      <a16:colId xmlns:a16="http://schemas.microsoft.com/office/drawing/2014/main" val="3285728382"/>
                    </a:ext>
                  </a:extLst>
                </a:gridCol>
                <a:gridCol w="1578634">
                  <a:extLst>
                    <a:ext uri="{9D8B030D-6E8A-4147-A177-3AD203B41FA5}">
                      <a16:colId xmlns:a16="http://schemas.microsoft.com/office/drawing/2014/main" val="2737218482"/>
                    </a:ext>
                  </a:extLst>
                </a:gridCol>
                <a:gridCol w="1293962">
                  <a:extLst>
                    <a:ext uri="{9D8B030D-6E8A-4147-A177-3AD203B41FA5}">
                      <a16:colId xmlns:a16="http://schemas.microsoft.com/office/drawing/2014/main" val="3945979691"/>
                    </a:ext>
                  </a:extLst>
                </a:gridCol>
                <a:gridCol w="1768415">
                  <a:extLst>
                    <a:ext uri="{9D8B030D-6E8A-4147-A177-3AD203B41FA5}">
                      <a16:colId xmlns:a16="http://schemas.microsoft.com/office/drawing/2014/main" val="3076787009"/>
                    </a:ext>
                  </a:extLst>
                </a:gridCol>
                <a:gridCol w="2656937">
                  <a:extLst>
                    <a:ext uri="{9D8B030D-6E8A-4147-A177-3AD203B41FA5}">
                      <a16:colId xmlns:a16="http://schemas.microsoft.com/office/drawing/2014/main" val="3474398139"/>
                    </a:ext>
                  </a:extLst>
                </a:gridCol>
              </a:tblGrid>
              <a:tr h="353155">
                <a:tc gridSpan="7">
                  <a:txBody>
                    <a:bodyPr/>
                    <a:lstStyle/>
                    <a:p>
                      <a:pPr algn="ctr" fontAlgn="b">
                        <a:buNone/>
                      </a:pPr>
                      <a:r>
                        <a:rPr lang="en-US" sz="1600" b="1" i="0" u="none" strike="noStrike">
                          <a:solidFill>
                            <a:schemeClr val="tx1">
                              <a:lumMod val="50000"/>
                            </a:schemeClr>
                          </a:solidFill>
                          <a:effectLst/>
                          <a:latin typeface="Aptos" panose="020B0004020202020204" pitchFamily="34" charset="0"/>
                        </a:rPr>
                        <a:t>Train Consist</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buNone/>
                      </a:pPr>
                      <a:endParaRPr lang="en-US" sz="1600" b="1" i="0" u="none" strike="noStrike" dirty="0">
                        <a:solidFill>
                          <a:srgbClr val="FFFFFF"/>
                        </a:solidFill>
                        <a:effectLst/>
                        <a:latin typeface="+mn-lt"/>
                      </a:endParaRP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860456344"/>
                  </a:ext>
                </a:extLst>
              </a:tr>
              <a:tr h="329447">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 Cars</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Loco Position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DTM</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Loaded Weight (Metric Ton)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Length (m)</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Total Car Axles</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b">
                        <a:buNone/>
                      </a:pPr>
                      <a:r>
                        <a:rPr lang="en-US" sz="1600" b="0" i="0" kern="1200">
                          <a:solidFill>
                            <a:schemeClr val="tx1">
                              <a:lumMod val="50000"/>
                            </a:schemeClr>
                          </a:solidFill>
                          <a:latin typeface="Aptos" panose="020B0004020202020204" pitchFamily="34" charset="0"/>
                          <a:ea typeface="Tahoma" pitchFamily="34" charset="0"/>
                        </a:rPr>
                        <a:t>Similarities with RUMO over 1 year</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2967156911"/>
                  </a:ext>
                </a:extLst>
              </a:tr>
              <a:tr h="329447">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84</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(1x27x1x57x1)</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10920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1530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336</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0.4%</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19205592"/>
                  </a:ext>
                </a:extLst>
              </a:tr>
              <a:tr h="329447">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120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(2x40x1x80x1)</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15600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2250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480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3.1%</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49083904"/>
                  </a:ext>
                </a:extLst>
              </a:tr>
              <a:tr h="329447">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135</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(2x43x1x92x1)</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17200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2400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540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5.2%</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30469631"/>
                  </a:ext>
                </a:extLst>
              </a:tr>
              <a:tr h="329447">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135</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(2x42x1x42x1x51)</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N</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17200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2400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540</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400" b="0" i="0" kern="1200">
                          <a:solidFill>
                            <a:schemeClr val="tx1">
                              <a:lumMod val="50000"/>
                            </a:schemeClr>
                          </a:solidFill>
                          <a:latin typeface="Aptos" panose="020B0004020202020204" pitchFamily="34" charset="0"/>
                          <a:ea typeface="Tahoma" pitchFamily="34" charset="0"/>
                        </a:rPr>
                        <a:t>Included in the 5.2% above</a:t>
                      </a:r>
                    </a:p>
                  </a:txBody>
                  <a:tcPr marL="9501" marR="9501" marT="95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4790180"/>
                  </a:ext>
                </a:extLst>
              </a:tr>
            </a:tbl>
          </a:graphicData>
        </a:graphic>
      </p:graphicFrame>
      <p:pic>
        <p:nvPicPr>
          <p:cNvPr id="56" name="Picture 55" descr="A red box car on a train track&#10;&#10;AI-generated content may be incorrect.">
            <a:extLst>
              <a:ext uri="{FF2B5EF4-FFF2-40B4-BE49-F238E27FC236}">
                <a16:creationId xmlns:a16="http://schemas.microsoft.com/office/drawing/2014/main" id="{A52F2B8A-A1E8-A7AD-2B45-186F9C8D383C}"/>
              </a:ext>
            </a:extLst>
          </p:cNvPr>
          <p:cNvPicPr>
            <a:picLocks noChangeAspect="1"/>
          </p:cNvPicPr>
          <p:nvPr/>
        </p:nvPicPr>
        <p:blipFill>
          <a:blip r:embed="rId2" cstate="email">
            <a:extLst>
              <a:ext uri="{28A0092B-C50C-407E-A947-70E740481C1C}">
                <a14:useLocalDpi xmlns:a14="http://schemas.microsoft.com/office/drawing/2010/main" val="0"/>
              </a:ext>
            </a:extLst>
          </a:blip>
          <a:srcRect b="17492"/>
          <a:stretch>
            <a:fillRect/>
          </a:stretch>
        </p:blipFill>
        <p:spPr>
          <a:xfrm>
            <a:off x="4329122" y="5509351"/>
            <a:ext cx="980078" cy="287151"/>
          </a:xfrm>
          <a:prstGeom prst="rect">
            <a:avLst/>
          </a:prstGeom>
        </p:spPr>
      </p:pic>
      <p:pic>
        <p:nvPicPr>
          <p:cNvPr id="80" name="Picture 79" descr="A red box car on a train track&#10;&#10;AI-generated content may be incorrect.">
            <a:extLst>
              <a:ext uri="{FF2B5EF4-FFF2-40B4-BE49-F238E27FC236}">
                <a16:creationId xmlns:a16="http://schemas.microsoft.com/office/drawing/2014/main" id="{C5F6E5B9-5424-798B-F9B6-7A8D2BB8D0C4}"/>
              </a:ext>
            </a:extLst>
          </p:cNvPr>
          <p:cNvPicPr>
            <a:picLocks noChangeAspect="1"/>
          </p:cNvPicPr>
          <p:nvPr/>
        </p:nvPicPr>
        <p:blipFill>
          <a:blip r:embed="rId2" cstate="email">
            <a:extLst>
              <a:ext uri="{28A0092B-C50C-407E-A947-70E740481C1C}">
                <a14:useLocalDpi xmlns:a14="http://schemas.microsoft.com/office/drawing/2010/main" val="0"/>
              </a:ext>
            </a:extLst>
          </a:blip>
          <a:srcRect b="17492"/>
          <a:stretch>
            <a:fillRect/>
          </a:stretch>
        </p:blipFill>
        <p:spPr>
          <a:xfrm>
            <a:off x="6495127" y="5487495"/>
            <a:ext cx="980078" cy="287151"/>
          </a:xfrm>
          <a:prstGeom prst="rect">
            <a:avLst/>
          </a:prstGeom>
        </p:spPr>
      </p:pic>
      <p:pic>
        <p:nvPicPr>
          <p:cNvPr id="81" name="Picture 80">
            <a:extLst>
              <a:ext uri="{FF2B5EF4-FFF2-40B4-BE49-F238E27FC236}">
                <a16:creationId xmlns:a16="http://schemas.microsoft.com/office/drawing/2014/main" id="{F273F7B0-A4C7-E462-A0FD-79B925C7B662}"/>
              </a:ext>
            </a:extLst>
          </p:cNvPr>
          <p:cNvPicPr>
            <a:picLocks noChangeAspect="1"/>
          </p:cNvPicPr>
          <p:nvPr/>
        </p:nvPicPr>
        <p:blipFill>
          <a:blip r:embed="rId3"/>
          <a:stretch>
            <a:fillRect/>
          </a:stretch>
        </p:blipFill>
        <p:spPr>
          <a:xfrm>
            <a:off x="5267922" y="5484441"/>
            <a:ext cx="1268480" cy="314180"/>
          </a:xfrm>
          <a:prstGeom prst="rect">
            <a:avLst/>
          </a:prstGeom>
        </p:spPr>
      </p:pic>
      <p:pic>
        <p:nvPicPr>
          <p:cNvPr id="83" name="Picture 82" descr="A red box car on a train track&#10;&#10;AI-generated content may be incorrect.">
            <a:extLst>
              <a:ext uri="{FF2B5EF4-FFF2-40B4-BE49-F238E27FC236}">
                <a16:creationId xmlns:a16="http://schemas.microsoft.com/office/drawing/2014/main" id="{1F12E6C0-05F5-CE6B-E177-98AF436CF054}"/>
              </a:ext>
            </a:extLst>
          </p:cNvPr>
          <p:cNvPicPr>
            <a:picLocks noChangeAspect="1"/>
          </p:cNvPicPr>
          <p:nvPr/>
        </p:nvPicPr>
        <p:blipFill>
          <a:blip r:embed="rId2" cstate="email">
            <a:extLst>
              <a:ext uri="{28A0092B-C50C-407E-A947-70E740481C1C}">
                <a14:useLocalDpi xmlns:a14="http://schemas.microsoft.com/office/drawing/2010/main" val="0"/>
              </a:ext>
            </a:extLst>
          </a:blip>
          <a:srcRect b="17492"/>
          <a:stretch>
            <a:fillRect/>
          </a:stretch>
        </p:blipFill>
        <p:spPr>
          <a:xfrm>
            <a:off x="7409427" y="5484441"/>
            <a:ext cx="980078" cy="287151"/>
          </a:xfrm>
          <a:prstGeom prst="rect">
            <a:avLst/>
          </a:prstGeom>
        </p:spPr>
      </p:pic>
      <p:pic>
        <p:nvPicPr>
          <p:cNvPr id="84" name="Picture 83" descr="A red box car on a train track&#10;&#10;AI-generated content may be incorrect.">
            <a:extLst>
              <a:ext uri="{FF2B5EF4-FFF2-40B4-BE49-F238E27FC236}">
                <a16:creationId xmlns:a16="http://schemas.microsoft.com/office/drawing/2014/main" id="{7E3D0D52-CEF5-B93C-0AED-461E919723BF}"/>
              </a:ext>
            </a:extLst>
          </p:cNvPr>
          <p:cNvPicPr>
            <a:picLocks noChangeAspect="1"/>
          </p:cNvPicPr>
          <p:nvPr/>
        </p:nvPicPr>
        <p:blipFill>
          <a:blip r:embed="rId2" cstate="email">
            <a:extLst>
              <a:ext uri="{28A0092B-C50C-407E-A947-70E740481C1C}">
                <a14:useLocalDpi xmlns:a14="http://schemas.microsoft.com/office/drawing/2010/main" val="0"/>
              </a:ext>
            </a:extLst>
          </a:blip>
          <a:srcRect b="17492"/>
          <a:stretch>
            <a:fillRect/>
          </a:stretch>
        </p:blipFill>
        <p:spPr>
          <a:xfrm>
            <a:off x="7475327" y="5485396"/>
            <a:ext cx="980078" cy="287151"/>
          </a:xfrm>
          <a:prstGeom prst="rect">
            <a:avLst/>
          </a:prstGeom>
        </p:spPr>
      </p:pic>
      <p:pic>
        <p:nvPicPr>
          <p:cNvPr id="85" name="Picture 84">
            <a:extLst>
              <a:ext uri="{FF2B5EF4-FFF2-40B4-BE49-F238E27FC236}">
                <a16:creationId xmlns:a16="http://schemas.microsoft.com/office/drawing/2014/main" id="{C1EF0683-847A-20CA-5F46-14F7C334BBDF}"/>
              </a:ext>
            </a:extLst>
          </p:cNvPr>
          <p:cNvPicPr>
            <a:picLocks noChangeAspect="1"/>
          </p:cNvPicPr>
          <p:nvPr/>
        </p:nvPicPr>
        <p:blipFill>
          <a:blip r:embed="rId3"/>
          <a:stretch>
            <a:fillRect/>
          </a:stretch>
        </p:blipFill>
        <p:spPr>
          <a:xfrm>
            <a:off x="8389504" y="5476247"/>
            <a:ext cx="1268480" cy="314180"/>
          </a:xfrm>
          <a:prstGeom prst="rect">
            <a:avLst/>
          </a:prstGeom>
        </p:spPr>
      </p:pic>
      <p:cxnSp>
        <p:nvCxnSpPr>
          <p:cNvPr id="86" name="Straight Connector 85">
            <a:extLst>
              <a:ext uri="{FF2B5EF4-FFF2-40B4-BE49-F238E27FC236}">
                <a16:creationId xmlns:a16="http://schemas.microsoft.com/office/drawing/2014/main" id="{ACBDD452-34AC-3961-0A03-2CE5119D538D}"/>
              </a:ext>
            </a:extLst>
          </p:cNvPr>
          <p:cNvCxnSpPr/>
          <p:nvPr/>
        </p:nvCxnSpPr>
        <p:spPr>
          <a:xfrm>
            <a:off x="1555869" y="5790082"/>
            <a:ext cx="8318697" cy="0"/>
          </a:xfrm>
          <a:prstGeom prst="line">
            <a:avLst/>
          </a:prstGeom>
          <a:ln>
            <a:solidFill>
              <a:schemeClr val="bg2">
                <a:lumMod val="10000"/>
              </a:schemeClr>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11E37236-D1A5-06DD-907B-D7EFF9177A89}"/>
              </a:ext>
            </a:extLst>
          </p:cNvPr>
          <p:cNvCxnSpPr>
            <a:cxnSpLocks/>
          </p:cNvCxnSpPr>
          <p:nvPr/>
        </p:nvCxnSpPr>
        <p:spPr>
          <a:xfrm>
            <a:off x="1556143" y="5818840"/>
            <a:ext cx="8318697" cy="0"/>
          </a:xfrm>
          <a:prstGeom prst="line">
            <a:avLst/>
          </a:prstGeom>
          <a:ln>
            <a:solidFill>
              <a:schemeClr val="accent5">
                <a:lumMod val="50000"/>
              </a:schemeClr>
            </a:solidFill>
            <a:prstDash val="dash"/>
          </a:ln>
        </p:spPr>
        <p:style>
          <a:lnRef idx="2">
            <a:schemeClr val="accent1"/>
          </a:lnRef>
          <a:fillRef idx="0">
            <a:schemeClr val="accent1"/>
          </a:fillRef>
          <a:effectRef idx="1">
            <a:schemeClr val="accent1"/>
          </a:effectRef>
          <a:fontRef idx="minor">
            <a:schemeClr val="tx1"/>
          </a:fontRef>
        </p:style>
      </p:cxnSp>
      <p:pic>
        <p:nvPicPr>
          <p:cNvPr id="90" name="Picture 89" descr="A red box car on a train track&#10;&#10;AI-generated content may be incorrect.">
            <a:extLst>
              <a:ext uri="{FF2B5EF4-FFF2-40B4-BE49-F238E27FC236}">
                <a16:creationId xmlns:a16="http://schemas.microsoft.com/office/drawing/2014/main" id="{90B14B04-9CB9-809F-7CAC-04469BF8BE5D}"/>
              </a:ext>
            </a:extLst>
          </p:cNvPr>
          <p:cNvPicPr>
            <a:picLocks noChangeAspect="1"/>
          </p:cNvPicPr>
          <p:nvPr/>
        </p:nvPicPr>
        <p:blipFill>
          <a:blip r:embed="rId4" cstate="email">
            <a:extLst>
              <a:ext uri="{28A0092B-C50C-407E-A947-70E740481C1C}">
                <a14:useLocalDpi xmlns:a14="http://schemas.microsoft.com/office/drawing/2010/main" val="0"/>
              </a:ext>
            </a:extLst>
          </a:blip>
          <a:srcRect b="17492"/>
          <a:stretch>
            <a:fillRect/>
          </a:stretch>
        </p:blipFill>
        <p:spPr>
          <a:xfrm>
            <a:off x="2266721" y="1929570"/>
            <a:ext cx="1586381" cy="464790"/>
          </a:xfrm>
          <a:prstGeom prst="rect">
            <a:avLst/>
          </a:prstGeom>
        </p:spPr>
      </p:pic>
    </p:spTree>
    <p:extLst>
      <p:ext uri="{BB962C8B-B14F-4D97-AF65-F5344CB8AC3E}">
        <p14:creationId xmlns:p14="http://schemas.microsoft.com/office/powerpoint/2010/main" val="2981409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C9BB5F8-2994-E63A-2E4B-320CD722C93F}"/>
              </a:ext>
            </a:extLst>
          </p:cNvPr>
          <p:cNvCxnSpPr>
            <a:cxnSpLocks/>
            <a:stCxn id="24" idx="6"/>
            <a:endCxn id="27" idx="2"/>
          </p:cNvCxnSpPr>
          <p:nvPr/>
        </p:nvCxnSpPr>
        <p:spPr>
          <a:xfrm flipV="1">
            <a:off x="1396002" y="5682000"/>
            <a:ext cx="4958060" cy="4"/>
          </a:xfrm>
          <a:prstGeom prst="line">
            <a:avLst/>
          </a:prstGeom>
          <a:noFill/>
          <a:ln w="57150" cap="flat" cmpd="sng" algn="ctr">
            <a:solidFill>
              <a:srgbClr val="FF0000"/>
            </a:solidFill>
            <a:prstDash val="solid"/>
          </a:ln>
          <a:effectLst/>
        </p:spPr>
      </p:cxnSp>
      <p:sp>
        <p:nvSpPr>
          <p:cNvPr id="6" name="Date Placeholder 2">
            <a:extLst>
              <a:ext uri="{FF2B5EF4-FFF2-40B4-BE49-F238E27FC236}">
                <a16:creationId xmlns:a16="http://schemas.microsoft.com/office/drawing/2014/main" id="{91531A40-7AB0-3601-ADF5-41C2245E3CDA}"/>
              </a:ext>
            </a:extLst>
          </p:cNvPr>
          <p:cNvSpPr txBox="1">
            <a:spLocks/>
          </p:cNvSpPr>
          <p:nvPr/>
        </p:nvSpPr>
        <p:spPr>
          <a:xfrm>
            <a:off x="10523431" y="6494444"/>
            <a:ext cx="858277" cy="144916"/>
          </a:xfrm>
          <a:prstGeom prst="rect">
            <a:avLst/>
          </a:prstGeom>
        </p:spPr>
        <p:txBody>
          <a:bodyPr vert="horz" lIns="0" tIns="0" rIns="0" bIns="0" rtlCol="0" anchor="t" anchorCtr="0">
            <a:noAutofit/>
          </a:bodyPr>
          <a:lstStyle>
            <a:defPPr>
              <a:defRPr lang="en-US"/>
            </a:defPPr>
            <a:lvl1pPr marL="0" algn="r" defTabSz="914400" rtl="0" eaLnBrk="1" latinLnBrk="0" hangingPunct="1">
              <a:defRPr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9AC9EBFE-5BA1-460F-BE92-8CF5579A714B}" type="datetime4">
              <a:rPr lang="en-US" smtClean="0">
                <a:solidFill>
                  <a:srgbClr val="63666A"/>
                </a:solidFill>
                <a:latin typeface="Aptos" panose="020B0004020202020204" pitchFamily="34" charset="0"/>
              </a:rPr>
              <a:pPr fontAlgn="auto">
                <a:spcBef>
                  <a:spcPts val="0"/>
                </a:spcBef>
                <a:spcAft>
                  <a:spcPts val="0"/>
                </a:spcAft>
              </a:pPr>
              <a:t>July 17, 2026</a:t>
            </a:fld>
            <a:endParaRPr lang="en-CA">
              <a:solidFill>
                <a:srgbClr val="63666A"/>
              </a:solidFill>
              <a:latin typeface="Aptos" panose="020B0004020202020204" pitchFamily="34" charset="0"/>
            </a:endParaRPr>
          </a:p>
        </p:txBody>
      </p:sp>
      <p:cxnSp>
        <p:nvCxnSpPr>
          <p:cNvPr id="7" name="Straight Connector 6">
            <a:extLst>
              <a:ext uri="{FF2B5EF4-FFF2-40B4-BE49-F238E27FC236}">
                <a16:creationId xmlns:a16="http://schemas.microsoft.com/office/drawing/2014/main" id="{0C607E07-DAE2-7A30-728A-4DBDAB1667DD}"/>
              </a:ext>
            </a:extLst>
          </p:cNvPr>
          <p:cNvCxnSpPr>
            <a:cxnSpLocks/>
          </p:cNvCxnSpPr>
          <p:nvPr/>
        </p:nvCxnSpPr>
        <p:spPr>
          <a:xfrm flipV="1">
            <a:off x="9089725" y="1141742"/>
            <a:ext cx="2049304" cy="331"/>
          </a:xfrm>
          <a:prstGeom prst="line">
            <a:avLst/>
          </a:prstGeom>
          <a:noFill/>
          <a:ln w="57150" cap="flat" cmpd="sng" algn="ctr">
            <a:solidFill>
              <a:srgbClr val="92D050"/>
            </a:solidFill>
            <a:prstDash val="solid"/>
          </a:ln>
          <a:effectLst/>
        </p:spPr>
      </p:cxnSp>
      <p:sp>
        <p:nvSpPr>
          <p:cNvPr id="8" name="Oval 7">
            <a:extLst>
              <a:ext uri="{FF2B5EF4-FFF2-40B4-BE49-F238E27FC236}">
                <a16:creationId xmlns:a16="http://schemas.microsoft.com/office/drawing/2014/main" id="{65E8CB28-0481-C21D-C363-C8F50F3FBA2B}"/>
              </a:ext>
            </a:extLst>
          </p:cNvPr>
          <p:cNvSpPr/>
          <p:nvPr/>
        </p:nvSpPr>
        <p:spPr>
          <a:xfrm>
            <a:off x="9559836" y="1033384"/>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9" name="TextBox 8">
            <a:extLst>
              <a:ext uri="{FF2B5EF4-FFF2-40B4-BE49-F238E27FC236}">
                <a16:creationId xmlns:a16="http://schemas.microsoft.com/office/drawing/2014/main" id="{3976681F-70AB-7C9B-5541-804A587828C5}"/>
              </a:ext>
            </a:extLst>
          </p:cNvPr>
          <p:cNvSpPr txBox="1"/>
          <p:nvPr/>
        </p:nvSpPr>
        <p:spPr>
          <a:xfrm>
            <a:off x="9033219" y="441584"/>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ZZM – Simonsen</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290</a:t>
            </a:r>
            <a:endParaRPr lang="en-US" sz="1100">
              <a:solidFill>
                <a:srgbClr val="63666A"/>
              </a:solidFill>
              <a:latin typeface="Aptos" panose="020B0004020202020204" pitchFamily="34" charset="0"/>
              <a:ea typeface="+mn-ea"/>
              <a:cs typeface="+mn-cs"/>
            </a:endParaRPr>
          </a:p>
        </p:txBody>
      </p:sp>
      <p:sp>
        <p:nvSpPr>
          <p:cNvPr id="10" name="TextBox 9">
            <a:extLst>
              <a:ext uri="{FF2B5EF4-FFF2-40B4-BE49-F238E27FC236}">
                <a16:creationId xmlns:a16="http://schemas.microsoft.com/office/drawing/2014/main" id="{3932D1C8-05F6-172C-36FC-313E25C68FC3}"/>
              </a:ext>
            </a:extLst>
          </p:cNvPr>
          <p:cNvSpPr txBox="1"/>
          <p:nvPr/>
        </p:nvSpPr>
        <p:spPr>
          <a:xfrm>
            <a:off x="10490783" y="474647"/>
            <a:ext cx="1472297" cy="692497"/>
          </a:xfrm>
          <a:prstGeom prst="rect">
            <a:avLst/>
          </a:prstGeom>
          <a:noFill/>
        </p:spPr>
        <p:txBody>
          <a:bodyPr wrap="square" lIns="0" tIns="0" rIns="0" bIns="0" rtlCol="0">
            <a:spAutoFit/>
          </a:bodyPr>
          <a:lstStyle/>
          <a:p>
            <a:pPr algn="ctr" defTabSz="914400" fontAlgn="auto">
              <a:spcBef>
                <a:spcPts val="0"/>
              </a:spcBef>
              <a:spcAft>
                <a:spcPts val="0"/>
              </a:spcAft>
            </a:pPr>
            <a:r>
              <a:rPr lang="pt-BR" sz="900" b="1">
                <a:solidFill>
                  <a:srgbClr val="63666A"/>
                </a:solidFill>
                <a:latin typeface="Aptos" panose="020B0004020202020204" pitchFamily="34" charset="0"/>
                <a:ea typeface="+mn-ea"/>
                <a:cs typeface="+mn-cs"/>
              </a:rPr>
              <a:t>ZRU – Rio Preto Paulista</a:t>
            </a:r>
          </a:p>
          <a:p>
            <a:pPr algn="ctr" defTabSz="914400" fontAlgn="auto">
              <a:spcBef>
                <a:spcPts val="0"/>
              </a:spcBef>
              <a:spcAft>
                <a:spcPts val="0"/>
              </a:spcAft>
            </a:pPr>
            <a:r>
              <a:rPr lang="pt-BR" sz="900" err="1">
                <a:solidFill>
                  <a:srgbClr val="63666A"/>
                </a:solidFill>
                <a:latin typeface="Aptos" panose="020B0004020202020204" pitchFamily="34" charset="0"/>
                <a:ea typeface="+mn-ea"/>
                <a:cs typeface="+mn-cs"/>
              </a:rPr>
              <a:t>Crew</a:t>
            </a:r>
            <a:r>
              <a:rPr lang="pt-BR" sz="900">
                <a:solidFill>
                  <a:srgbClr val="63666A"/>
                </a:solidFill>
                <a:latin typeface="Aptos" panose="020B0004020202020204" pitchFamily="34" charset="0"/>
                <a:ea typeface="+mn-ea"/>
                <a:cs typeface="+mn-cs"/>
              </a:rPr>
              <a:t> </a:t>
            </a:r>
            <a:r>
              <a:rPr lang="pt-BR" sz="900" err="1">
                <a:solidFill>
                  <a:srgbClr val="63666A"/>
                </a:solidFill>
                <a:latin typeface="Aptos" panose="020B0004020202020204" pitchFamily="34" charset="0"/>
                <a:ea typeface="+mn-ea"/>
                <a:cs typeface="+mn-cs"/>
              </a:rPr>
              <a:t>Change</a:t>
            </a:r>
            <a:r>
              <a:rPr lang="pt-BR" sz="9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900">
                <a:solidFill>
                  <a:srgbClr val="63666A"/>
                </a:solidFill>
                <a:latin typeface="Aptos" panose="020B0004020202020204" pitchFamily="34" charset="0"/>
                <a:ea typeface="+mn-ea"/>
                <a:cs typeface="+mn-cs"/>
              </a:rPr>
              <a:t>KMP 202</a:t>
            </a:r>
          </a:p>
          <a:p>
            <a:pPr algn="ctr" defTabSz="914400" fontAlgn="auto">
              <a:spcBef>
                <a:spcPts val="0"/>
              </a:spcBef>
              <a:spcAft>
                <a:spcPts val="0"/>
              </a:spcAft>
            </a:pPr>
            <a:r>
              <a:rPr lang="pt-BR" sz="900" b="1">
                <a:solidFill>
                  <a:srgbClr val="63666A"/>
                </a:solidFill>
                <a:latin typeface="Aptos" panose="020B0004020202020204" pitchFamily="34" charset="0"/>
                <a:ea typeface="+mn-ea"/>
                <a:cs typeface="+mn-cs"/>
              </a:rPr>
              <a:t>KMP 257 </a:t>
            </a:r>
            <a:r>
              <a:rPr lang="pt-BR" sz="900" b="1">
                <a:solidFill>
                  <a:srgbClr val="63666A"/>
                </a:solidFill>
                <a:latin typeface="Aptos" panose="020B0004020202020204" pitchFamily="34" charset="0"/>
                <a:ea typeface="+mn-ea"/>
                <a:cs typeface="+mn-cs"/>
                <a:sym typeface="Wingdings" panose="05000000000000000000" pitchFamily="2" charset="2"/>
              </a:rPr>
              <a:t> </a:t>
            </a:r>
            <a:r>
              <a:rPr lang="pt-BR" sz="900" b="1">
                <a:solidFill>
                  <a:srgbClr val="FF0000"/>
                </a:solidFill>
                <a:latin typeface="Aptos" panose="020B0004020202020204" pitchFamily="34" charset="0"/>
                <a:ea typeface="+mn-ea"/>
                <a:cs typeface="+mn-cs"/>
                <a:sym typeface="Wingdings" panose="05000000000000000000" pitchFamily="2" charset="2"/>
              </a:rPr>
              <a:t></a:t>
            </a:r>
            <a:r>
              <a:rPr lang="pt-BR" sz="900" b="1">
                <a:solidFill>
                  <a:srgbClr val="63666A"/>
                </a:solidFill>
                <a:latin typeface="Aptos" panose="020B0004020202020204" pitchFamily="34" charset="0"/>
                <a:ea typeface="+mn-ea"/>
                <a:cs typeface="+mn-cs"/>
                <a:sym typeface="Wingdings" panose="05000000000000000000" pitchFamily="2" charset="2"/>
              </a:rPr>
              <a:t> </a:t>
            </a:r>
            <a:r>
              <a:rPr lang="pt-BR" sz="900" b="1">
                <a:solidFill>
                  <a:srgbClr val="FF0000"/>
                </a:solidFill>
                <a:latin typeface="Aptos" panose="020B0004020202020204" pitchFamily="34" charset="0"/>
                <a:ea typeface="+mn-ea"/>
                <a:cs typeface="+mn-cs"/>
                <a:sym typeface="Wingdings" panose="05000000000000000000" pitchFamily="2" charset="2"/>
              </a:rPr>
              <a:t></a:t>
            </a:r>
            <a:r>
              <a:rPr lang="pt-BR" sz="900" b="1">
                <a:solidFill>
                  <a:srgbClr val="63666A"/>
                </a:solidFill>
                <a:latin typeface="Aptos" panose="020B0004020202020204" pitchFamily="34" charset="0"/>
                <a:ea typeface="+mn-ea"/>
                <a:cs typeface="+mn-cs"/>
                <a:sym typeface="Wingdings" panose="05000000000000000000" pitchFamily="2" charset="2"/>
              </a:rPr>
              <a:t> </a:t>
            </a:r>
            <a:r>
              <a:rPr lang="pt-BR" sz="900" b="1">
                <a:solidFill>
                  <a:srgbClr val="63666A"/>
                </a:solidFill>
                <a:latin typeface="Aptos" panose="020B0004020202020204" pitchFamily="34" charset="0"/>
                <a:ea typeface="+mn-ea"/>
                <a:cs typeface="+mn-cs"/>
              </a:rPr>
              <a:t>KMP 156</a:t>
            </a:r>
          </a:p>
          <a:p>
            <a:pPr algn="ctr" defTabSz="914400" fontAlgn="auto">
              <a:spcBef>
                <a:spcPts val="0"/>
              </a:spcBef>
              <a:spcAft>
                <a:spcPts val="0"/>
              </a:spcAft>
            </a:pPr>
            <a:endParaRPr lang="en-US" sz="900">
              <a:solidFill>
                <a:srgbClr val="63666A"/>
              </a:solidFill>
              <a:latin typeface="Aptos" panose="020B0004020202020204" pitchFamily="34" charset="0"/>
              <a:ea typeface="+mn-ea"/>
              <a:cs typeface="+mn-cs"/>
            </a:endParaRPr>
          </a:p>
        </p:txBody>
      </p:sp>
      <p:sp>
        <p:nvSpPr>
          <p:cNvPr id="11" name="TextBox 10">
            <a:extLst>
              <a:ext uri="{FF2B5EF4-FFF2-40B4-BE49-F238E27FC236}">
                <a16:creationId xmlns:a16="http://schemas.microsoft.com/office/drawing/2014/main" id="{86221596-EE9C-9B8C-2A6B-DE92EA2804E4}"/>
              </a:ext>
            </a:extLst>
          </p:cNvPr>
          <p:cNvSpPr txBox="1"/>
          <p:nvPr/>
        </p:nvSpPr>
        <p:spPr>
          <a:xfrm>
            <a:off x="281088" y="2446128"/>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ZSD – Santa Adélia</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114</a:t>
            </a:r>
            <a:endParaRPr lang="en-US" sz="1100">
              <a:solidFill>
                <a:srgbClr val="63666A"/>
              </a:solidFill>
              <a:latin typeface="Aptos" panose="020B0004020202020204" pitchFamily="34" charset="0"/>
              <a:ea typeface="+mn-ea"/>
              <a:cs typeface="+mn-cs"/>
            </a:endParaRPr>
          </a:p>
        </p:txBody>
      </p:sp>
      <p:sp>
        <p:nvSpPr>
          <p:cNvPr id="12" name="TextBox 11">
            <a:extLst>
              <a:ext uri="{FF2B5EF4-FFF2-40B4-BE49-F238E27FC236}">
                <a16:creationId xmlns:a16="http://schemas.microsoft.com/office/drawing/2014/main" id="{BC89CFFE-4E3D-A3E2-935E-FCCB5A7937FE}"/>
              </a:ext>
            </a:extLst>
          </p:cNvPr>
          <p:cNvSpPr txBox="1"/>
          <p:nvPr/>
        </p:nvSpPr>
        <p:spPr>
          <a:xfrm>
            <a:off x="1928640" y="3354860"/>
            <a:ext cx="1551043" cy="677108"/>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ZTO – Tutoia/Araraquara</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Rail</a:t>
            </a:r>
            <a:r>
              <a:rPr lang="pt-BR" sz="1100">
                <a:solidFill>
                  <a:srgbClr val="63666A"/>
                </a:solidFill>
                <a:latin typeface="Aptos" panose="020B0004020202020204" pitchFamily="34" charset="0"/>
                <a:ea typeface="+mn-ea"/>
                <a:cs typeface="+mn-cs"/>
              </a:rPr>
              <a:t> Road KMP </a:t>
            </a:r>
            <a:r>
              <a:rPr lang="pt-BR" sz="1100" err="1">
                <a:solidFill>
                  <a:srgbClr val="63666A"/>
                </a:solidFill>
                <a:latin typeface="Aptos" panose="020B0004020202020204" pitchFamily="34" charset="0"/>
                <a:ea typeface="+mn-ea"/>
                <a:cs typeface="+mn-cs"/>
              </a:rPr>
              <a:t>Change</a:t>
            </a:r>
            <a:endParaRPr lang="pt-BR" sz="1100">
              <a:solidFill>
                <a:srgbClr val="63666A"/>
              </a:solidFill>
              <a:latin typeface="Aptos" panose="020B0004020202020204" pitchFamily="34" charset="0"/>
              <a:ea typeface="+mn-ea"/>
              <a:cs typeface="+mn-cs"/>
            </a:endParaRP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0 – KMP 253</a:t>
            </a:r>
          </a:p>
        </p:txBody>
      </p:sp>
      <p:sp>
        <p:nvSpPr>
          <p:cNvPr id="13" name="TextBox 12">
            <a:extLst>
              <a:ext uri="{FF2B5EF4-FFF2-40B4-BE49-F238E27FC236}">
                <a16:creationId xmlns:a16="http://schemas.microsoft.com/office/drawing/2014/main" id="{574E1104-3770-2C9B-A26C-726759332724}"/>
              </a:ext>
            </a:extLst>
          </p:cNvPr>
          <p:cNvSpPr txBox="1"/>
          <p:nvPr/>
        </p:nvSpPr>
        <p:spPr>
          <a:xfrm>
            <a:off x="4002345" y="2453395"/>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ZRX – Rio Claro Novo</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130</a:t>
            </a:r>
            <a:endParaRPr lang="en-US" sz="1100">
              <a:solidFill>
                <a:srgbClr val="63666A"/>
              </a:solidFill>
              <a:latin typeface="Aptos" panose="020B0004020202020204" pitchFamily="34" charset="0"/>
              <a:ea typeface="+mn-ea"/>
              <a:cs typeface="+mn-cs"/>
            </a:endParaRPr>
          </a:p>
        </p:txBody>
      </p:sp>
      <p:sp>
        <p:nvSpPr>
          <p:cNvPr id="14" name="TextBox 13">
            <a:extLst>
              <a:ext uri="{FF2B5EF4-FFF2-40B4-BE49-F238E27FC236}">
                <a16:creationId xmlns:a16="http://schemas.microsoft.com/office/drawing/2014/main" id="{ACB7EC54-99B7-1268-56A7-583F66444C44}"/>
              </a:ext>
            </a:extLst>
          </p:cNvPr>
          <p:cNvSpPr txBox="1"/>
          <p:nvPr/>
        </p:nvSpPr>
        <p:spPr>
          <a:xfrm>
            <a:off x="5473051" y="2435874"/>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ZBV – Boa Vista Velha</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Rail</a:t>
            </a:r>
            <a:r>
              <a:rPr lang="pt-BR" sz="1100">
                <a:solidFill>
                  <a:srgbClr val="63666A"/>
                </a:solidFill>
                <a:latin typeface="Aptos" panose="020B0004020202020204" pitchFamily="34" charset="0"/>
                <a:ea typeface="+mn-ea"/>
                <a:cs typeface="+mn-cs"/>
              </a:rPr>
              <a:t> Road KMP </a:t>
            </a:r>
            <a:r>
              <a:rPr lang="pt-BR" sz="1100" err="1">
                <a:solidFill>
                  <a:srgbClr val="63666A"/>
                </a:solidFill>
                <a:latin typeface="Aptos" panose="020B0004020202020204" pitchFamily="34" charset="0"/>
                <a:ea typeface="+mn-ea"/>
                <a:cs typeface="+mn-cs"/>
              </a:rPr>
              <a:t>Change</a:t>
            </a:r>
            <a:endParaRPr lang="pt-BR" sz="1100">
              <a:solidFill>
                <a:srgbClr val="63666A"/>
              </a:solidFill>
              <a:latin typeface="Aptos" panose="020B0004020202020204" pitchFamily="34" charset="0"/>
              <a:ea typeface="+mn-ea"/>
              <a:cs typeface="+mn-cs"/>
            </a:endParaRP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50 – KMP 253</a:t>
            </a:r>
            <a:endParaRPr lang="en-US" sz="1100">
              <a:solidFill>
                <a:srgbClr val="63666A"/>
              </a:solidFill>
              <a:latin typeface="Aptos" panose="020B0004020202020204" pitchFamily="34" charset="0"/>
              <a:ea typeface="+mn-ea"/>
              <a:cs typeface="+mn-cs"/>
            </a:endParaRPr>
          </a:p>
        </p:txBody>
      </p:sp>
      <p:cxnSp>
        <p:nvCxnSpPr>
          <p:cNvPr id="15" name="Straight Connector 14">
            <a:extLst>
              <a:ext uri="{FF2B5EF4-FFF2-40B4-BE49-F238E27FC236}">
                <a16:creationId xmlns:a16="http://schemas.microsoft.com/office/drawing/2014/main" id="{1BBBFB67-848D-BD07-3515-02ECA9080E9D}"/>
              </a:ext>
            </a:extLst>
          </p:cNvPr>
          <p:cNvCxnSpPr>
            <a:cxnSpLocks/>
          </p:cNvCxnSpPr>
          <p:nvPr/>
        </p:nvCxnSpPr>
        <p:spPr>
          <a:xfrm>
            <a:off x="6222629" y="3200052"/>
            <a:ext cx="3169021" cy="0"/>
          </a:xfrm>
          <a:prstGeom prst="line">
            <a:avLst/>
          </a:prstGeom>
          <a:noFill/>
          <a:ln w="57150" cap="flat" cmpd="sng" algn="ctr">
            <a:solidFill>
              <a:srgbClr val="7030A0"/>
            </a:solidFill>
            <a:prstDash val="solid"/>
          </a:ln>
          <a:effectLst/>
        </p:spPr>
      </p:cxnSp>
      <p:sp>
        <p:nvSpPr>
          <p:cNvPr id="16" name="Oval 15">
            <a:extLst>
              <a:ext uri="{FF2B5EF4-FFF2-40B4-BE49-F238E27FC236}">
                <a16:creationId xmlns:a16="http://schemas.microsoft.com/office/drawing/2014/main" id="{D0E82E9F-6A81-29EB-5851-43F7A4DAE488}"/>
              </a:ext>
            </a:extLst>
          </p:cNvPr>
          <p:cNvSpPr/>
          <p:nvPr/>
        </p:nvSpPr>
        <p:spPr>
          <a:xfrm>
            <a:off x="7735499" y="3103575"/>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17" name="TextBox 16">
            <a:extLst>
              <a:ext uri="{FF2B5EF4-FFF2-40B4-BE49-F238E27FC236}">
                <a16:creationId xmlns:a16="http://schemas.microsoft.com/office/drawing/2014/main" id="{15266285-30CF-78D7-74E7-37A586A9C742}"/>
              </a:ext>
            </a:extLst>
          </p:cNvPr>
          <p:cNvSpPr txBox="1"/>
          <p:nvPr/>
        </p:nvSpPr>
        <p:spPr>
          <a:xfrm>
            <a:off x="7046184" y="2443438"/>
            <a:ext cx="1483924"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ZYU – </a:t>
            </a:r>
            <a:r>
              <a:rPr lang="pt-BR" sz="1100" b="1" err="1">
                <a:solidFill>
                  <a:srgbClr val="63666A"/>
                </a:solidFill>
                <a:latin typeface="Aptos" panose="020B0004020202020204" pitchFamily="34" charset="0"/>
                <a:ea typeface="+mn-ea"/>
                <a:cs typeface="+mn-cs"/>
              </a:rPr>
              <a:t>Itú</a:t>
            </a:r>
            <a:endParaRPr lang="pt-BR" sz="1100" b="1">
              <a:solidFill>
                <a:srgbClr val="63666A"/>
              </a:solidFill>
              <a:latin typeface="Aptos" panose="020B0004020202020204" pitchFamily="34" charset="0"/>
              <a:ea typeface="+mn-ea"/>
              <a:cs typeface="+mn-cs"/>
            </a:endParaRP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201</a:t>
            </a:r>
          </a:p>
        </p:txBody>
      </p:sp>
      <p:sp>
        <p:nvSpPr>
          <p:cNvPr id="18" name="TextBox 17">
            <a:extLst>
              <a:ext uri="{FF2B5EF4-FFF2-40B4-BE49-F238E27FC236}">
                <a16:creationId xmlns:a16="http://schemas.microsoft.com/office/drawing/2014/main" id="{7FB9BE09-486C-3325-8872-48CCDC9F88A5}"/>
              </a:ext>
            </a:extLst>
          </p:cNvPr>
          <p:cNvSpPr txBox="1"/>
          <p:nvPr/>
        </p:nvSpPr>
        <p:spPr>
          <a:xfrm>
            <a:off x="10863165" y="2387726"/>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ZEM – Embu-Guaçu</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133</a:t>
            </a:r>
            <a:endParaRPr lang="en-US" sz="1100">
              <a:solidFill>
                <a:srgbClr val="63666A"/>
              </a:solidFill>
              <a:latin typeface="Aptos" panose="020B0004020202020204" pitchFamily="34" charset="0"/>
              <a:ea typeface="+mn-ea"/>
              <a:cs typeface="+mn-cs"/>
            </a:endParaRPr>
          </a:p>
        </p:txBody>
      </p:sp>
      <p:cxnSp>
        <p:nvCxnSpPr>
          <p:cNvPr id="19" name="Straight Connector 18">
            <a:extLst>
              <a:ext uri="{FF2B5EF4-FFF2-40B4-BE49-F238E27FC236}">
                <a16:creationId xmlns:a16="http://schemas.microsoft.com/office/drawing/2014/main" id="{FDE2647C-A1D2-2920-7C64-A2D45AB75C65}"/>
              </a:ext>
            </a:extLst>
          </p:cNvPr>
          <p:cNvCxnSpPr>
            <a:cxnSpLocks/>
          </p:cNvCxnSpPr>
          <p:nvPr/>
        </p:nvCxnSpPr>
        <p:spPr>
          <a:xfrm>
            <a:off x="2777439" y="3200053"/>
            <a:ext cx="3223311" cy="0"/>
          </a:xfrm>
          <a:prstGeom prst="line">
            <a:avLst/>
          </a:prstGeom>
          <a:noFill/>
          <a:ln w="57150" cap="flat" cmpd="sng" algn="ctr">
            <a:solidFill>
              <a:srgbClr val="FFC000"/>
            </a:solidFill>
            <a:prstDash val="solid"/>
          </a:ln>
          <a:effectLst/>
        </p:spPr>
      </p:cxnSp>
      <p:sp>
        <p:nvSpPr>
          <p:cNvPr id="20" name="Oval 19">
            <a:extLst>
              <a:ext uri="{FF2B5EF4-FFF2-40B4-BE49-F238E27FC236}">
                <a16:creationId xmlns:a16="http://schemas.microsoft.com/office/drawing/2014/main" id="{9EE80070-EB51-4A0A-1082-D2B4526FE61F}"/>
              </a:ext>
            </a:extLst>
          </p:cNvPr>
          <p:cNvSpPr/>
          <p:nvPr/>
        </p:nvSpPr>
        <p:spPr>
          <a:xfrm>
            <a:off x="4644584" y="3103573"/>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cxnSp>
        <p:nvCxnSpPr>
          <p:cNvPr id="21" name="Straight Connector 20">
            <a:extLst>
              <a:ext uri="{FF2B5EF4-FFF2-40B4-BE49-F238E27FC236}">
                <a16:creationId xmlns:a16="http://schemas.microsoft.com/office/drawing/2014/main" id="{98379634-9088-B2FF-6014-64A6FA0DDBA9}"/>
              </a:ext>
            </a:extLst>
          </p:cNvPr>
          <p:cNvCxnSpPr>
            <a:cxnSpLocks/>
            <a:stCxn id="68" idx="6"/>
          </p:cNvCxnSpPr>
          <p:nvPr/>
        </p:nvCxnSpPr>
        <p:spPr>
          <a:xfrm>
            <a:off x="9620358" y="3200047"/>
            <a:ext cx="2541480" cy="0"/>
          </a:xfrm>
          <a:prstGeom prst="line">
            <a:avLst/>
          </a:prstGeom>
          <a:noFill/>
          <a:ln w="57150" cap="flat" cmpd="sng" algn="ctr">
            <a:solidFill>
              <a:srgbClr val="00B050"/>
            </a:solidFill>
            <a:prstDash val="solid"/>
          </a:ln>
          <a:effectLst/>
        </p:spPr>
      </p:cxnSp>
      <p:sp>
        <p:nvSpPr>
          <p:cNvPr id="22" name="Oval 21">
            <a:extLst>
              <a:ext uri="{FF2B5EF4-FFF2-40B4-BE49-F238E27FC236}">
                <a16:creationId xmlns:a16="http://schemas.microsoft.com/office/drawing/2014/main" id="{AE673D61-90A2-3907-BF9B-2BD1901A08E4}"/>
              </a:ext>
            </a:extLst>
          </p:cNvPr>
          <p:cNvSpPr/>
          <p:nvPr/>
        </p:nvSpPr>
        <p:spPr>
          <a:xfrm>
            <a:off x="11663206" y="3080053"/>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cxnSp>
        <p:nvCxnSpPr>
          <p:cNvPr id="23" name="Straight Connector 22">
            <a:extLst>
              <a:ext uri="{FF2B5EF4-FFF2-40B4-BE49-F238E27FC236}">
                <a16:creationId xmlns:a16="http://schemas.microsoft.com/office/drawing/2014/main" id="{22DF6719-5602-BEE9-4E27-C063D8AEAAE8}"/>
              </a:ext>
            </a:extLst>
          </p:cNvPr>
          <p:cNvCxnSpPr>
            <a:cxnSpLocks/>
            <a:endCxn id="24" idx="2"/>
          </p:cNvCxnSpPr>
          <p:nvPr/>
        </p:nvCxnSpPr>
        <p:spPr>
          <a:xfrm>
            <a:off x="0" y="5682004"/>
            <a:ext cx="1186277" cy="0"/>
          </a:xfrm>
          <a:prstGeom prst="line">
            <a:avLst/>
          </a:prstGeom>
          <a:noFill/>
          <a:ln w="57150" cap="flat" cmpd="sng" algn="ctr">
            <a:solidFill>
              <a:srgbClr val="00B050"/>
            </a:solidFill>
            <a:prstDash val="solid"/>
          </a:ln>
          <a:effectLst/>
        </p:spPr>
      </p:cxnSp>
      <p:sp>
        <p:nvSpPr>
          <p:cNvPr id="24" name="Oval 23">
            <a:extLst>
              <a:ext uri="{FF2B5EF4-FFF2-40B4-BE49-F238E27FC236}">
                <a16:creationId xmlns:a16="http://schemas.microsoft.com/office/drawing/2014/main" id="{59A679C1-5781-F878-76AD-75E2A28E66EA}"/>
              </a:ext>
            </a:extLst>
          </p:cNvPr>
          <p:cNvSpPr/>
          <p:nvPr/>
        </p:nvSpPr>
        <p:spPr>
          <a:xfrm>
            <a:off x="1186277" y="5585530"/>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5" name="Oval 24">
            <a:extLst>
              <a:ext uri="{FF2B5EF4-FFF2-40B4-BE49-F238E27FC236}">
                <a16:creationId xmlns:a16="http://schemas.microsoft.com/office/drawing/2014/main" id="{7436CA07-EBA1-1522-B6BD-F7EED3C17440}"/>
              </a:ext>
            </a:extLst>
          </p:cNvPr>
          <p:cNvSpPr/>
          <p:nvPr/>
        </p:nvSpPr>
        <p:spPr>
          <a:xfrm>
            <a:off x="2908872" y="5585528"/>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6" name="TextBox 25">
            <a:extLst>
              <a:ext uri="{FF2B5EF4-FFF2-40B4-BE49-F238E27FC236}">
                <a16:creationId xmlns:a16="http://schemas.microsoft.com/office/drawing/2014/main" id="{9CABE7AA-5DA4-EF05-A122-E21099F5FA7F}"/>
              </a:ext>
            </a:extLst>
          </p:cNvPr>
          <p:cNvSpPr txBox="1"/>
          <p:nvPr/>
        </p:nvSpPr>
        <p:spPr>
          <a:xfrm>
            <a:off x="3956637" y="4845884"/>
            <a:ext cx="1517647" cy="1015663"/>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ZPT – Paratinga</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Crew Change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106</a:t>
            </a:r>
          </a:p>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KMP 128 </a:t>
            </a:r>
            <a:r>
              <a:rPr lang="pt-BR" sz="1100" b="1">
                <a:solidFill>
                  <a:srgbClr val="63666A"/>
                </a:solidFill>
                <a:latin typeface="Aptos" panose="020B0004020202020204" pitchFamily="34" charset="0"/>
                <a:ea typeface="+mn-ea"/>
                <a:cs typeface="+mn-cs"/>
                <a:sym typeface="Wingdings" panose="05000000000000000000" pitchFamily="2" charset="2"/>
              </a:rPr>
              <a:t> </a:t>
            </a:r>
            <a:r>
              <a:rPr lang="pt-BR" sz="1100" b="1">
                <a:solidFill>
                  <a:srgbClr val="FF0000"/>
                </a:solidFill>
                <a:latin typeface="Aptos" panose="020B0004020202020204" pitchFamily="34" charset="0"/>
                <a:ea typeface="+mn-ea"/>
                <a:cs typeface="+mn-cs"/>
                <a:sym typeface="Wingdings" panose="05000000000000000000" pitchFamily="2" charset="2"/>
              </a:rPr>
              <a:t></a:t>
            </a:r>
            <a:r>
              <a:rPr lang="pt-BR" sz="1100" b="1">
                <a:solidFill>
                  <a:srgbClr val="63666A"/>
                </a:solidFill>
                <a:latin typeface="Aptos" panose="020B0004020202020204" pitchFamily="34" charset="0"/>
                <a:ea typeface="+mn-ea"/>
                <a:cs typeface="+mn-cs"/>
                <a:sym typeface="Wingdings" panose="05000000000000000000" pitchFamily="2" charset="2"/>
              </a:rPr>
              <a:t> </a:t>
            </a:r>
            <a:r>
              <a:rPr lang="pt-BR" sz="1100" b="1">
                <a:solidFill>
                  <a:srgbClr val="FF0000"/>
                </a:solidFill>
                <a:latin typeface="Aptos" panose="020B0004020202020204" pitchFamily="34" charset="0"/>
                <a:ea typeface="+mn-ea"/>
                <a:cs typeface="+mn-cs"/>
                <a:sym typeface="Wingdings" panose="05000000000000000000" pitchFamily="2" charset="2"/>
              </a:rPr>
              <a:t></a:t>
            </a:r>
            <a:r>
              <a:rPr lang="pt-BR" sz="1100" b="1">
                <a:solidFill>
                  <a:srgbClr val="63666A"/>
                </a:solidFill>
                <a:latin typeface="Aptos" panose="020B0004020202020204" pitchFamily="34" charset="0"/>
                <a:ea typeface="+mn-ea"/>
                <a:cs typeface="+mn-cs"/>
                <a:sym typeface="Wingdings" panose="05000000000000000000" pitchFamily="2" charset="2"/>
              </a:rPr>
              <a:t> </a:t>
            </a:r>
            <a:r>
              <a:rPr lang="pt-BR" sz="1100" b="1">
                <a:solidFill>
                  <a:srgbClr val="63666A"/>
                </a:solidFill>
                <a:latin typeface="Aptos" panose="020B0004020202020204" pitchFamily="34" charset="0"/>
                <a:ea typeface="+mn-ea"/>
                <a:cs typeface="+mn-cs"/>
              </a:rPr>
              <a:t>KMP 106</a:t>
            </a:r>
          </a:p>
          <a:p>
            <a:pPr algn="ctr" defTabSz="914400" fontAlgn="auto">
              <a:spcBef>
                <a:spcPts val="0"/>
              </a:spcBef>
              <a:spcAft>
                <a:spcPts val="0"/>
              </a:spcAft>
            </a:pPr>
            <a:endParaRPr lang="pt-BR" sz="1100">
              <a:solidFill>
                <a:srgbClr val="63666A"/>
              </a:solidFill>
              <a:latin typeface="Aptos" panose="020B0004020202020204" pitchFamily="34" charset="0"/>
              <a:ea typeface="+mn-ea"/>
              <a:cs typeface="+mn-cs"/>
            </a:endParaRPr>
          </a:p>
          <a:p>
            <a:pPr algn="ctr" defTabSz="914400" fontAlgn="auto">
              <a:spcBef>
                <a:spcPts val="0"/>
              </a:spcBef>
              <a:spcAft>
                <a:spcPts val="0"/>
              </a:spcAft>
            </a:pPr>
            <a:endParaRPr lang="en-US" sz="1100">
              <a:solidFill>
                <a:srgbClr val="63666A"/>
              </a:solidFill>
              <a:latin typeface="Aptos" panose="020B0004020202020204" pitchFamily="34" charset="0"/>
              <a:ea typeface="+mn-ea"/>
              <a:cs typeface="+mn-cs"/>
            </a:endParaRPr>
          </a:p>
        </p:txBody>
      </p:sp>
      <p:sp>
        <p:nvSpPr>
          <p:cNvPr id="27" name="Oval 26">
            <a:extLst>
              <a:ext uri="{FF2B5EF4-FFF2-40B4-BE49-F238E27FC236}">
                <a16:creationId xmlns:a16="http://schemas.microsoft.com/office/drawing/2014/main" id="{649DE81F-594F-2C73-45F7-B49D8C71F1DC}"/>
              </a:ext>
            </a:extLst>
          </p:cNvPr>
          <p:cNvSpPr/>
          <p:nvPr/>
        </p:nvSpPr>
        <p:spPr>
          <a:xfrm>
            <a:off x="6354062" y="5585526"/>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28" name="TextBox 27">
            <a:extLst>
              <a:ext uri="{FF2B5EF4-FFF2-40B4-BE49-F238E27FC236}">
                <a16:creationId xmlns:a16="http://schemas.microsoft.com/office/drawing/2014/main" id="{E0C55848-8680-9F13-A7A8-4065EFF3E631}"/>
              </a:ext>
            </a:extLst>
          </p:cNvPr>
          <p:cNvSpPr txBox="1"/>
          <p:nvPr/>
        </p:nvSpPr>
        <p:spPr>
          <a:xfrm>
            <a:off x="5721004" y="4860393"/>
            <a:ext cx="1471079" cy="677108"/>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chemeClr val="tx1">
                    <a:lumMod val="75000"/>
                  </a:schemeClr>
                </a:solidFill>
                <a:latin typeface="Aptos" panose="020B0004020202020204" pitchFamily="34" charset="0"/>
                <a:ea typeface="+mn-ea"/>
                <a:cs typeface="+mn-cs"/>
              </a:rPr>
              <a:t>ZPG – </a:t>
            </a:r>
            <a:r>
              <a:rPr lang="pt-BR" sz="1100" b="1" err="1">
                <a:solidFill>
                  <a:schemeClr val="tx1">
                    <a:lumMod val="75000"/>
                  </a:schemeClr>
                </a:solidFill>
                <a:latin typeface="Aptos" panose="020B0004020202020204" pitchFamily="34" charset="0"/>
                <a:ea typeface="+mn-ea"/>
                <a:cs typeface="+mn-cs"/>
              </a:rPr>
              <a:t>Perequê</a:t>
            </a:r>
            <a:endParaRPr lang="pt-BR" sz="1100" b="1">
              <a:solidFill>
                <a:schemeClr val="tx1">
                  <a:lumMod val="75000"/>
                </a:schemeClr>
              </a:solidFill>
              <a:latin typeface="Aptos" panose="020B0004020202020204" pitchFamily="34" charset="0"/>
              <a:ea typeface="+mn-ea"/>
              <a:cs typeface="+mn-cs"/>
            </a:endParaRPr>
          </a:p>
          <a:p>
            <a:pPr algn="ctr" defTabSz="914400" fontAlgn="auto">
              <a:spcBef>
                <a:spcPts val="0"/>
              </a:spcBef>
              <a:spcAft>
                <a:spcPts val="0"/>
              </a:spcAft>
            </a:pPr>
            <a:r>
              <a:rPr lang="pt-BR" sz="1100" err="1">
                <a:solidFill>
                  <a:schemeClr val="tx1">
                    <a:lumMod val="75000"/>
                  </a:schemeClr>
                </a:solidFill>
                <a:latin typeface="Aptos" panose="020B0004020202020204" pitchFamily="34" charset="0"/>
                <a:ea typeface="+mn-ea"/>
                <a:cs typeface="+mn-cs"/>
              </a:rPr>
              <a:t>End</a:t>
            </a:r>
            <a:r>
              <a:rPr lang="pt-BR" sz="1100">
                <a:solidFill>
                  <a:schemeClr val="tx1">
                    <a:lumMod val="75000"/>
                  </a:schemeClr>
                </a:solidFill>
                <a:latin typeface="Aptos" panose="020B0004020202020204" pitchFamily="34" charset="0"/>
                <a:ea typeface="+mn-ea"/>
                <a:cs typeface="+mn-cs"/>
              </a:rPr>
              <a:t> </a:t>
            </a:r>
            <a:r>
              <a:rPr lang="pt-BR" sz="1100" err="1">
                <a:solidFill>
                  <a:schemeClr val="tx1">
                    <a:lumMod val="75000"/>
                  </a:schemeClr>
                </a:solidFill>
                <a:latin typeface="Aptos" panose="020B0004020202020204" pitchFamily="34" charset="0"/>
                <a:ea typeface="+mn-ea"/>
                <a:cs typeface="+mn-cs"/>
              </a:rPr>
              <a:t>of</a:t>
            </a:r>
            <a:r>
              <a:rPr lang="pt-BR" sz="1100">
                <a:solidFill>
                  <a:schemeClr val="tx1">
                    <a:lumMod val="75000"/>
                  </a:schemeClr>
                </a:solidFill>
                <a:latin typeface="Aptos" panose="020B0004020202020204" pitchFamily="34" charset="0"/>
                <a:ea typeface="+mn-ea"/>
                <a:cs typeface="+mn-cs"/>
              </a:rPr>
              <a:t> RUMO Road</a:t>
            </a:r>
          </a:p>
          <a:p>
            <a:pPr algn="ctr" defTabSz="914400" fontAlgn="auto">
              <a:spcBef>
                <a:spcPts val="0"/>
              </a:spcBef>
              <a:spcAft>
                <a:spcPts val="0"/>
              </a:spcAft>
            </a:pPr>
            <a:r>
              <a:rPr lang="pt-BR" sz="1100">
                <a:solidFill>
                  <a:schemeClr val="tx1">
                    <a:lumMod val="75000"/>
                  </a:schemeClr>
                </a:solidFill>
                <a:latin typeface="Aptos" panose="020B0004020202020204" pitchFamily="34" charset="0"/>
                <a:ea typeface="+mn-ea"/>
                <a:cs typeface="+mn-cs"/>
              </a:rPr>
              <a:t>KMP 124</a:t>
            </a:r>
          </a:p>
          <a:p>
            <a:pPr algn="ctr" defTabSz="914400" fontAlgn="auto">
              <a:spcBef>
                <a:spcPts val="0"/>
              </a:spcBef>
              <a:spcAft>
                <a:spcPts val="0"/>
              </a:spcAft>
            </a:pPr>
            <a:r>
              <a:rPr lang="pt-BR" sz="1100" b="1">
                <a:solidFill>
                  <a:schemeClr val="tx1">
                    <a:lumMod val="75000"/>
                  </a:schemeClr>
                </a:solidFill>
                <a:latin typeface="Aptos" panose="020B0004020202020204" pitchFamily="34" charset="0"/>
                <a:ea typeface="+mn-ea"/>
                <a:cs typeface="+mn-cs"/>
              </a:rPr>
              <a:t>KMP 134 </a:t>
            </a:r>
            <a:r>
              <a:rPr lang="pt-BR" sz="1100" b="1">
                <a:solidFill>
                  <a:schemeClr val="tx1">
                    <a:lumMod val="75000"/>
                  </a:schemeClr>
                </a:solidFill>
                <a:latin typeface="Aptos" panose="020B0004020202020204" pitchFamily="34" charset="0"/>
                <a:ea typeface="+mn-ea"/>
                <a:cs typeface="+mn-cs"/>
                <a:sym typeface="Wingdings" panose="05000000000000000000" pitchFamily="2" charset="2"/>
              </a:rPr>
              <a:t>   </a:t>
            </a:r>
            <a:r>
              <a:rPr lang="pt-BR" sz="1100" b="1">
                <a:solidFill>
                  <a:schemeClr val="tx1">
                    <a:lumMod val="75000"/>
                  </a:schemeClr>
                </a:solidFill>
                <a:latin typeface="Aptos" panose="020B0004020202020204" pitchFamily="34" charset="0"/>
                <a:ea typeface="+mn-ea"/>
                <a:cs typeface="+mn-cs"/>
              </a:rPr>
              <a:t>KMP 124</a:t>
            </a:r>
          </a:p>
        </p:txBody>
      </p:sp>
      <p:cxnSp>
        <p:nvCxnSpPr>
          <p:cNvPr id="29" name="Straight Connector 28">
            <a:extLst>
              <a:ext uri="{FF2B5EF4-FFF2-40B4-BE49-F238E27FC236}">
                <a16:creationId xmlns:a16="http://schemas.microsoft.com/office/drawing/2014/main" id="{58B71758-FBF8-317F-607F-036CF237E5A2}"/>
              </a:ext>
            </a:extLst>
          </p:cNvPr>
          <p:cNvCxnSpPr>
            <a:cxnSpLocks/>
          </p:cNvCxnSpPr>
          <p:nvPr/>
        </p:nvCxnSpPr>
        <p:spPr>
          <a:xfrm>
            <a:off x="6563787" y="5682001"/>
            <a:ext cx="1389399" cy="0"/>
          </a:xfrm>
          <a:prstGeom prst="line">
            <a:avLst/>
          </a:prstGeom>
          <a:noFill/>
          <a:ln w="57150" cap="flat" cmpd="sng" algn="ctr">
            <a:solidFill>
              <a:srgbClr val="00B0F0"/>
            </a:solidFill>
            <a:prstDash val="sysDot"/>
            <a:tailEnd type="arrow"/>
          </a:ln>
          <a:effectLst/>
        </p:spPr>
      </p:cxnSp>
      <p:sp>
        <p:nvSpPr>
          <p:cNvPr id="30" name="TextBox 29">
            <a:extLst>
              <a:ext uri="{FF2B5EF4-FFF2-40B4-BE49-F238E27FC236}">
                <a16:creationId xmlns:a16="http://schemas.microsoft.com/office/drawing/2014/main" id="{9E8AF1E9-66D4-564D-5073-8B46F6FCF1E1}"/>
              </a:ext>
            </a:extLst>
          </p:cNvPr>
          <p:cNvSpPr txBox="1"/>
          <p:nvPr/>
        </p:nvSpPr>
        <p:spPr>
          <a:xfrm>
            <a:off x="6222629" y="5986613"/>
            <a:ext cx="2729578"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a:solidFill>
                  <a:schemeClr val="tx1">
                    <a:lumMod val="75000"/>
                  </a:schemeClr>
                </a:solidFill>
                <a:latin typeface="Aptos" panose="020B0004020202020204" pitchFamily="34" charset="0"/>
                <a:ea typeface="+mn-ea"/>
                <a:cs typeface="+mn-cs"/>
              </a:rPr>
              <a:t>MRS RAILROAD TO ACCESS PORT OF SANTOS</a:t>
            </a:r>
          </a:p>
          <a:p>
            <a:pPr algn="ctr" defTabSz="914400" fontAlgn="auto">
              <a:spcBef>
                <a:spcPts val="0"/>
              </a:spcBef>
              <a:spcAft>
                <a:spcPts val="0"/>
              </a:spcAft>
            </a:pPr>
            <a:r>
              <a:rPr lang="pt-BR" sz="1100">
                <a:solidFill>
                  <a:schemeClr val="tx1">
                    <a:lumMod val="75000"/>
                  </a:schemeClr>
                </a:solidFill>
                <a:latin typeface="Aptos" panose="020B0004020202020204" pitchFamily="34" charset="0"/>
                <a:ea typeface="+mn-ea"/>
                <a:cs typeface="+mn-cs"/>
              </a:rPr>
              <a:t>(LEFT MARGIN)</a:t>
            </a:r>
            <a:endParaRPr lang="en-US" sz="1100">
              <a:solidFill>
                <a:schemeClr val="tx1">
                  <a:lumMod val="75000"/>
                </a:schemeClr>
              </a:solidFill>
              <a:latin typeface="Aptos" panose="020B0004020202020204" pitchFamily="34" charset="0"/>
              <a:ea typeface="+mn-ea"/>
              <a:cs typeface="+mn-cs"/>
            </a:endParaRPr>
          </a:p>
        </p:txBody>
      </p:sp>
      <p:sp>
        <p:nvSpPr>
          <p:cNvPr id="31" name="Oval 30">
            <a:extLst>
              <a:ext uri="{FF2B5EF4-FFF2-40B4-BE49-F238E27FC236}">
                <a16:creationId xmlns:a16="http://schemas.microsoft.com/office/drawing/2014/main" id="{660CCADF-DD71-A897-3977-A0802D5F3F54}"/>
              </a:ext>
            </a:extLst>
          </p:cNvPr>
          <p:cNvSpPr/>
          <p:nvPr/>
        </p:nvSpPr>
        <p:spPr>
          <a:xfrm>
            <a:off x="4631467" y="5585527"/>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2" name="TextBox 31">
            <a:extLst>
              <a:ext uri="{FF2B5EF4-FFF2-40B4-BE49-F238E27FC236}">
                <a16:creationId xmlns:a16="http://schemas.microsoft.com/office/drawing/2014/main" id="{76F44B04-9AD8-AB0D-716A-147D0A54491B}"/>
              </a:ext>
            </a:extLst>
          </p:cNvPr>
          <p:cNvSpPr txBox="1"/>
          <p:nvPr/>
        </p:nvSpPr>
        <p:spPr>
          <a:xfrm>
            <a:off x="2149146" y="4860393"/>
            <a:ext cx="1720306"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ZXW – Pai Matias</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Optional</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Change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83</a:t>
            </a:r>
            <a:endParaRPr lang="en-US" sz="1100">
              <a:solidFill>
                <a:srgbClr val="63666A"/>
              </a:solidFill>
              <a:latin typeface="Aptos" panose="020B0004020202020204" pitchFamily="34" charset="0"/>
              <a:ea typeface="+mn-ea"/>
              <a:cs typeface="+mn-cs"/>
            </a:endParaRPr>
          </a:p>
        </p:txBody>
      </p:sp>
      <p:sp>
        <p:nvSpPr>
          <p:cNvPr id="33" name="TextBox 32">
            <a:extLst>
              <a:ext uri="{FF2B5EF4-FFF2-40B4-BE49-F238E27FC236}">
                <a16:creationId xmlns:a16="http://schemas.microsoft.com/office/drawing/2014/main" id="{EF164FAC-0611-CFDB-F85F-A3624031C3A9}"/>
              </a:ext>
            </a:extLst>
          </p:cNvPr>
          <p:cNvSpPr txBox="1"/>
          <p:nvPr/>
        </p:nvSpPr>
        <p:spPr>
          <a:xfrm>
            <a:off x="7816631" y="5443268"/>
            <a:ext cx="1199036" cy="430887"/>
          </a:xfrm>
          <a:prstGeom prst="rect">
            <a:avLst/>
          </a:prstGeom>
          <a:noFill/>
        </p:spPr>
        <p:txBody>
          <a:bodyPr wrap="square" lIns="0" tIns="0" rIns="0" bIns="0" rtlCol="0">
            <a:spAutoFit/>
          </a:bodyPr>
          <a:lstStyle/>
          <a:p>
            <a:pPr algn="ctr" defTabSz="914400" fontAlgn="auto">
              <a:spcBef>
                <a:spcPts val="0"/>
              </a:spcBef>
              <a:spcAft>
                <a:spcPts val="0"/>
              </a:spcAft>
            </a:pPr>
            <a:r>
              <a:rPr lang="pt-BR" sz="1400" b="1">
                <a:solidFill>
                  <a:srgbClr val="63666A"/>
                </a:solidFill>
                <a:latin typeface="Aptos" panose="020B0004020202020204" pitchFamily="34" charset="0"/>
                <a:ea typeface="+mn-ea"/>
                <a:cs typeface="+mn-cs"/>
              </a:rPr>
              <a:t>PORT OF SANTOS</a:t>
            </a:r>
            <a:endParaRPr lang="en-US" sz="1400" b="1">
              <a:solidFill>
                <a:srgbClr val="63666A"/>
              </a:solidFill>
              <a:latin typeface="Aptos" panose="020B0004020202020204" pitchFamily="34" charset="0"/>
              <a:ea typeface="+mn-ea"/>
              <a:cs typeface="+mn-cs"/>
            </a:endParaRPr>
          </a:p>
        </p:txBody>
      </p:sp>
      <p:sp>
        <p:nvSpPr>
          <p:cNvPr id="34" name="TextBox 33">
            <a:extLst>
              <a:ext uri="{FF2B5EF4-FFF2-40B4-BE49-F238E27FC236}">
                <a16:creationId xmlns:a16="http://schemas.microsoft.com/office/drawing/2014/main" id="{9BD5E3E6-3170-4791-E99C-18861E575C7C}"/>
              </a:ext>
            </a:extLst>
          </p:cNvPr>
          <p:cNvSpPr txBox="1"/>
          <p:nvPr/>
        </p:nvSpPr>
        <p:spPr>
          <a:xfrm>
            <a:off x="3763468" y="5770084"/>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1</a:t>
            </a:r>
            <a:endParaRPr lang="en-US" sz="1800" b="1">
              <a:solidFill>
                <a:srgbClr val="FE5000">
                  <a:lumMod val="75000"/>
                </a:srgbClr>
              </a:solidFill>
              <a:latin typeface="Aptos" panose="020B0004020202020204" pitchFamily="34" charset="0"/>
              <a:ea typeface="+mn-ea"/>
              <a:cs typeface="+mn-cs"/>
            </a:endParaRPr>
          </a:p>
        </p:txBody>
      </p:sp>
      <p:sp>
        <p:nvSpPr>
          <p:cNvPr id="35" name="TextBox 34">
            <a:extLst>
              <a:ext uri="{FF2B5EF4-FFF2-40B4-BE49-F238E27FC236}">
                <a16:creationId xmlns:a16="http://schemas.microsoft.com/office/drawing/2014/main" id="{3830EC8E-02D8-8AB4-8BDC-A994A8E0E3B0}"/>
              </a:ext>
            </a:extLst>
          </p:cNvPr>
          <p:cNvSpPr txBox="1"/>
          <p:nvPr/>
        </p:nvSpPr>
        <p:spPr>
          <a:xfrm>
            <a:off x="11528554" y="3330893"/>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2</a:t>
            </a:r>
            <a:endParaRPr lang="en-US" sz="1800" b="1">
              <a:solidFill>
                <a:srgbClr val="FE5000">
                  <a:lumMod val="75000"/>
                </a:srgbClr>
              </a:solidFill>
              <a:latin typeface="Aptos" panose="020B0004020202020204" pitchFamily="34" charset="0"/>
              <a:ea typeface="+mn-ea"/>
              <a:cs typeface="+mn-cs"/>
            </a:endParaRPr>
          </a:p>
        </p:txBody>
      </p:sp>
      <p:sp>
        <p:nvSpPr>
          <p:cNvPr id="36" name="TextBox 35">
            <a:extLst>
              <a:ext uri="{FF2B5EF4-FFF2-40B4-BE49-F238E27FC236}">
                <a16:creationId xmlns:a16="http://schemas.microsoft.com/office/drawing/2014/main" id="{ABF8CCD2-4341-0097-7599-93DDA058B395}"/>
              </a:ext>
            </a:extLst>
          </p:cNvPr>
          <p:cNvSpPr txBox="1"/>
          <p:nvPr/>
        </p:nvSpPr>
        <p:spPr>
          <a:xfrm>
            <a:off x="7788146" y="3339422"/>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3</a:t>
            </a:r>
            <a:endParaRPr lang="en-US" sz="1800" b="1">
              <a:solidFill>
                <a:srgbClr val="FE5000">
                  <a:lumMod val="75000"/>
                </a:srgbClr>
              </a:solidFill>
              <a:latin typeface="Aptos" panose="020B0004020202020204" pitchFamily="34" charset="0"/>
              <a:ea typeface="+mn-ea"/>
              <a:cs typeface="+mn-cs"/>
            </a:endParaRPr>
          </a:p>
        </p:txBody>
      </p:sp>
      <p:sp>
        <p:nvSpPr>
          <p:cNvPr id="37" name="TextBox 36">
            <a:extLst>
              <a:ext uri="{FF2B5EF4-FFF2-40B4-BE49-F238E27FC236}">
                <a16:creationId xmlns:a16="http://schemas.microsoft.com/office/drawing/2014/main" id="{BC0FA162-1890-83CC-61B9-F62CA4E9778E}"/>
              </a:ext>
            </a:extLst>
          </p:cNvPr>
          <p:cNvSpPr txBox="1"/>
          <p:nvPr/>
        </p:nvSpPr>
        <p:spPr>
          <a:xfrm>
            <a:off x="4293564" y="3287486"/>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4</a:t>
            </a:r>
            <a:endParaRPr lang="en-US" sz="1800" b="1">
              <a:solidFill>
                <a:srgbClr val="FE5000">
                  <a:lumMod val="75000"/>
                </a:srgbClr>
              </a:solidFill>
              <a:latin typeface="Aptos" panose="020B0004020202020204" pitchFamily="34" charset="0"/>
              <a:ea typeface="+mn-ea"/>
              <a:cs typeface="+mn-cs"/>
            </a:endParaRPr>
          </a:p>
        </p:txBody>
      </p:sp>
      <p:sp>
        <p:nvSpPr>
          <p:cNvPr id="38" name="TextBox 37">
            <a:extLst>
              <a:ext uri="{FF2B5EF4-FFF2-40B4-BE49-F238E27FC236}">
                <a16:creationId xmlns:a16="http://schemas.microsoft.com/office/drawing/2014/main" id="{F9404CA6-FD5C-C5E5-123D-A590FB4792E3}"/>
              </a:ext>
            </a:extLst>
          </p:cNvPr>
          <p:cNvSpPr txBox="1"/>
          <p:nvPr/>
        </p:nvSpPr>
        <p:spPr>
          <a:xfrm>
            <a:off x="877450" y="3273000"/>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5</a:t>
            </a:r>
            <a:endParaRPr lang="en-US" sz="1800" b="1">
              <a:solidFill>
                <a:srgbClr val="FE5000">
                  <a:lumMod val="75000"/>
                </a:srgbClr>
              </a:solidFill>
              <a:latin typeface="Aptos" panose="020B0004020202020204" pitchFamily="34" charset="0"/>
              <a:ea typeface="+mn-ea"/>
              <a:cs typeface="+mn-cs"/>
            </a:endParaRPr>
          </a:p>
        </p:txBody>
      </p:sp>
      <p:sp>
        <p:nvSpPr>
          <p:cNvPr id="39" name="Oval 38">
            <a:extLst>
              <a:ext uri="{FF2B5EF4-FFF2-40B4-BE49-F238E27FC236}">
                <a16:creationId xmlns:a16="http://schemas.microsoft.com/office/drawing/2014/main" id="{03F9B3A5-6093-808E-54E1-594104251949}"/>
              </a:ext>
            </a:extLst>
          </p:cNvPr>
          <p:cNvSpPr/>
          <p:nvPr/>
        </p:nvSpPr>
        <p:spPr>
          <a:xfrm>
            <a:off x="1936776" y="5577137"/>
            <a:ext cx="209725" cy="192947"/>
          </a:xfrm>
          <a:prstGeom prst="ellipse">
            <a:avLst/>
          </a:prstGeom>
          <a:noFill/>
          <a:ln w="38100" cap="flat" cmpd="sng" algn="ctr">
            <a:solidFill>
              <a:srgbClr val="00E2D7"/>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40" name="TextBox 39">
            <a:extLst>
              <a:ext uri="{FF2B5EF4-FFF2-40B4-BE49-F238E27FC236}">
                <a16:creationId xmlns:a16="http://schemas.microsoft.com/office/drawing/2014/main" id="{09BE9564-1AE4-89DB-4A98-E0D8813F2070}"/>
              </a:ext>
            </a:extLst>
          </p:cNvPr>
          <p:cNvSpPr txBox="1"/>
          <p:nvPr/>
        </p:nvSpPr>
        <p:spPr>
          <a:xfrm>
            <a:off x="1411183" y="5861547"/>
            <a:ext cx="1417601" cy="338554"/>
          </a:xfrm>
          <a:prstGeom prst="rect">
            <a:avLst/>
          </a:prstGeom>
          <a:noFill/>
        </p:spPr>
        <p:txBody>
          <a:bodyPr wrap="square" lIns="0" tIns="0" rIns="0" bIns="0" rtlCol="0">
            <a:spAutoFit/>
          </a:bodyPr>
          <a:lstStyle/>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Start Mountain Grade</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71</a:t>
            </a:r>
            <a:endParaRPr lang="en-US" sz="1100">
              <a:solidFill>
                <a:srgbClr val="63666A"/>
              </a:solidFill>
              <a:latin typeface="Aptos" panose="020B0004020202020204" pitchFamily="34" charset="0"/>
              <a:ea typeface="+mn-ea"/>
              <a:cs typeface="+mn-cs"/>
            </a:endParaRPr>
          </a:p>
        </p:txBody>
      </p:sp>
      <p:sp>
        <p:nvSpPr>
          <p:cNvPr id="41" name="TextBox 40">
            <a:extLst>
              <a:ext uri="{FF2B5EF4-FFF2-40B4-BE49-F238E27FC236}">
                <a16:creationId xmlns:a16="http://schemas.microsoft.com/office/drawing/2014/main" id="{6BBC1CEC-6F28-9DE4-425D-792DA24428C9}"/>
              </a:ext>
            </a:extLst>
          </p:cNvPr>
          <p:cNvSpPr txBox="1"/>
          <p:nvPr/>
        </p:nvSpPr>
        <p:spPr>
          <a:xfrm>
            <a:off x="7336931" y="302414"/>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ZVP – Votuporanga</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Crew Change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301</a:t>
            </a:r>
            <a:endParaRPr lang="en-US" sz="1100">
              <a:solidFill>
                <a:srgbClr val="63666A"/>
              </a:solidFill>
              <a:latin typeface="Aptos" panose="020B0004020202020204" pitchFamily="34" charset="0"/>
              <a:ea typeface="+mn-ea"/>
              <a:cs typeface="+mn-cs"/>
            </a:endParaRPr>
          </a:p>
        </p:txBody>
      </p:sp>
      <p:cxnSp>
        <p:nvCxnSpPr>
          <p:cNvPr id="42" name="Straight Connector 41">
            <a:extLst>
              <a:ext uri="{FF2B5EF4-FFF2-40B4-BE49-F238E27FC236}">
                <a16:creationId xmlns:a16="http://schemas.microsoft.com/office/drawing/2014/main" id="{45E2C754-41E7-E6C9-0105-252A830E3E26}"/>
              </a:ext>
            </a:extLst>
          </p:cNvPr>
          <p:cNvCxnSpPr>
            <a:cxnSpLocks/>
          </p:cNvCxnSpPr>
          <p:nvPr/>
        </p:nvCxnSpPr>
        <p:spPr>
          <a:xfrm>
            <a:off x="11327180" y="1140801"/>
            <a:ext cx="834658" cy="8925"/>
          </a:xfrm>
          <a:prstGeom prst="line">
            <a:avLst/>
          </a:prstGeom>
          <a:noFill/>
          <a:ln w="57150" cap="flat" cmpd="sng" algn="ctr">
            <a:solidFill>
              <a:srgbClr val="FE5000">
                <a:lumMod val="40000"/>
                <a:lumOff val="60000"/>
              </a:srgbClr>
            </a:solidFill>
            <a:prstDash val="solid"/>
          </a:ln>
          <a:effectLst/>
        </p:spPr>
      </p:cxnSp>
      <p:sp>
        <p:nvSpPr>
          <p:cNvPr id="43" name="TextBox 42">
            <a:extLst>
              <a:ext uri="{FF2B5EF4-FFF2-40B4-BE49-F238E27FC236}">
                <a16:creationId xmlns:a16="http://schemas.microsoft.com/office/drawing/2014/main" id="{6CC18075-7415-3B24-A626-7FE83C382F10}"/>
              </a:ext>
            </a:extLst>
          </p:cNvPr>
          <p:cNvSpPr txBox="1"/>
          <p:nvPr/>
        </p:nvSpPr>
        <p:spPr>
          <a:xfrm>
            <a:off x="10400000" y="1135019"/>
            <a:ext cx="12343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FE5000">
                    <a:lumMod val="75000"/>
                  </a:srgbClr>
                </a:solidFill>
                <a:latin typeface="Aptos" panose="020B0004020202020204" pitchFamily="34" charset="0"/>
                <a:ea typeface="+mn-ea"/>
                <a:cs typeface="+mn-cs"/>
              </a:rPr>
              <a:t>6</a:t>
            </a:r>
            <a:endParaRPr lang="en-US" sz="1800" b="1">
              <a:solidFill>
                <a:srgbClr val="FE5000">
                  <a:lumMod val="75000"/>
                </a:srgbClr>
              </a:solidFill>
              <a:latin typeface="Aptos" panose="020B0004020202020204" pitchFamily="34" charset="0"/>
              <a:ea typeface="+mn-ea"/>
              <a:cs typeface="+mn-cs"/>
            </a:endParaRPr>
          </a:p>
        </p:txBody>
      </p:sp>
      <p:cxnSp>
        <p:nvCxnSpPr>
          <p:cNvPr id="44" name="Straight Connector 43">
            <a:extLst>
              <a:ext uri="{FF2B5EF4-FFF2-40B4-BE49-F238E27FC236}">
                <a16:creationId xmlns:a16="http://schemas.microsoft.com/office/drawing/2014/main" id="{2EE42AA4-6AFB-AE6C-F248-CB4EE5B4E4AF}"/>
              </a:ext>
            </a:extLst>
          </p:cNvPr>
          <p:cNvCxnSpPr>
            <a:cxnSpLocks/>
          </p:cNvCxnSpPr>
          <p:nvPr/>
        </p:nvCxnSpPr>
        <p:spPr>
          <a:xfrm>
            <a:off x="0" y="3200047"/>
            <a:ext cx="2567714" cy="6"/>
          </a:xfrm>
          <a:prstGeom prst="line">
            <a:avLst/>
          </a:prstGeom>
          <a:ln w="5715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AE9EAE-A394-A0AD-448C-CD4861C47A97}"/>
              </a:ext>
            </a:extLst>
          </p:cNvPr>
          <p:cNvCxnSpPr>
            <a:cxnSpLocks/>
          </p:cNvCxnSpPr>
          <p:nvPr/>
        </p:nvCxnSpPr>
        <p:spPr>
          <a:xfrm>
            <a:off x="2672576" y="2467391"/>
            <a:ext cx="0" cy="630036"/>
          </a:xfrm>
          <a:prstGeom prst="line">
            <a:avLst/>
          </a:prstGeom>
          <a:noFill/>
          <a:ln w="57150" cap="flat" cmpd="sng" algn="ctr">
            <a:solidFill>
              <a:srgbClr val="BDCC00"/>
            </a:solidFill>
            <a:prstDash val="solid"/>
          </a:ln>
          <a:effectLst/>
        </p:spPr>
      </p:cxnSp>
      <p:sp>
        <p:nvSpPr>
          <p:cNvPr id="47" name="TextBox 46">
            <a:extLst>
              <a:ext uri="{FF2B5EF4-FFF2-40B4-BE49-F238E27FC236}">
                <a16:creationId xmlns:a16="http://schemas.microsoft.com/office/drawing/2014/main" id="{FC8DBD93-E15D-7A11-D4E5-8B26566EEF01}"/>
              </a:ext>
            </a:extLst>
          </p:cNvPr>
          <p:cNvSpPr txBox="1"/>
          <p:nvPr/>
        </p:nvSpPr>
        <p:spPr>
          <a:xfrm>
            <a:off x="2642024" y="1706706"/>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ZXE – Pradópolis</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Crew Chage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320+591</a:t>
            </a:r>
            <a:endParaRPr lang="en-US" sz="1100">
              <a:solidFill>
                <a:srgbClr val="63666A"/>
              </a:solidFill>
              <a:latin typeface="Aptos" panose="020B0004020202020204" pitchFamily="34" charset="0"/>
              <a:ea typeface="+mn-ea"/>
              <a:cs typeface="+mn-cs"/>
            </a:endParaRPr>
          </a:p>
        </p:txBody>
      </p:sp>
      <p:sp>
        <p:nvSpPr>
          <p:cNvPr id="49" name="TextBox 48">
            <a:extLst>
              <a:ext uri="{FF2B5EF4-FFF2-40B4-BE49-F238E27FC236}">
                <a16:creationId xmlns:a16="http://schemas.microsoft.com/office/drawing/2014/main" id="{5B96CD67-22F8-350E-149E-38B5822D66E7}"/>
              </a:ext>
            </a:extLst>
          </p:cNvPr>
          <p:cNvSpPr txBox="1"/>
          <p:nvPr/>
        </p:nvSpPr>
        <p:spPr>
          <a:xfrm>
            <a:off x="2764237" y="2435874"/>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ZIQ – Itirapina</a:t>
            </a:r>
          </a:p>
          <a:p>
            <a:pPr algn="ctr" defTabSz="914400" fontAlgn="auto">
              <a:spcBef>
                <a:spcPts val="0"/>
              </a:spcBef>
              <a:spcAft>
                <a:spcPts val="0"/>
              </a:spcAft>
            </a:pPr>
            <a:r>
              <a:rPr lang="pt-BR" sz="1100" err="1">
                <a:solidFill>
                  <a:srgbClr val="63666A"/>
                </a:solidFill>
                <a:latin typeface="Aptos" panose="020B0004020202020204" pitchFamily="34" charset="0"/>
                <a:ea typeface="+mn-ea"/>
                <a:cs typeface="+mn-cs"/>
              </a:rPr>
              <a:t>Crew</a:t>
            </a:r>
            <a:r>
              <a:rPr lang="pt-BR" sz="1100">
                <a:solidFill>
                  <a:srgbClr val="63666A"/>
                </a:solidFill>
                <a:latin typeface="Aptos" panose="020B0004020202020204" pitchFamily="34" charset="0"/>
                <a:ea typeface="+mn-ea"/>
                <a:cs typeface="+mn-cs"/>
              </a:rPr>
              <a:t> </a:t>
            </a:r>
            <a:r>
              <a:rPr lang="pt-BR" sz="1100" err="1">
                <a:solidFill>
                  <a:srgbClr val="63666A"/>
                </a:solidFill>
                <a:latin typeface="Aptos" panose="020B0004020202020204" pitchFamily="34" charset="0"/>
                <a:ea typeface="+mn-ea"/>
                <a:cs typeface="+mn-cs"/>
              </a:rPr>
              <a:t>Chage</a:t>
            </a:r>
            <a:r>
              <a:rPr lang="pt-BR" sz="1100">
                <a:solidFill>
                  <a:srgbClr val="63666A"/>
                </a:solidFill>
                <a:latin typeface="Aptos" panose="020B0004020202020204" pitchFamily="34" charset="0"/>
                <a:ea typeface="+mn-ea"/>
                <a:cs typeface="+mn-cs"/>
              </a:rPr>
              <a:t>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169</a:t>
            </a:r>
            <a:endParaRPr lang="en-US" sz="1100">
              <a:solidFill>
                <a:srgbClr val="63666A"/>
              </a:solidFill>
              <a:latin typeface="Aptos" panose="020B0004020202020204" pitchFamily="34" charset="0"/>
              <a:ea typeface="+mn-ea"/>
              <a:cs typeface="+mn-cs"/>
            </a:endParaRPr>
          </a:p>
        </p:txBody>
      </p:sp>
      <p:sp>
        <p:nvSpPr>
          <p:cNvPr id="52" name="TextBox 51">
            <a:extLst>
              <a:ext uri="{FF2B5EF4-FFF2-40B4-BE49-F238E27FC236}">
                <a16:creationId xmlns:a16="http://schemas.microsoft.com/office/drawing/2014/main" id="{4CDD0099-41F4-79DA-2AC2-9EA785524307}"/>
              </a:ext>
            </a:extLst>
          </p:cNvPr>
          <p:cNvSpPr txBox="1"/>
          <p:nvPr/>
        </p:nvSpPr>
        <p:spPr>
          <a:xfrm>
            <a:off x="3700968" y="4202531"/>
            <a:ext cx="1417601" cy="507831"/>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ZPD – Pederneiras</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Crew Chage Point</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301</a:t>
            </a:r>
            <a:endParaRPr lang="en-US" sz="1100">
              <a:solidFill>
                <a:srgbClr val="63666A"/>
              </a:solidFill>
              <a:latin typeface="Aptos" panose="020B0004020202020204" pitchFamily="34" charset="0"/>
              <a:ea typeface="+mn-ea"/>
              <a:cs typeface="+mn-cs"/>
            </a:endParaRPr>
          </a:p>
        </p:txBody>
      </p:sp>
      <p:sp>
        <p:nvSpPr>
          <p:cNvPr id="54" name="Content Placeholder 4">
            <a:extLst>
              <a:ext uri="{FF2B5EF4-FFF2-40B4-BE49-F238E27FC236}">
                <a16:creationId xmlns:a16="http://schemas.microsoft.com/office/drawing/2014/main" id="{3D3E88AA-BEA3-1EDA-8458-AD1CAC618BF7}"/>
              </a:ext>
            </a:extLst>
          </p:cNvPr>
          <p:cNvSpPr txBox="1">
            <a:spLocks/>
          </p:cNvSpPr>
          <p:nvPr/>
        </p:nvSpPr>
        <p:spPr>
          <a:xfrm>
            <a:off x="907228" y="821560"/>
            <a:ext cx="2298849" cy="271455"/>
          </a:xfrm>
          <a:prstGeom prst="rect">
            <a:avLst/>
          </a:prstGeom>
        </p:spPr>
        <p:txBody>
          <a:bodyPr lIns="121725" tIns="60862" rIns="121725" bIns="60862"/>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pt-BR" sz="1200" b="0">
                <a:latin typeface="Aptos" panose="020B0004020202020204" pitchFamily="34" charset="0"/>
              </a:rPr>
              <a:t>MRS’s </a:t>
            </a:r>
            <a:r>
              <a:rPr lang="pt-BR" sz="1200" b="0" err="1">
                <a:latin typeface="Aptos" panose="020B0004020202020204" pitchFamily="34" charset="0"/>
              </a:rPr>
              <a:t>Crew</a:t>
            </a:r>
            <a:r>
              <a:rPr lang="pt-BR" sz="1200" b="0">
                <a:latin typeface="Aptos" panose="020B0004020202020204" pitchFamily="34" charset="0"/>
              </a:rPr>
              <a:t> </a:t>
            </a:r>
            <a:r>
              <a:rPr lang="pt-BR" sz="1200" b="0" err="1">
                <a:latin typeface="Aptos" panose="020B0004020202020204" pitchFamily="34" charset="0"/>
              </a:rPr>
              <a:t>Change</a:t>
            </a:r>
            <a:r>
              <a:rPr lang="pt-BR" sz="1200" b="0">
                <a:latin typeface="Aptos" panose="020B0004020202020204" pitchFamily="34" charset="0"/>
              </a:rPr>
              <a:t> Point</a:t>
            </a:r>
          </a:p>
        </p:txBody>
      </p:sp>
      <p:sp>
        <p:nvSpPr>
          <p:cNvPr id="55" name="TextBox 54">
            <a:extLst>
              <a:ext uri="{FF2B5EF4-FFF2-40B4-BE49-F238E27FC236}">
                <a16:creationId xmlns:a16="http://schemas.microsoft.com/office/drawing/2014/main" id="{E87EBCD2-AF40-6C72-DB88-547AFA9940C1}"/>
              </a:ext>
            </a:extLst>
          </p:cNvPr>
          <p:cNvSpPr txBox="1"/>
          <p:nvPr/>
        </p:nvSpPr>
        <p:spPr>
          <a:xfrm>
            <a:off x="8788947" y="4060992"/>
            <a:ext cx="3580510" cy="1692771"/>
          </a:xfrm>
          <a:prstGeom prst="rect">
            <a:avLst/>
          </a:prstGeom>
          <a:noFill/>
        </p:spPr>
        <p:txBody>
          <a:bodyPr wrap="square" lIns="0" tIns="0" rIns="0" bIns="0" rtlCol="0">
            <a:spAutoFit/>
          </a:bodyPr>
          <a:lstStyle/>
          <a:p>
            <a:pPr defTabSz="914400" fontAlgn="auto">
              <a:spcBef>
                <a:spcPts val="0"/>
              </a:spcBef>
              <a:spcAft>
                <a:spcPts val="0"/>
              </a:spcAft>
            </a:pP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1 – Serra de Santos</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2 – Embu-Guacu</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3 – Itu</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4 – Campinas</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5 – Araraquara</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6 – Rio Preto</a:t>
            </a: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10 – Bauru Branch</a:t>
            </a:r>
            <a:endParaRPr lang="en-US" sz="1100">
              <a:solidFill>
                <a:schemeClr val="bg2">
                  <a:lumMod val="10000"/>
                </a:schemeClr>
              </a:solidFill>
              <a:latin typeface="Aptos" panose="020B0004020202020204" pitchFamily="34" charset="0"/>
              <a:ea typeface="+mn-ea"/>
              <a:cs typeface="+mn-cs"/>
            </a:endParaRPr>
          </a:p>
          <a:p>
            <a:pPr marL="457200" lvl="1" indent="0" defTabSz="914400" fontAlgn="auto">
              <a:spcBef>
                <a:spcPts val="0"/>
              </a:spcBef>
              <a:spcAft>
                <a:spcPts val="0"/>
              </a:spcAft>
            </a:pPr>
            <a:r>
              <a:rPr lang="pt-BR" sz="1100" b="1">
                <a:solidFill>
                  <a:schemeClr val="bg2">
                    <a:lumMod val="10000"/>
                  </a:schemeClr>
                </a:solidFill>
                <a:latin typeface="Aptos" panose="020B0004020202020204" pitchFamily="34" charset="0"/>
                <a:ea typeface="+mn-ea"/>
                <a:cs typeface="+mn-cs"/>
              </a:rPr>
              <a:t>Section 11 - Araraquara a Colombia Branch</a:t>
            </a:r>
            <a:endParaRPr lang="en-US" sz="1100">
              <a:solidFill>
                <a:schemeClr val="bg2">
                  <a:lumMod val="10000"/>
                </a:schemeClr>
              </a:solidFill>
              <a:latin typeface="Aptos" panose="020B0004020202020204" pitchFamily="34" charset="0"/>
              <a:ea typeface="+mn-ea"/>
              <a:cs typeface="+mn-cs"/>
            </a:endParaRPr>
          </a:p>
          <a:p>
            <a:pPr defTabSz="914400" fontAlgn="auto">
              <a:spcBef>
                <a:spcPts val="0"/>
              </a:spcBef>
              <a:spcAft>
                <a:spcPts val="0"/>
              </a:spcAft>
            </a:pPr>
            <a:endParaRPr lang="en-US" sz="1100">
              <a:solidFill>
                <a:schemeClr val="bg2">
                  <a:lumMod val="10000"/>
                </a:schemeClr>
              </a:solidFill>
              <a:latin typeface="Aptos" panose="020B0004020202020204" pitchFamily="34" charset="0"/>
              <a:ea typeface="+mn-ea"/>
              <a:cs typeface="+mn-cs"/>
            </a:endParaRPr>
          </a:p>
        </p:txBody>
      </p:sp>
      <p:sp>
        <p:nvSpPr>
          <p:cNvPr id="56" name="TextBox 55">
            <a:extLst>
              <a:ext uri="{FF2B5EF4-FFF2-40B4-BE49-F238E27FC236}">
                <a16:creationId xmlns:a16="http://schemas.microsoft.com/office/drawing/2014/main" id="{2C3455D0-4FA5-B1DA-9A33-85FF239BD724}"/>
              </a:ext>
            </a:extLst>
          </p:cNvPr>
          <p:cNvSpPr txBox="1"/>
          <p:nvPr/>
        </p:nvSpPr>
        <p:spPr>
          <a:xfrm>
            <a:off x="2280296" y="2627667"/>
            <a:ext cx="24686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00B050"/>
                </a:solidFill>
                <a:latin typeface="Aptos" panose="020B0004020202020204" pitchFamily="34" charset="0"/>
                <a:ea typeface="+mn-ea"/>
                <a:cs typeface="+mn-cs"/>
              </a:rPr>
              <a:t>11</a:t>
            </a:r>
            <a:endParaRPr lang="en-US" sz="1800" b="1">
              <a:solidFill>
                <a:srgbClr val="00B050"/>
              </a:solidFill>
              <a:latin typeface="Aptos" panose="020B0004020202020204" pitchFamily="34" charset="0"/>
              <a:ea typeface="+mn-ea"/>
              <a:cs typeface="+mn-cs"/>
            </a:endParaRPr>
          </a:p>
        </p:txBody>
      </p:sp>
      <p:sp>
        <p:nvSpPr>
          <p:cNvPr id="57" name="TextBox 56">
            <a:extLst>
              <a:ext uri="{FF2B5EF4-FFF2-40B4-BE49-F238E27FC236}">
                <a16:creationId xmlns:a16="http://schemas.microsoft.com/office/drawing/2014/main" id="{8113832E-F73E-52B7-D47B-ABC6128935A4}"/>
              </a:ext>
            </a:extLst>
          </p:cNvPr>
          <p:cNvSpPr txBox="1"/>
          <p:nvPr/>
        </p:nvSpPr>
        <p:spPr>
          <a:xfrm>
            <a:off x="3825587" y="3593388"/>
            <a:ext cx="246862" cy="276999"/>
          </a:xfrm>
          <a:prstGeom prst="rect">
            <a:avLst/>
          </a:prstGeom>
          <a:noFill/>
        </p:spPr>
        <p:txBody>
          <a:bodyPr wrap="none" lIns="0" tIns="0" rIns="0" bIns="0" rtlCol="0">
            <a:spAutoFit/>
          </a:bodyPr>
          <a:lstStyle/>
          <a:p>
            <a:pPr defTabSz="914400" fontAlgn="auto">
              <a:spcBef>
                <a:spcPts val="0"/>
              </a:spcBef>
              <a:spcAft>
                <a:spcPts val="0"/>
              </a:spcAft>
            </a:pPr>
            <a:r>
              <a:rPr lang="pt-BR" sz="1800" b="1">
                <a:solidFill>
                  <a:srgbClr val="00B050"/>
                </a:solidFill>
                <a:latin typeface="Aptos" panose="020B0004020202020204" pitchFamily="34" charset="0"/>
                <a:ea typeface="+mn-ea"/>
                <a:cs typeface="+mn-cs"/>
              </a:rPr>
              <a:t>10</a:t>
            </a:r>
            <a:endParaRPr lang="en-US" sz="1800" b="1">
              <a:solidFill>
                <a:srgbClr val="00B050"/>
              </a:solidFill>
              <a:latin typeface="Aptos" panose="020B0004020202020204" pitchFamily="34" charset="0"/>
              <a:ea typeface="+mn-ea"/>
              <a:cs typeface="+mn-cs"/>
            </a:endParaRPr>
          </a:p>
        </p:txBody>
      </p:sp>
      <p:graphicFrame>
        <p:nvGraphicFramePr>
          <p:cNvPr id="58" name="Table 57">
            <a:extLst>
              <a:ext uri="{FF2B5EF4-FFF2-40B4-BE49-F238E27FC236}">
                <a16:creationId xmlns:a16="http://schemas.microsoft.com/office/drawing/2014/main" id="{A5627564-BE71-85FE-5B45-2786DA46FD3A}"/>
              </a:ext>
            </a:extLst>
          </p:cNvPr>
          <p:cNvGraphicFramePr>
            <a:graphicFrameLocks noGrp="1"/>
          </p:cNvGraphicFramePr>
          <p:nvPr>
            <p:extLst>
              <p:ext uri="{D42A27DB-BD31-4B8C-83A1-F6EECF244321}">
                <p14:modId xmlns:p14="http://schemas.microsoft.com/office/powerpoint/2010/main" val="1321981224"/>
              </p:ext>
            </p:extLst>
          </p:nvPr>
        </p:nvGraphicFramePr>
        <p:xfrm>
          <a:off x="3727568" y="879656"/>
          <a:ext cx="3464515" cy="769620"/>
        </p:xfrm>
        <a:graphic>
          <a:graphicData uri="http://schemas.openxmlformats.org/drawingml/2006/table">
            <a:tbl>
              <a:tblPr/>
              <a:tblGrid>
                <a:gridCol w="685288">
                  <a:extLst>
                    <a:ext uri="{9D8B030D-6E8A-4147-A177-3AD203B41FA5}">
                      <a16:colId xmlns:a16="http://schemas.microsoft.com/office/drawing/2014/main" val="325469447"/>
                    </a:ext>
                  </a:extLst>
                </a:gridCol>
                <a:gridCol w="700518">
                  <a:extLst>
                    <a:ext uri="{9D8B030D-6E8A-4147-A177-3AD203B41FA5}">
                      <a16:colId xmlns:a16="http://schemas.microsoft.com/office/drawing/2014/main" val="3176835118"/>
                    </a:ext>
                  </a:extLst>
                </a:gridCol>
                <a:gridCol w="993669">
                  <a:extLst>
                    <a:ext uri="{9D8B030D-6E8A-4147-A177-3AD203B41FA5}">
                      <a16:colId xmlns:a16="http://schemas.microsoft.com/office/drawing/2014/main" val="578426268"/>
                    </a:ext>
                  </a:extLst>
                </a:gridCol>
                <a:gridCol w="1085040">
                  <a:extLst>
                    <a:ext uri="{9D8B030D-6E8A-4147-A177-3AD203B41FA5}">
                      <a16:colId xmlns:a16="http://schemas.microsoft.com/office/drawing/2014/main" val="2926844137"/>
                    </a:ext>
                  </a:extLst>
                </a:gridCol>
              </a:tblGrid>
              <a:tr h="190500">
                <a:tc>
                  <a:txBody>
                    <a:bodyPr/>
                    <a:lstStyle/>
                    <a:p>
                      <a:pPr algn="ctr" fontAlgn="b">
                        <a:buNone/>
                      </a:pPr>
                      <a:r>
                        <a:rPr lang="en-US" sz="1200" b="1" i="0" u="none" strike="noStrike" dirty="0">
                          <a:solidFill>
                            <a:srgbClr val="000000"/>
                          </a:solidFill>
                          <a:effectLst/>
                          <a:latin typeface="Aptos Narrow" panose="020B0004020202020204" pitchFamily="34" charset="0"/>
                        </a:rPr>
                        <a:t>Origin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Origin ID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Destination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1" i="0" u="none" strike="noStrike" dirty="0">
                          <a:solidFill>
                            <a:srgbClr val="000000"/>
                          </a:solidFill>
                          <a:effectLst/>
                          <a:latin typeface="Aptos Narrow" panose="020B0004020202020204" pitchFamily="34" charset="0"/>
                        </a:rPr>
                        <a:t>Destination ID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3239664"/>
                  </a:ext>
                </a:extLst>
              </a:tr>
              <a:tr h="190500">
                <a:tc>
                  <a:txBody>
                    <a:bodyPr/>
                    <a:lstStyle/>
                    <a:p>
                      <a:pPr algn="ctr" fontAlgn="b">
                        <a:buNone/>
                      </a:pPr>
                      <a:r>
                        <a:rPr lang="en-US" sz="1200" b="0" i="0" u="none" strike="noStrike">
                          <a:solidFill>
                            <a:srgbClr val="000000"/>
                          </a:solidFill>
                          <a:effectLst/>
                          <a:latin typeface="Aptos Narrow" panose="020B0004020202020204" pitchFamily="34" charset="0"/>
                        </a:rPr>
                        <a:t>Pereque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ZPG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Votuporanga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ZVP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038333"/>
                  </a:ext>
                </a:extLst>
              </a:tr>
              <a:tr h="190500">
                <a:tc>
                  <a:txBody>
                    <a:bodyPr/>
                    <a:lstStyle/>
                    <a:p>
                      <a:pPr algn="ctr" fontAlgn="b">
                        <a:buNone/>
                      </a:pPr>
                      <a:r>
                        <a:rPr lang="en-US" sz="1200" b="0" i="0" u="none" strike="noStrike">
                          <a:solidFill>
                            <a:srgbClr val="000000"/>
                          </a:solidFill>
                          <a:effectLst/>
                          <a:latin typeface="Aptos Narrow" panose="020B0004020202020204" pitchFamily="34" charset="0"/>
                        </a:rPr>
                        <a:t>Itirapina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ZIQ</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Pederneiras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ZPD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0391004"/>
                  </a:ext>
                </a:extLst>
              </a:tr>
              <a:tr h="190500">
                <a:tc>
                  <a:txBody>
                    <a:bodyPr/>
                    <a:lstStyle/>
                    <a:p>
                      <a:pPr algn="ctr" fontAlgn="b">
                        <a:buNone/>
                      </a:pPr>
                      <a:r>
                        <a:rPr lang="en-US" sz="1200" b="0" i="0" u="none" strike="noStrike">
                          <a:solidFill>
                            <a:srgbClr val="000000"/>
                          </a:solidFill>
                          <a:effectLst/>
                          <a:latin typeface="Aptos Narrow" panose="020B0004020202020204" pitchFamily="34" charset="0"/>
                        </a:rPr>
                        <a:t>Tutoia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ZTO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Pradopólis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200" b="0" i="0" u="none" strike="noStrike" dirty="0">
                          <a:solidFill>
                            <a:srgbClr val="000000"/>
                          </a:solidFill>
                          <a:effectLst/>
                          <a:latin typeface="Aptos Narrow" panose="020B0004020202020204" pitchFamily="34" charset="0"/>
                        </a:rPr>
                        <a:t>ZXE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8102888"/>
                  </a:ext>
                </a:extLst>
              </a:tr>
            </a:tbl>
          </a:graphicData>
        </a:graphic>
      </p:graphicFrame>
      <p:sp>
        <p:nvSpPr>
          <p:cNvPr id="59" name="Title 3">
            <a:extLst>
              <a:ext uri="{FF2B5EF4-FFF2-40B4-BE49-F238E27FC236}">
                <a16:creationId xmlns:a16="http://schemas.microsoft.com/office/drawing/2014/main" id="{3913851D-2708-CE5C-1B1B-28255689EBB7}"/>
              </a:ext>
            </a:extLst>
          </p:cNvPr>
          <p:cNvSpPr>
            <a:spLocks noGrp="1"/>
          </p:cNvSpPr>
          <p:nvPr>
            <p:ph type="title"/>
          </p:nvPr>
        </p:nvSpPr>
        <p:spPr>
          <a:xfrm>
            <a:off x="403977" y="-197039"/>
            <a:ext cx="11763028" cy="815354"/>
          </a:xfrm>
        </p:spPr>
        <p:txBody>
          <a:bodyPr/>
          <a:lstStyle/>
          <a:p>
            <a:r>
              <a:rPr lang="pt-BR" sz="2800">
                <a:solidFill>
                  <a:schemeClr val="tx1">
                    <a:lumMod val="75000"/>
                  </a:schemeClr>
                </a:solidFill>
              </a:rPr>
              <a:t>MRS’s Simple Track</a:t>
            </a:r>
            <a:endParaRPr lang="en-US" sz="2800">
              <a:solidFill>
                <a:schemeClr val="tx1">
                  <a:lumMod val="75000"/>
                </a:schemeClr>
              </a:solidFill>
            </a:endParaRPr>
          </a:p>
        </p:txBody>
      </p:sp>
      <p:cxnSp>
        <p:nvCxnSpPr>
          <p:cNvPr id="60" name="Straight Arrow Connector 59">
            <a:extLst>
              <a:ext uri="{FF2B5EF4-FFF2-40B4-BE49-F238E27FC236}">
                <a16:creationId xmlns:a16="http://schemas.microsoft.com/office/drawing/2014/main" id="{390B4455-C32A-B85F-6569-FB4D25DAF8DD}"/>
              </a:ext>
            </a:extLst>
          </p:cNvPr>
          <p:cNvCxnSpPr>
            <a:cxnSpLocks/>
          </p:cNvCxnSpPr>
          <p:nvPr/>
        </p:nvCxnSpPr>
        <p:spPr>
          <a:xfrm>
            <a:off x="8553684" y="767966"/>
            <a:ext cx="347177" cy="303324"/>
          </a:xfrm>
          <a:prstGeom prst="straightConnector1">
            <a:avLst/>
          </a:prstGeom>
          <a:noFill/>
          <a:ln w="25400" cap="flat" cmpd="sng" algn="ctr">
            <a:solidFill>
              <a:srgbClr val="FF0000"/>
            </a:solidFill>
            <a:prstDash val="solid"/>
            <a:tailEnd type="triangle"/>
          </a:ln>
          <a:effectLst/>
        </p:spPr>
      </p:cxnSp>
      <p:sp>
        <p:nvSpPr>
          <p:cNvPr id="61" name="Oval 60">
            <a:extLst>
              <a:ext uri="{FF2B5EF4-FFF2-40B4-BE49-F238E27FC236}">
                <a16:creationId xmlns:a16="http://schemas.microsoft.com/office/drawing/2014/main" id="{05D37DAF-DCDA-31A2-C0CD-DED0B5459B3E}"/>
              </a:ext>
            </a:extLst>
          </p:cNvPr>
          <p:cNvSpPr/>
          <p:nvPr/>
        </p:nvSpPr>
        <p:spPr>
          <a:xfrm>
            <a:off x="9020623" y="1023743"/>
            <a:ext cx="209725" cy="225644"/>
          </a:xfrm>
          <a:prstGeom prst="ellipse">
            <a:avLst/>
          </a:prstGeom>
          <a:solidFill>
            <a:srgbClr val="F2F200"/>
          </a:solidFill>
          <a:ln w="28575">
            <a:solidFill>
              <a:schemeClr val="accent1">
                <a:lumMod val="90000"/>
                <a:lumOff val="10000"/>
              </a:schemeClr>
            </a:solidFill>
          </a:ln>
        </p:spPr>
        <p:txBody>
          <a:bodyPr wrap="square" rtlCol="0" anchor="ctr">
            <a:spAutoFit/>
          </a:bodyPr>
          <a:lstStyle/>
          <a:p>
            <a:pPr algn="ctr"/>
            <a:endParaRPr lang="en-US" sz="3600" b="1" spc="-150">
              <a:solidFill>
                <a:srgbClr val="FFFFFF"/>
              </a:solidFill>
              <a:latin typeface="Aptos" panose="020B0004020202020204" pitchFamily="34" charset="0"/>
              <a:cs typeface="Arial" pitchFamily="34" charset="0"/>
            </a:endParaRPr>
          </a:p>
        </p:txBody>
      </p:sp>
      <p:sp>
        <p:nvSpPr>
          <p:cNvPr id="62" name="Oval 61">
            <a:extLst>
              <a:ext uri="{FF2B5EF4-FFF2-40B4-BE49-F238E27FC236}">
                <a16:creationId xmlns:a16="http://schemas.microsoft.com/office/drawing/2014/main" id="{4AB816F4-F126-FD73-F6FC-57F72E630D15}"/>
              </a:ext>
            </a:extLst>
          </p:cNvPr>
          <p:cNvSpPr/>
          <p:nvPr/>
        </p:nvSpPr>
        <p:spPr>
          <a:xfrm>
            <a:off x="687318" y="1159079"/>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3" name="Content Placeholder 4">
            <a:extLst>
              <a:ext uri="{FF2B5EF4-FFF2-40B4-BE49-F238E27FC236}">
                <a16:creationId xmlns:a16="http://schemas.microsoft.com/office/drawing/2014/main" id="{35C93AAE-A740-DD8A-8F88-D5A620BD9C21}"/>
              </a:ext>
            </a:extLst>
          </p:cNvPr>
          <p:cNvSpPr txBox="1">
            <a:spLocks/>
          </p:cNvSpPr>
          <p:nvPr/>
        </p:nvSpPr>
        <p:spPr>
          <a:xfrm>
            <a:off x="920368" y="1097495"/>
            <a:ext cx="2298849" cy="271455"/>
          </a:xfrm>
          <a:prstGeom prst="rect">
            <a:avLst/>
          </a:prstGeom>
        </p:spPr>
        <p:txBody>
          <a:bodyPr lIns="121725" tIns="60862" rIns="121725" bIns="60862"/>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pt-BR" sz="1200" b="0">
                <a:latin typeface="Aptos" panose="020B0004020202020204" pitchFamily="34" charset="0"/>
              </a:rPr>
              <a:t>RUMO’s </a:t>
            </a:r>
            <a:r>
              <a:rPr lang="pt-BR" sz="1200" b="0" err="1">
                <a:latin typeface="Aptos" panose="020B0004020202020204" pitchFamily="34" charset="0"/>
              </a:rPr>
              <a:t>Crew</a:t>
            </a:r>
            <a:r>
              <a:rPr lang="pt-BR" sz="1200" b="0">
                <a:latin typeface="Aptos" panose="020B0004020202020204" pitchFamily="34" charset="0"/>
              </a:rPr>
              <a:t> </a:t>
            </a:r>
            <a:r>
              <a:rPr lang="pt-BR" sz="1200" b="0" err="1">
                <a:latin typeface="Aptos" panose="020B0004020202020204" pitchFamily="34" charset="0"/>
              </a:rPr>
              <a:t>Change</a:t>
            </a:r>
            <a:r>
              <a:rPr lang="pt-BR" sz="1200" b="0">
                <a:latin typeface="Aptos" panose="020B0004020202020204" pitchFamily="34" charset="0"/>
              </a:rPr>
              <a:t> Point</a:t>
            </a:r>
          </a:p>
        </p:txBody>
      </p:sp>
      <p:sp>
        <p:nvSpPr>
          <p:cNvPr id="64" name="Oval 63">
            <a:extLst>
              <a:ext uri="{FF2B5EF4-FFF2-40B4-BE49-F238E27FC236}">
                <a16:creationId xmlns:a16="http://schemas.microsoft.com/office/drawing/2014/main" id="{4F78F307-D2F9-DE0C-30FE-D57AF40D38F6}"/>
              </a:ext>
            </a:extLst>
          </p:cNvPr>
          <p:cNvSpPr/>
          <p:nvPr/>
        </p:nvSpPr>
        <p:spPr>
          <a:xfrm>
            <a:off x="845119" y="3103581"/>
            <a:ext cx="209725" cy="192947"/>
          </a:xfrm>
          <a:prstGeom prst="ellipse">
            <a:avLst/>
          </a:prstGeom>
          <a:solidFill>
            <a:srgbClr val="005EB8"/>
          </a:solidFill>
          <a:ln w="10795"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5" name="Oval 64">
            <a:extLst>
              <a:ext uri="{FF2B5EF4-FFF2-40B4-BE49-F238E27FC236}">
                <a16:creationId xmlns:a16="http://schemas.microsoft.com/office/drawing/2014/main" id="{52B4EA8F-298A-789B-028F-3C72F575C2D6}"/>
              </a:ext>
            </a:extLst>
          </p:cNvPr>
          <p:cNvSpPr/>
          <p:nvPr/>
        </p:nvSpPr>
        <p:spPr>
          <a:xfrm>
            <a:off x="693642" y="1452138"/>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6" name="Content Placeholder 4">
            <a:extLst>
              <a:ext uri="{FF2B5EF4-FFF2-40B4-BE49-F238E27FC236}">
                <a16:creationId xmlns:a16="http://schemas.microsoft.com/office/drawing/2014/main" id="{3B76E23E-FC49-4608-4CD0-6DF86BE95736}"/>
              </a:ext>
            </a:extLst>
          </p:cNvPr>
          <p:cNvSpPr txBox="1">
            <a:spLocks/>
          </p:cNvSpPr>
          <p:nvPr/>
        </p:nvSpPr>
        <p:spPr>
          <a:xfrm>
            <a:off x="944776" y="1411271"/>
            <a:ext cx="2298849" cy="271455"/>
          </a:xfrm>
          <a:prstGeom prst="rect">
            <a:avLst/>
          </a:prstGeom>
        </p:spPr>
        <p:txBody>
          <a:bodyPr lIns="121725" tIns="60862" rIns="121725" bIns="60862"/>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pt-BR" sz="1200" b="0">
                <a:latin typeface="Aptos" panose="020B0004020202020204" pitchFamily="34" charset="0"/>
              </a:rPr>
              <a:t>RUMO’s Region Boundary </a:t>
            </a:r>
          </a:p>
        </p:txBody>
      </p:sp>
      <p:sp>
        <p:nvSpPr>
          <p:cNvPr id="67" name="Oval 66">
            <a:extLst>
              <a:ext uri="{FF2B5EF4-FFF2-40B4-BE49-F238E27FC236}">
                <a16:creationId xmlns:a16="http://schemas.microsoft.com/office/drawing/2014/main" id="{24E75BDE-853C-C07B-491E-17E81A85280F}"/>
              </a:ext>
            </a:extLst>
          </p:cNvPr>
          <p:cNvSpPr/>
          <p:nvPr/>
        </p:nvSpPr>
        <p:spPr>
          <a:xfrm>
            <a:off x="6008158" y="3103573"/>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8" name="Oval 67">
            <a:extLst>
              <a:ext uri="{FF2B5EF4-FFF2-40B4-BE49-F238E27FC236}">
                <a16:creationId xmlns:a16="http://schemas.microsoft.com/office/drawing/2014/main" id="{EA64E30E-11A1-682A-7965-93D59E0391CD}"/>
              </a:ext>
            </a:extLst>
          </p:cNvPr>
          <p:cNvSpPr/>
          <p:nvPr/>
        </p:nvSpPr>
        <p:spPr>
          <a:xfrm>
            <a:off x="9410633" y="3103573"/>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69" name="TextBox 68">
            <a:extLst>
              <a:ext uri="{FF2B5EF4-FFF2-40B4-BE49-F238E27FC236}">
                <a16:creationId xmlns:a16="http://schemas.microsoft.com/office/drawing/2014/main" id="{68C507D7-EA84-016D-5D69-67FDDBD4BF97}"/>
              </a:ext>
            </a:extLst>
          </p:cNvPr>
          <p:cNvSpPr txBox="1"/>
          <p:nvPr/>
        </p:nvSpPr>
        <p:spPr>
          <a:xfrm>
            <a:off x="8467824" y="1660323"/>
            <a:ext cx="1932176" cy="553998"/>
          </a:xfrm>
          <a:prstGeom prst="rect">
            <a:avLst/>
          </a:prstGeom>
          <a:noFill/>
        </p:spPr>
        <p:txBody>
          <a:bodyPr wrap="square" lIns="0" tIns="0" rIns="0" bIns="0" rtlCol="0">
            <a:spAutoFit/>
          </a:bodyPr>
          <a:lstStyle/>
          <a:p>
            <a:pPr algn="ctr" defTabSz="914400" fontAlgn="auto">
              <a:spcBef>
                <a:spcPts val="0"/>
              </a:spcBef>
              <a:spcAft>
                <a:spcPts val="0"/>
              </a:spcAft>
            </a:pPr>
            <a:r>
              <a:rPr lang="pt-BR" sz="900" b="1">
                <a:solidFill>
                  <a:srgbClr val="63666A"/>
                </a:solidFill>
                <a:latin typeface="Aptos" panose="020B0004020202020204" pitchFamily="34" charset="0"/>
                <a:ea typeface="+mn-ea"/>
                <a:cs typeface="+mn-cs"/>
              </a:rPr>
              <a:t>ZGA – GUAIANÃ /ZKE – Canguera</a:t>
            </a:r>
          </a:p>
          <a:p>
            <a:pPr algn="ctr" defTabSz="914400" fontAlgn="auto">
              <a:spcBef>
                <a:spcPts val="0"/>
              </a:spcBef>
              <a:spcAft>
                <a:spcPts val="0"/>
              </a:spcAft>
            </a:pPr>
            <a:r>
              <a:rPr lang="pt-BR" sz="900">
                <a:solidFill>
                  <a:srgbClr val="63666A"/>
                </a:solidFill>
                <a:latin typeface="Aptos" panose="020B0004020202020204" pitchFamily="34" charset="0"/>
                <a:ea typeface="+mn-ea"/>
                <a:cs typeface="+mn-cs"/>
              </a:rPr>
              <a:t>Lomotive Helper Station</a:t>
            </a:r>
          </a:p>
          <a:p>
            <a:pPr algn="ctr" defTabSz="914400" fontAlgn="auto">
              <a:spcBef>
                <a:spcPts val="0"/>
              </a:spcBef>
              <a:spcAft>
                <a:spcPts val="0"/>
              </a:spcAft>
            </a:pPr>
            <a:r>
              <a:rPr lang="pt-BR" sz="900">
                <a:solidFill>
                  <a:srgbClr val="63666A"/>
                </a:solidFill>
                <a:latin typeface="Aptos" panose="020B0004020202020204" pitchFamily="34" charset="0"/>
                <a:ea typeface="+mn-ea"/>
                <a:cs typeface="+mn-cs"/>
              </a:rPr>
              <a:t>Rail Road KMP Change</a:t>
            </a:r>
          </a:p>
          <a:p>
            <a:pPr algn="ctr" defTabSz="914400" fontAlgn="auto">
              <a:spcBef>
                <a:spcPts val="0"/>
              </a:spcBef>
              <a:spcAft>
                <a:spcPts val="0"/>
              </a:spcAft>
            </a:pPr>
            <a:r>
              <a:rPr lang="pt-BR" sz="900">
                <a:solidFill>
                  <a:srgbClr val="63666A"/>
                </a:solidFill>
                <a:latin typeface="Aptos" panose="020B0004020202020204" pitchFamily="34" charset="0"/>
                <a:ea typeface="+mn-ea"/>
                <a:cs typeface="+mn-cs"/>
              </a:rPr>
              <a:t>KMP 147 - KMP 76</a:t>
            </a:r>
            <a:endParaRPr lang="en-US" sz="900">
              <a:solidFill>
                <a:srgbClr val="63666A"/>
              </a:solidFill>
              <a:latin typeface="Aptos" panose="020B0004020202020204" pitchFamily="34" charset="0"/>
              <a:ea typeface="+mn-ea"/>
              <a:cs typeface="+mn-cs"/>
            </a:endParaRPr>
          </a:p>
        </p:txBody>
      </p:sp>
      <p:sp>
        <p:nvSpPr>
          <p:cNvPr id="70" name="Oval 69">
            <a:extLst>
              <a:ext uri="{FF2B5EF4-FFF2-40B4-BE49-F238E27FC236}">
                <a16:creationId xmlns:a16="http://schemas.microsoft.com/office/drawing/2014/main" id="{BC86E905-464A-DE94-F411-C76998AF70B2}"/>
              </a:ext>
            </a:extLst>
          </p:cNvPr>
          <p:cNvSpPr/>
          <p:nvPr/>
        </p:nvSpPr>
        <p:spPr>
          <a:xfrm>
            <a:off x="10590456" y="3104970"/>
            <a:ext cx="209725" cy="192947"/>
          </a:xfrm>
          <a:prstGeom prst="ellipse">
            <a:avLst/>
          </a:prstGeom>
          <a:noFill/>
          <a:ln w="38100" cap="flat" cmpd="sng" algn="ctr">
            <a:solidFill>
              <a:srgbClr val="00E2D7"/>
            </a:solidFill>
            <a:prstDash val="solid"/>
          </a:ln>
          <a:effectLst/>
        </p:spPr>
        <p:txBody>
          <a:bodyPr rtlCol="0" anchor="ctr"/>
          <a:lstStyle/>
          <a:p>
            <a:pPr algn="ctr" defTabSz="914400" fontAlgn="auto">
              <a:spcBef>
                <a:spcPts val="0"/>
              </a:spcBef>
              <a:spcAft>
                <a:spcPts val="0"/>
              </a:spcAft>
            </a:pPr>
            <a:endParaRPr lang="en-US" sz="1800" kern="0">
              <a:solidFill>
                <a:prstClr val="white"/>
              </a:solidFill>
              <a:latin typeface="Aptos" panose="020B0004020202020204" pitchFamily="34" charset="0"/>
              <a:ea typeface="+mn-ea"/>
              <a:cs typeface="+mn-cs"/>
            </a:endParaRPr>
          </a:p>
        </p:txBody>
      </p:sp>
      <p:sp>
        <p:nvSpPr>
          <p:cNvPr id="71" name="TextBox 70">
            <a:extLst>
              <a:ext uri="{FF2B5EF4-FFF2-40B4-BE49-F238E27FC236}">
                <a16:creationId xmlns:a16="http://schemas.microsoft.com/office/drawing/2014/main" id="{02DA2B89-B95A-C1E1-502B-CFC1747376DB}"/>
              </a:ext>
            </a:extLst>
          </p:cNvPr>
          <p:cNvSpPr txBox="1"/>
          <p:nvPr/>
        </p:nvSpPr>
        <p:spPr>
          <a:xfrm>
            <a:off x="9478370" y="3536148"/>
            <a:ext cx="1417601" cy="169277"/>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Helper Zone</a:t>
            </a:r>
            <a:endParaRPr lang="en-US" sz="1100" b="1">
              <a:solidFill>
                <a:srgbClr val="63666A"/>
              </a:solidFill>
              <a:latin typeface="Aptos" panose="020B0004020202020204" pitchFamily="34" charset="0"/>
              <a:ea typeface="+mn-ea"/>
              <a:cs typeface="+mn-cs"/>
            </a:endParaRPr>
          </a:p>
        </p:txBody>
      </p:sp>
      <p:sp>
        <p:nvSpPr>
          <p:cNvPr id="72" name="Right Brace 71">
            <a:extLst>
              <a:ext uri="{FF2B5EF4-FFF2-40B4-BE49-F238E27FC236}">
                <a16:creationId xmlns:a16="http://schemas.microsoft.com/office/drawing/2014/main" id="{6A028DDE-29E1-BECF-9A6F-5FA7BDD6796B}"/>
              </a:ext>
            </a:extLst>
          </p:cNvPr>
          <p:cNvSpPr/>
          <p:nvPr/>
        </p:nvSpPr>
        <p:spPr>
          <a:xfrm rot="5400000">
            <a:off x="10026998" y="2904209"/>
            <a:ext cx="157490" cy="102792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Aptos" panose="020B0004020202020204" pitchFamily="34" charset="0"/>
            </a:endParaRPr>
          </a:p>
        </p:txBody>
      </p:sp>
      <p:sp>
        <p:nvSpPr>
          <p:cNvPr id="73" name="TextBox 72">
            <a:extLst>
              <a:ext uri="{FF2B5EF4-FFF2-40B4-BE49-F238E27FC236}">
                <a16:creationId xmlns:a16="http://schemas.microsoft.com/office/drawing/2014/main" id="{C63DAF11-314B-684B-8A1D-65D8A761FC23}"/>
              </a:ext>
            </a:extLst>
          </p:cNvPr>
          <p:cNvSpPr txBox="1"/>
          <p:nvPr/>
        </p:nvSpPr>
        <p:spPr>
          <a:xfrm>
            <a:off x="10061595" y="2685921"/>
            <a:ext cx="1050229" cy="338554"/>
          </a:xfrm>
          <a:prstGeom prst="rect">
            <a:avLst/>
          </a:prstGeom>
          <a:noFill/>
        </p:spPr>
        <p:txBody>
          <a:bodyPr wrap="square" lIns="0" tIns="0" rIns="0" bIns="0" rtlCol="0">
            <a:spAutoFit/>
          </a:bodyPr>
          <a:lstStyle/>
          <a:p>
            <a:pPr algn="ctr" defTabSz="914400" fontAlgn="auto">
              <a:spcBef>
                <a:spcPts val="0"/>
              </a:spcBef>
              <a:spcAft>
                <a:spcPts val="0"/>
              </a:spcAft>
            </a:pPr>
            <a:r>
              <a:rPr lang="pt-BR" sz="1100" b="1">
                <a:solidFill>
                  <a:srgbClr val="63666A"/>
                </a:solidFill>
                <a:latin typeface="Aptos" panose="020B0004020202020204" pitchFamily="34" charset="0"/>
                <a:ea typeface="+mn-ea"/>
                <a:cs typeface="+mn-cs"/>
              </a:rPr>
              <a:t>ZKW – Caucaia</a:t>
            </a:r>
          </a:p>
          <a:p>
            <a:pPr algn="ctr" defTabSz="914400" fontAlgn="auto">
              <a:spcBef>
                <a:spcPts val="0"/>
              </a:spcBef>
              <a:spcAft>
                <a:spcPts val="0"/>
              </a:spcAft>
            </a:pPr>
            <a:r>
              <a:rPr lang="pt-BR" sz="1100">
                <a:solidFill>
                  <a:srgbClr val="63666A"/>
                </a:solidFill>
                <a:latin typeface="Aptos" panose="020B0004020202020204" pitchFamily="34" charset="0"/>
                <a:ea typeface="+mn-ea"/>
                <a:cs typeface="+mn-cs"/>
              </a:rPr>
              <a:t>KMP 98</a:t>
            </a:r>
            <a:endParaRPr lang="en-US" sz="1100">
              <a:solidFill>
                <a:srgbClr val="63666A"/>
              </a:solidFill>
              <a:latin typeface="Aptos" panose="020B0004020202020204" pitchFamily="34" charset="0"/>
              <a:ea typeface="+mn-ea"/>
              <a:cs typeface="+mn-cs"/>
            </a:endParaRPr>
          </a:p>
        </p:txBody>
      </p:sp>
      <p:cxnSp>
        <p:nvCxnSpPr>
          <p:cNvPr id="74" name="Straight Arrow Connector 73">
            <a:extLst>
              <a:ext uri="{FF2B5EF4-FFF2-40B4-BE49-F238E27FC236}">
                <a16:creationId xmlns:a16="http://schemas.microsoft.com/office/drawing/2014/main" id="{B5A236B7-8085-17D6-1D6F-8D8C227C87F0}"/>
              </a:ext>
            </a:extLst>
          </p:cNvPr>
          <p:cNvCxnSpPr>
            <a:cxnSpLocks/>
            <a:endCxn id="68" idx="0"/>
          </p:cNvCxnSpPr>
          <p:nvPr/>
        </p:nvCxnSpPr>
        <p:spPr>
          <a:xfrm>
            <a:off x="9401201" y="2209171"/>
            <a:ext cx="114295" cy="894402"/>
          </a:xfrm>
          <a:prstGeom prst="straightConnector1">
            <a:avLst/>
          </a:prstGeom>
          <a:noFill/>
          <a:ln w="25400" cap="flat" cmpd="sng" algn="ctr">
            <a:solidFill>
              <a:srgbClr val="FF0000"/>
            </a:solidFill>
            <a:prstDash val="solid"/>
            <a:tailEnd type="triangle"/>
          </a:ln>
          <a:effectLst/>
        </p:spPr>
      </p:cxnSp>
      <p:sp>
        <p:nvSpPr>
          <p:cNvPr id="75" name="Oval 74">
            <a:extLst>
              <a:ext uri="{FF2B5EF4-FFF2-40B4-BE49-F238E27FC236}">
                <a16:creationId xmlns:a16="http://schemas.microsoft.com/office/drawing/2014/main" id="{56EE9A3B-3D51-6AE5-0B68-C9670EC1C2AE}"/>
              </a:ext>
            </a:extLst>
          </p:cNvPr>
          <p:cNvSpPr/>
          <p:nvPr/>
        </p:nvSpPr>
        <p:spPr>
          <a:xfrm>
            <a:off x="2568936" y="3128310"/>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76" name="Oval 75">
            <a:extLst>
              <a:ext uri="{FF2B5EF4-FFF2-40B4-BE49-F238E27FC236}">
                <a16:creationId xmlns:a16="http://schemas.microsoft.com/office/drawing/2014/main" id="{A287530A-A04F-93A7-B8C4-4A671AC74900}"/>
              </a:ext>
            </a:extLst>
          </p:cNvPr>
          <p:cNvSpPr/>
          <p:nvPr/>
        </p:nvSpPr>
        <p:spPr>
          <a:xfrm>
            <a:off x="11130694" y="1053252"/>
            <a:ext cx="209725" cy="192947"/>
          </a:xfrm>
          <a:prstGeom prst="ellipse">
            <a:avLst/>
          </a:prstGeom>
          <a:noFill/>
          <a:ln w="38100" cap="flat" cmpd="sng" algn="ctr">
            <a:solidFill>
              <a:srgbClr val="005EB8">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pitchFamily="34" charset="0"/>
              <a:ea typeface="+mn-ea"/>
              <a:cs typeface="+mn-cs"/>
            </a:endParaRPr>
          </a:p>
        </p:txBody>
      </p:sp>
      <p:sp>
        <p:nvSpPr>
          <p:cNvPr id="3" name="TextBox 2">
            <a:extLst>
              <a:ext uri="{FF2B5EF4-FFF2-40B4-BE49-F238E27FC236}">
                <a16:creationId xmlns:a16="http://schemas.microsoft.com/office/drawing/2014/main" id="{8F72835A-9376-4426-B95F-B034974518A2}"/>
              </a:ext>
            </a:extLst>
          </p:cNvPr>
          <p:cNvSpPr txBox="1"/>
          <p:nvPr/>
        </p:nvSpPr>
        <p:spPr>
          <a:xfrm>
            <a:off x="5621895" y="3747270"/>
            <a:ext cx="3105377" cy="261610"/>
          </a:xfrm>
          <a:prstGeom prst="rect">
            <a:avLst/>
          </a:prstGeom>
          <a:solidFill>
            <a:schemeClr val="accent1">
              <a:lumMod val="10000"/>
              <a:lumOff val="90000"/>
            </a:schemeClr>
          </a:solidFill>
        </p:spPr>
        <p:txBody>
          <a:bodyPr wrap="square" rtlCol="0">
            <a:spAutoFit/>
          </a:bodyPr>
          <a:lstStyle/>
          <a:p>
            <a:r>
              <a:rPr lang="en-US" sz="1100">
                <a:solidFill>
                  <a:schemeClr val="tx1">
                    <a:lumMod val="75000"/>
                  </a:schemeClr>
                </a:solidFill>
                <a:latin typeface="Aptos" panose="020B0004020202020204" pitchFamily="34" charset="0"/>
              </a:rPr>
              <a:t>TO is currently not active on Sections 10 and 11</a:t>
            </a:r>
          </a:p>
        </p:txBody>
      </p:sp>
      <p:pic>
        <p:nvPicPr>
          <p:cNvPr id="77" name="Picture 76">
            <a:extLst>
              <a:ext uri="{FF2B5EF4-FFF2-40B4-BE49-F238E27FC236}">
                <a16:creationId xmlns:a16="http://schemas.microsoft.com/office/drawing/2014/main" id="{E5E014D2-6E8B-3484-0E48-B9FAD8CFF24C}"/>
              </a:ext>
            </a:extLst>
          </p:cNvPr>
          <p:cNvPicPr>
            <a:picLocks noChangeAspect="1"/>
          </p:cNvPicPr>
          <p:nvPr/>
        </p:nvPicPr>
        <p:blipFill>
          <a:blip r:embed="rId2"/>
          <a:stretch>
            <a:fillRect/>
          </a:stretch>
        </p:blipFill>
        <p:spPr>
          <a:xfrm>
            <a:off x="676033" y="853141"/>
            <a:ext cx="237765" cy="256054"/>
          </a:xfrm>
          <a:prstGeom prst="rect">
            <a:avLst/>
          </a:prstGeom>
        </p:spPr>
      </p:pic>
      <p:pic>
        <p:nvPicPr>
          <p:cNvPr id="79" name="Picture 78">
            <a:extLst>
              <a:ext uri="{FF2B5EF4-FFF2-40B4-BE49-F238E27FC236}">
                <a16:creationId xmlns:a16="http://schemas.microsoft.com/office/drawing/2014/main" id="{7EE27A80-526E-7009-0672-378857C49979}"/>
              </a:ext>
            </a:extLst>
          </p:cNvPr>
          <p:cNvPicPr>
            <a:picLocks noChangeAspect="1"/>
          </p:cNvPicPr>
          <p:nvPr/>
        </p:nvPicPr>
        <p:blipFill>
          <a:blip r:embed="rId2"/>
          <a:stretch>
            <a:fillRect/>
          </a:stretch>
        </p:blipFill>
        <p:spPr>
          <a:xfrm>
            <a:off x="2567714" y="2311006"/>
            <a:ext cx="219039" cy="237117"/>
          </a:xfrm>
          <a:prstGeom prst="rect">
            <a:avLst/>
          </a:prstGeom>
        </p:spPr>
      </p:pic>
      <p:pic>
        <p:nvPicPr>
          <p:cNvPr id="81" name="Picture 80">
            <a:extLst>
              <a:ext uri="{FF2B5EF4-FFF2-40B4-BE49-F238E27FC236}">
                <a16:creationId xmlns:a16="http://schemas.microsoft.com/office/drawing/2014/main" id="{6D244213-0EF5-ABE8-7CF3-2222723AF90F}"/>
              </a:ext>
            </a:extLst>
          </p:cNvPr>
          <p:cNvPicPr>
            <a:picLocks noChangeAspect="1"/>
          </p:cNvPicPr>
          <p:nvPr/>
        </p:nvPicPr>
        <p:blipFill>
          <a:blip r:embed="rId2"/>
          <a:stretch>
            <a:fillRect/>
          </a:stretch>
        </p:blipFill>
        <p:spPr>
          <a:xfrm>
            <a:off x="3565393" y="3081349"/>
            <a:ext cx="253565" cy="256054"/>
          </a:xfrm>
          <a:prstGeom prst="rect">
            <a:avLst/>
          </a:prstGeom>
        </p:spPr>
      </p:pic>
      <p:pic>
        <p:nvPicPr>
          <p:cNvPr id="83" name="Picture 82">
            <a:extLst>
              <a:ext uri="{FF2B5EF4-FFF2-40B4-BE49-F238E27FC236}">
                <a16:creationId xmlns:a16="http://schemas.microsoft.com/office/drawing/2014/main" id="{20B0B599-DBB4-DB7F-4601-A84A3C03A05B}"/>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p:blipFill>
        <p:spPr>
          <a:xfrm>
            <a:off x="3525703" y="4205331"/>
            <a:ext cx="237765" cy="243563"/>
          </a:xfrm>
          <a:prstGeom prst="rect">
            <a:avLst/>
          </a:prstGeom>
        </p:spPr>
      </p:pic>
    </p:spTree>
    <p:extLst>
      <p:ext uri="{BB962C8B-B14F-4D97-AF65-F5344CB8AC3E}">
        <p14:creationId xmlns:p14="http://schemas.microsoft.com/office/powerpoint/2010/main" val="707127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06413" y="0"/>
            <a:ext cx="11734800" cy="815975"/>
          </a:xfrm>
        </p:spPr>
        <p:txBody>
          <a:bodyPr/>
          <a:lstStyle/>
          <a:p>
            <a:pPr defTabSz="608625" fontAlgn="auto">
              <a:spcAft>
                <a:spcPts val="0"/>
              </a:spcAft>
              <a:defRPr/>
            </a:pPr>
            <a:r>
              <a:rPr lang="en-US">
                <a:solidFill>
                  <a:schemeClr val="tx1">
                    <a:lumMod val="75000"/>
                  </a:schemeClr>
                </a:solidFill>
              </a:rPr>
              <a:t>Current PTC Proposed Architecture (Interoperability)</a:t>
            </a:r>
            <a:endParaRPr lang="en-US">
              <a:solidFill>
                <a:schemeClr val="tx1">
                  <a:lumMod val="75000"/>
                </a:schemeClr>
              </a:solidFill>
              <a:ea typeface="+mj-ea"/>
            </a:endParaRPr>
          </a:p>
        </p:txBody>
      </p:sp>
      <p:pic>
        <p:nvPicPr>
          <p:cNvPr id="4" name="Imagem 11">
            <a:extLst>
              <a:ext uri="{FF2B5EF4-FFF2-40B4-BE49-F238E27FC236}">
                <a16:creationId xmlns:a16="http://schemas.microsoft.com/office/drawing/2014/main" id="{2F10CD2F-2460-87F6-675A-9370D469E923}"/>
              </a:ext>
            </a:extLst>
          </p:cNvPr>
          <p:cNvPicPr>
            <a:picLocks noChangeAspect="1"/>
          </p:cNvPicPr>
          <p:nvPr/>
        </p:nvPicPr>
        <p:blipFill>
          <a:blip r:embed="rId2"/>
          <a:stretch>
            <a:fillRect/>
          </a:stretch>
        </p:blipFill>
        <p:spPr>
          <a:xfrm>
            <a:off x="854577" y="1177263"/>
            <a:ext cx="10452683" cy="5050356"/>
          </a:xfrm>
          <a:prstGeom prst="rect">
            <a:avLst/>
          </a:prstGeom>
        </p:spPr>
      </p:pic>
    </p:spTree>
    <p:extLst>
      <p:ext uri="{BB962C8B-B14F-4D97-AF65-F5344CB8AC3E}">
        <p14:creationId xmlns:p14="http://schemas.microsoft.com/office/powerpoint/2010/main" val="3817403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06413" y="0"/>
            <a:ext cx="11734800" cy="815975"/>
          </a:xfrm>
        </p:spPr>
        <p:txBody>
          <a:bodyPr/>
          <a:lstStyle/>
          <a:p>
            <a:pPr defTabSz="608625" fontAlgn="auto">
              <a:spcAft>
                <a:spcPts val="0"/>
              </a:spcAft>
              <a:defRPr/>
            </a:pPr>
            <a:r>
              <a:rPr lang="en-US" sz="2800"/>
              <a:t>TO Proposed Architecture</a:t>
            </a:r>
            <a:endParaRPr lang="en-US" sz="2800">
              <a:ea typeface="+mj-ea"/>
            </a:endParaRPr>
          </a:p>
        </p:txBody>
      </p:sp>
      <p:pic>
        <p:nvPicPr>
          <p:cNvPr id="5" name="Picture 4">
            <a:extLst>
              <a:ext uri="{FF2B5EF4-FFF2-40B4-BE49-F238E27FC236}">
                <a16:creationId xmlns:a16="http://schemas.microsoft.com/office/drawing/2014/main" id="{3FFFF3C5-1304-9EF0-868C-240984113118}"/>
              </a:ext>
            </a:extLst>
          </p:cNvPr>
          <p:cNvPicPr>
            <a:picLocks noChangeAspect="1"/>
          </p:cNvPicPr>
          <p:nvPr/>
        </p:nvPicPr>
        <p:blipFill>
          <a:blip r:embed="rId3"/>
          <a:stretch>
            <a:fillRect/>
          </a:stretch>
        </p:blipFill>
        <p:spPr>
          <a:xfrm>
            <a:off x="126533" y="1681424"/>
            <a:ext cx="5954386" cy="4605956"/>
          </a:xfrm>
          <a:prstGeom prst="rect">
            <a:avLst/>
          </a:prstGeom>
        </p:spPr>
      </p:pic>
      <p:pic>
        <p:nvPicPr>
          <p:cNvPr id="7" name="Picture 6">
            <a:extLst>
              <a:ext uri="{FF2B5EF4-FFF2-40B4-BE49-F238E27FC236}">
                <a16:creationId xmlns:a16="http://schemas.microsoft.com/office/drawing/2014/main" id="{DD6CE9E8-214E-EF55-B9CC-361F30D96B16}"/>
              </a:ext>
            </a:extLst>
          </p:cNvPr>
          <p:cNvPicPr>
            <a:picLocks noChangeAspect="1"/>
          </p:cNvPicPr>
          <p:nvPr/>
        </p:nvPicPr>
        <p:blipFill>
          <a:blip r:embed="rId4"/>
          <a:stretch>
            <a:fillRect/>
          </a:stretch>
        </p:blipFill>
        <p:spPr>
          <a:xfrm>
            <a:off x="6352479" y="1733909"/>
            <a:ext cx="5809359" cy="4553471"/>
          </a:xfrm>
          <a:prstGeom prst="rect">
            <a:avLst/>
          </a:prstGeom>
        </p:spPr>
      </p:pic>
      <p:sp>
        <p:nvSpPr>
          <p:cNvPr id="8" name="TextBox 7">
            <a:extLst>
              <a:ext uri="{FF2B5EF4-FFF2-40B4-BE49-F238E27FC236}">
                <a16:creationId xmlns:a16="http://schemas.microsoft.com/office/drawing/2014/main" id="{78C1C346-6640-0F81-0F96-BC37E11717E8}"/>
              </a:ext>
            </a:extLst>
          </p:cNvPr>
          <p:cNvSpPr txBox="1"/>
          <p:nvPr/>
        </p:nvSpPr>
        <p:spPr>
          <a:xfrm>
            <a:off x="3103726" y="1198842"/>
            <a:ext cx="2449903" cy="400110"/>
          </a:xfrm>
          <a:prstGeom prst="rect">
            <a:avLst/>
          </a:prstGeom>
          <a:noFill/>
        </p:spPr>
        <p:txBody>
          <a:bodyPr wrap="square" rtlCol="0">
            <a:spAutoFit/>
          </a:bodyPr>
          <a:lstStyle/>
          <a:p>
            <a:r>
              <a:rPr lang="en-US" sz="2000">
                <a:latin typeface="Aptos" panose="020B0004020202020204" pitchFamily="34" charset="0"/>
              </a:rPr>
              <a:t>Same as RUMO</a:t>
            </a:r>
          </a:p>
        </p:txBody>
      </p:sp>
      <p:cxnSp>
        <p:nvCxnSpPr>
          <p:cNvPr id="10" name="Straight Arrow Connector 9">
            <a:extLst>
              <a:ext uri="{FF2B5EF4-FFF2-40B4-BE49-F238E27FC236}">
                <a16:creationId xmlns:a16="http://schemas.microsoft.com/office/drawing/2014/main" id="{E2DEC6FC-E327-259E-10A4-18B05CEF3B8C}"/>
              </a:ext>
            </a:extLst>
          </p:cNvPr>
          <p:cNvCxnSpPr>
            <a:cxnSpLocks/>
            <a:stCxn id="11" idx="2"/>
            <a:endCxn id="12" idx="0"/>
          </p:cNvCxnSpPr>
          <p:nvPr/>
        </p:nvCxnSpPr>
        <p:spPr>
          <a:xfrm>
            <a:off x="923026" y="1639590"/>
            <a:ext cx="197134" cy="8924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59B597C-B778-3D23-63DA-1D564720E6F3}"/>
              </a:ext>
            </a:extLst>
          </p:cNvPr>
          <p:cNvSpPr txBox="1"/>
          <p:nvPr/>
        </p:nvSpPr>
        <p:spPr>
          <a:xfrm>
            <a:off x="395542" y="1177925"/>
            <a:ext cx="1054968" cy="461665"/>
          </a:xfrm>
          <a:prstGeom prst="rect">
            <a:avLst/>
          </a:prstGeom>
          <a:solidFill>
            <a:srgbClr val="AFFFAF"/>
          </a:solidFill>
        </p:spPr>
        <p:txBody>
          <a:bodyPr wrap="square" rtlCol="0">
            <a:spAutoFit/>
          </a:bodyPr>
          <a:lstStyle/>
          <a:p>
            <a:pPr algn="ctr"/>
            <a:r>
              <a:rPr lang="en-US">
                <a:solidFill>
                  <a:srgbClr val="000000"/>
                </a:solidFill>
                <a:latin typeface="Aptos" panose="020B0004020202020204" pitchFamily="34" charset="0"/>
              </a:rPr>
              <a:t>New</a:t>
            </a:r>
          </a:p>
        </p:txBody>
      </p:sp>
      <p:sp>
        <p:nvSpPr>
          <p:cNvPr id="18" name="TextBox 17">
            <a:extLst>
              <a:ext uri="{FF2B5EF4-FFF2-40B4-BE49-F238E27FC236}">
                <a16:creationId xmlns:a16="http://schemas.microsoft.com/office/drawing/2014/main" id="{F17D2CA4-4EF9-72DC-9341-51AB8FDC5191}"/>
              </a:ext>
            </a:extLst>
          </p:cNvPr>
          <p:cNvSpPr txBox="1"/>
          <p:nvPr/>
        </p:nvSpPr>
        <p:spPr>
          <a:xfrm>
            <a:off x="923026" y="4923640"/>
            <a:ext cx="887301" cy="1015663"/>
          </a:xfrm>
          <a:prstGeom prst="rect">
            <a:avLst/>
          </a:prstGeom>
          <a:solidFill>
            <a:srgbClr val="AFFFAF"/>
          </a:solidFill>
        </p:spPr>
        <p:txBody>
          <a:bodyPr wrap="square" rtlCol="0">
            <a:spAutoFit/>
          </a:bodyPr>
          <a:lstStyle/>
          <a:p>
            <a:pPr algn="ctr"/>
            <a:r>
              <a:rPr lang="en-US" sz="1200">
                <a:solidFill>
                  <a:srgbClr val="000000"/>
                </a:solidFill>
                <a:latin typeface="Aptos" panose="020B0004020202020204" pitchFamily="34" charset="0"/>
              </a:rPr>
              <a:t>TO Offboard for MRS already exists</a:t>
            </a:r>
          </a:p>
        </p:txBody>
      </p:sp>
      <p:sp>
        <p:nvSpPr>
          <p:cNvPr id="12" name="Oval 11">
            <a:extLst>
              <a:ext uri="{FF2B5EF4-FFF2-40B4-BE49-F238E27FC236}">
                <a16:creationId xmlns:a16="http://schemas.microsoft.com/office/drawing/2014/main" id="{4F9FC130-9647-360B-BF13-FEBCFA923501}"/>
              </a:ext>
            </a:extLst>
          </p:cNvPr>
          <p:cNvSpPr/>
          <p:nvPr/>
        </p:nvSpPr>
        <p:spPr>
          <a:xfrm>
            <a:off x="-5587" y="2532005"/>
            <a:ext cx="2251493" cy="3839043"/>
          </a:xfrm>
          <a:prstGeom prst="ellipse">
            <a:avLst/>
          </a:prstGeom>
          <a:ln w="38100">
            <a:solidFill>
              <a:schemeClr val="bg2">
                <a:lumMod val="10000"/>
              </a:schemeClr>
            </a:solidFill>
            <a:prstDash val="dash"/>
          </a:ln>
        </p:spPr>
        <p:txBody>
          <a:bodyPr wrap="square" rtlCol="0" anchor="ctr">
            <a:noAutofit/>
          </a:bodyPr>
          <a:lstStyle/>
          <a:p>
            <a:pPr algn="ctr"/>
            <a:endParaRPr lang="en-US" sz="3600" b="1" spc="-150">
              <a:solidFill>
                <a:srgbClr val="FFFFFF"/>
              </a:solidFill>
              <a:latin typeface="Aptos" panose="020B0004020202020204" pitchFamily="34" charset="0"/>
              <a:cs typeface="Arial" pitchFamily="34" charset="0"/>
            </a:endParaRPr>
          </a:p>
        </p:txBody>
      </p:sp>
    </p:spTree>
    <p:extLst>
      <p:ext uri="{BB962C8B-B14F-4D97-AF65-F5344CB8AC3E}">
        <p14:creationId xmlns:p14="http://schemas.microsoft.com/office/powerpoint/2010/main" val="883005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BB8ACC-76B6-0014-C706-4693F1DD63DB}"/>
              </a:ext>
            </a:extLst>
          </p:cNvPr>
          <p:cNvSpPr txBox="1"/>
          <p:nvPr/>
        </p:nvSpPr>
        <p:spPr>
          <a:xfrm>
            <a:off x="312980" y="901159"/>
            <a:ext cx="8950594" cy="4678204"/>
          </a:xfrm>
          <a:prstGeom prst="rect">
            <a:avLst/>
          </a:prstGeom>
          <a:noFill/>
        </p:spPr>
        <p:txBody>
          <a:bodyPr wrap="square" rtlCol="0">
            <a:spAutoFit/>
          </a:bodyPr>
          <a:lstStyle/>
          <a:p>
            <a:r>
              <a:rPr lang="en-US" sz="1600" b="1" dirty="0">
                <a:solidFill>
                  <a:schemeClr val="tx1">
                    <a:lumMod val="75000"/>
                  </a:schemeClr>
                </a:solidFill>
                <a:latin typeface="Aptos" panose="020B0004020202020204" pitchFamily="34" charset="0"/>
              </a:rPr>
              <a:t>3 Step approach</a:t>
            </a:r>
          </a:p>
          <a:p>
            <a:endParaRPr lang="en-US" sz="1400" dirty="0">
              <a:solidFill>
                <a:schemeClr val="tx1">
                  <a:lumMod val="75000"/>
                </a:schemeClr>
              </a:solidFill>
              <a:latin typeface="Aptos" panose="020B0004020202020204" pitchFamily="34" charset="0"/>
            </a:endParaRPr>
          </a:p>
          <a:p>
            <a:r>
              <a:rPr lang="en-US" sz="1400" dirty="0">
                <a:solidFill>
                  <a:schemeClr val="tx1">
                    <a:lumMod val="75000"/>
                  </a:schemeClr>
                </a:solidFill>
                <a:latin typeface="Aptos" panose="020B0004020202020204" pitchFamily="34" charset="0"/>
              </a:rPr>
              <a:t>Step 1: Initial Simulation</a:t>
            </a:r>
          </a:p>
          <a:p>
            <a:endParaRPr lang="en-US" sz="1400" dirty="0">
              <a:solidFill>
                <a:schemeClr val="tx1">
                  <a:lumMod val="75000"/>
                </a:schemeClr>
              </a:solidFill>
              <a:latin typeface="Aptos" panose="020B0004020202020204" pitchFamily="34" charset="0"/>
            </a:endParaRPr>
          </a:p>
          <a:p>
            <a:r>
              <a:rPr lang="en-US" sz="1200" dirty="0">
                <a:solidFill>
                  <a:schemeClr val="tx1">
                    <a:lumMod val="75000"/>
                  </a:schemeClr>
                </a:solidFill>
                <a:latin typeface="Aptos" panose="020B0004020202020204" pitchFamily="34" charset="0"/>
              </a:rPr>
              <a:t>Wabtec simulates operating conditions (no field visit required).</a:t>
            </a:r>
          </a:p>
          <a:p>
            <a:r>
              <a:rPr lang="en-US" sz="1200" dirty="0">
                <a:solidFill>
                  <a:schemeClr val="tx1">
                    <a:lumMod val="75000"/>
                  </a:schemeClr>
                </a:solidFill>
                <a:latin typeface="Aptos" panose="020B0004020202020204" pitchFamily="34" charset="0"/>
              </a:rPr>
              <a:t>Objective: First view of in-train forces for 135-car trains.</a:t>
            </a:r>
          </a:p>
          <a:p>
            <a:r>
              <a:rPr lang="en-US" sz="1200" dirty="0">
                <a:solidFill>
                  <a:schemeClr val="tx1">
                    <a:lumMod val="75000"/>
                  </a:schemeClr>
                </a:solidFill>
                <a:latin typeface="Aptos" panose="020B0004020202020204" pitchFamily="34" charset="0"/>
              </a:rPr>
              <a:t>Trigger: Agreement on in-train forces metric for Paulista Network.</a:t>
            </a:r>
          </a:p>
          <a:p>
            <a:r>
              <a:rPr lang="en-US" sz="1200" dirty="0">
                <a:solidFill>
                  <a:schemeClr val="tx1">
                    <a:lumMod val="75000"/>
                  </a:schemeClr>
                </a:solidFill>
                <a:latin typeface="Aptos" panose="020B0004020202020204" pitchFamily="34" charset="0"/>
              </a:rPr>
              <a:t>Note: MRS is looking for values below 100 Kips, but not necessarily the same thresholds of the iron ore loop.</a:t>
            </a:r>
          </a:p>
          <a:p>
            <a:endParaRPr lang="en-US" sz="1400" dirty="0">
              <a:solidFill>
                <a:schemeClr val="tx1">
                  <a:lumMod val="75000"/>
                </a:schemeClr>
              </a:solidFill>
              <a:latin typeface="Aptos" panose="020B0004020202020204" pitchFamily="34" charset="0"/>
            </a:endParaRPr>
          </a:p>
          <a:p>
            <a:r>
              <a:rPr lang="en-US" sz="1400" dirty="0">
                <a:solidFill>
                  <a:schemeClr val="tx1">
                    <a:lumMod val="75000"/>
                  </a:schemeClr>
                </a:solidFill>
                <a:latin typeface="Aptos" panose="020B0004020202020204" pitchFamily="34" charset="0"/>
              </a:rPr>
              <a:t>Step 2: Preparation for Qualification Test</a:t>
            </a:r>
          </a:p>
          <a:p>
            <a:endParaRPr lang="en-US" sz="1400" dirty="0">
              <a:solidFill>
                <a:schemeClr val="tx1">
                  <a:lumMod val="75000"/>
                </a:schemeClr>
              </a:solidFill>
              <a:latin typeface="Aptos" panose="020B0004020202020204" pitchFamily="34" charset="0"/>
            </a:endParaRPr>
          </a:p>
          <a:p>
            <a:r>
              <a:rPr lang="en-US" sz="1200" dirty="0">
                <a:solidFill>
                  <a:schemeClr val="tx1">
                    <a:lumMod val="75000"/>
                  </a:schemeClr>
                </a:solidFill>
                <a:latin typeface="Aptos" panose="020B0004020202020204" pitchFamily="34" charset="0"/>
              </a:rPr>
              <a:t>Define boundary conditions for the project on MRS trains.</a:t>
            </a:r>
          </a:p>
          <a:p>
            <a:r>
              <a:rPr lang="en-US" sz="1200" dirty="0">
                <a:solidFill>
                  <a:schemeClr val="tx1">
                    <a:lumMod val="75000"/>
                  </a:schemeClr>
                </a:solidFill>
                <a:latin typeface="Aptos" panose="020B0004020202020204" pitchFamily="34" charset="0"/>
              </a:rPr>
              <a:t>Develop document and methodology for the test.</a:t>
            </a:r>
          </a:p>
          <a:p>
            <a:r>
              <a:rPr lang="en-US" sz="1200" dirty="0">
                <a:solidFill>
                  <a:schemeClr val="tx1">
                    <a:lumMod val="75000"/>
                  </a:schemeClr>
                </a:solidFill>
                <a:latin typeface="Aptos" panose="020B0004020202020204" pitchFamily="34" charset="0"/>
              </a:rPr>
              <a:t>Evaluate and adapt locomotives for the test.</a:t>
            </a:r>
          </a:p>
          <a:p>
            <a:r>
              <a:rPr lang="en-US" sz="1200" dirty="0">
                <a:solidFill>
                  <a:schemeClr val="tx1">
                    <a:lumMod val="75000"/>
                  </a:schemeClr>
                </a:solidFill>
                <a:latin typeface="Aptos" panose="020B0004020202020204" pitchFamily="34" charset="0"/>
              </a:rPr>
              <a:t>Trigger: Methodology document approved + locomotives ready with Trip Optimizer active.</a:t>
            </a:r>
          </a:p>
          <a:p>
            <a:r>
              <a:rPr lang="en-US" sz="1200" dirty="0">
                <a:solidFill>
                  <a:schemeClr val="tx1">
                    <a:lumMod val="75000"/>
                  </a:schemeClr>
                </a:solidFill>
                <a:latin typeface="Aptos" panose="020B0004020202020204" pitchFamily="34" charset="0"/>
              </a:rPr>
              <a:t>Note: Wabtec will effectively release the finalized software for MRS. Once approved, SW will be  deployed on all locos.</a:t>
            </a:r>
          </a:p>
          <a:p>
            <a:endParaRPr lang="en-US" sz="1400" dirty="0">
              <a:solidFill>
                <a:schemeClr val="tx1">
                  <a:lumMod val="75000"/>
                </a:schemeClr>
              </a:solidFill>
              <a:latin typeface="Aptos" panose="020B0004020202020204" pitchFamily="34" charset="0"/>
            </a:endParaRPr>
          </a:p>
          <a:p>
            <a:r>
              <a:rPr lang="en-US" sz="1400" dirty="0">
                <a:solidFill>
                  <a:schemeClr val="tx1">
                    <a:lumMod val="75000"/>
                  </a:schemeClr>
                </a:solidFill>
                <a:latin typeface="Aptos" panose="020B0004020202020204" pitchFamily="34" charset="0"/>
              </a:rPr>
              <a:t>Step 3: Multi-Year Agreement</a:t>
            </a:r>
          </a:p>
          <a:p>
            <a:endParaRPr lang="en-US" sz="1400" dirty="0">
              <a:solidFill>
                <a:schemeClr val="tx1">
                  <a:lumMod val="75000"/>
                </a:schemeClr>
              </a:solidFill>
              <a:latin typeface="Aptos" panose="020B0004020202020204" pitchFamily="34" charset="0"/>
            </a:endParaRPr>
          </a:p>
          <a:p>
            <a:r>
              <a:rPr lang="en-US" sz="1200" dirty="0">
                <a:solidFill>
                  <a:schemeClr val="tx1">
                    <a:lumMod val="75000"/>
                  </a:schemeClr>
                </a:solidFill>
                <a:latin typeface="Aptos" panose="020B0004020202020204" pitchFamily="34" charset="0"/>
              </a:rPr>
              <a:t>Continuous improvement and joint operation between MRS and Wabtec for all locomotives on the Paulista Network.</a:t>
            </a:r>
          </a:p>
          <a:p>
            <a:r>
              <a:rPr lang="en-US" sz="1200" dirty="0">
                <a:solidFill>
                  <a:schemeClr val="tx1">
                    <a:lumMod val="75000"/>
                  </a:schemeClr>
                </a:solidFill>
                <a:latin typeface="Aptos" panose="020B0004020202020204" pitchFamily="34" charset="0"/>
              </a:rPr>
              <a:t>Ensure Wabtec support for all lead locomotives.</a:t>
            </a:r>
          </a:p>
          <a:p>
            <a:r>
              <a:rPr lang="en-US" sz="1200" dirty="0">
                <a:solidFill>
                  <a:schemeClr val="tx1">
                    <a:lumMod val="75000"/>
                  </a:schemeClr>
                </a:solidFill>
                <a:latin typeface="Aptos" panose="020B0004020202020204" pitchFamily="34" charset="0"/>
              </a:rPr>
              <a:t>Prepare MRS for future expansions (territory, operational models, technologies).</a:t>
            </a:r>
          </a:p>
          <a:p>
            <a:r>
              <a:rPr lang="en-US" sz="1200" dirty="0">
                <a:solidFill>
                  <a:schemeClr val="tx1">
                    <a:lumMod val="75000"/>
                  </a:schemeClr>
                </a:solidFill>
                <a:latin typeface="Aptos" panose="020B0004020202020204" pitchFamily="34" charset="0"/>
              </a:rPr>
              <a:t>Trigger: Qualification Test approved + commercial/technical conditions defined + agreement signed.</a:t>
            </a:r>
          </a:p>
        </p:txBody>
      </p:sp>
      <p:sp>
        <p:nvSpPr>
          <p:cNvPr id="3" name="Titre 2"/>
          <p:cNvSpPr>
            <a:spLocks noGrp="1"/>
          </p:cNvSpPr>
          <p:nvPr>
            <p:ph type="title"/>
          </p:nvPr>
        </p:nvSpPr>
        <p:spPr>
          <a:xfrm>
            <a:off x="506413" y="0"/>
            <a:ext cx="11734800" cy="815975"/>
          </a:xfrm>
        </p:spPr>
        <p:txBody>
          <a:bodyPr/>
          <a:lstStyle/>
          <a:p>
            <a:pPr defTabSz="608625" fontAlgn="auto">
              <a:spcAft>
                <a:spcPts val="0"/>
              </a:spcAft>
              <a:defRPr/>
            </a:pPr>
            <a:r>
              <a:rPr lang="en-US" sz="2800">
                <a:solidFill>
                  <a:schemeClr val="tx1">
                    <a:lumMod val="75000"/>
                  </a:schemeClr>
                </a:solidFill>
              </a:rPr>
              <a:t>MRS PTC-IF Interoperable Operation Proposal</a:t>
            </a:r>
            <a:endParaRPr lang="en-US" sz="2800">
              <a:solidFill>
                <a:schemeClr val="tx1">
                  <a:lumMod val="75000"/>
                </a:schemeClr>
              </a:solidFill>
              <a:ea typeface="+mj-ea"/>
            </a:endParaRPr>
          </a:p>
        </p:txBody>
      </p:sp>
      <p:sp>
        <p:nvSpPr>
          <p:cNvPr id="2" name="TextBox 1">
            <a:extLst>
              <a:ext uri="{FF2B5EF4-FFF2-40B4-BE49-F238E27FC236}">
                <a16:creationId xmlns:a16="http://schemas.microsoft.com/office/drawing/2014/main" id="{4348206D-EC13-5553-F883-B22D22D84570}"/>
              </a:ext>
            </a:extLst>
          </p:cNvPr>
          <p:cNvSpPr txBox="1"/>
          <p:nvPr/>
        </p:nvSpPr>
        <p:spPr>
          <a:xfrm>
            <a:off x="9338783" y="1278637"/>
            <a:ext cx="2776297" cy="830997"/>
          </a:xfrm>
          <a:prstGeom prst="rect">
            <a:avLst/>
          </a:prstGeom>
          <a:solidFill>
            <a:schemeClr val="accent1">
              <a:lumMod val="10000"/>
              <a:lumOff val="90000"/>
            </a:schemeClr>
          </a:solidFill>
        </p:spPr>
        <p:txBody>
          <a:bodyPr wrap="square" rtlCol="0">
            <a:spAutoFit/>
          </a:bodyPr>
          <a:lstStyle/>
          <a:p>
            <a:r>
              <a:rPr lang="en-US" sz="1600" dirty="0">
                <a:solidFill>
                  <a:schemeClr val="tx1">
                    <a:lumMod val="75000"/>
                  </a:schemeClr>
                </a:solidFill>
                <a:latin typeface="Aptos" panose="020B0004020202020204" pitchFamily="34" charset="0"/>
              </a:rPr>
              <a:t>Owning RR: MRS</a:t>
            </a:r>
          </a:p>
          <a:p>
            <a:r>
              <a:rPr lang="en-US" sz="1600" dirty="0">
                <a:solidFill>
                  <a:schemeClr val="tx1">
                    <a:lumMod val="75000"/>
                  </a:schemeClr>
                </a:solidFill>
                <a:latin typeface="Aptos" panose="020B0004020202020204" pitchFamily="34" charset="0"/>
              </a:rPr>
              <a:t>Employing RR: MRS</a:t>
            </a:r>
          </a:p>
          <a:p>
            <a:r>
              <a:rPr lang="en-US" sz="1600" dirty="0">
                <a:solidFill>
                  <a:schemeClr val="tx1">
                    <a:lumMod val="75000"/>
                  </a:schemeClr>
                </a:solidFill>
                <a:latin typeface="Aptos" panose="020B0004020202020204" pitchFamily="34" charset="0"/>
              </a:rPr>
              <a:t>Operating RR: RUMO</a:t>
            </a:r>
          </a:p>
        </p:txBody>
      </p:sp>
      <p:sp>
        <p:nvSpPr>
          <p:cNvPr id="10" name="TextBox 9">
            <a:extLst>
              <a:ext uri="{FF2B5EF4-FFF2-40B4-BE49-F238E27FC236}">
                <a16:creationId xmlns:a16="http://schemas.microsoft.com/office/drawing/2014/main" id="{8047056F-B100-F8F3-CC88-C4C4AC3D58C4}"/>
              </a:ext>
            </a:extLst>
          </p:cNvPr>
          <p:cNvSpPr txBox="1"/>
          <p:nvPr/>
        </p:nvSpPr>
        <p:spPr>
          <a:xfrm>
            <a:off x="9338784" y="2362769"/>
            <a:ext cx="2776298" cy="2554545"/>
          </a:xfrm>
          <a:prstGeom prst="rect">
            <a:avLst/>
          </a:prstGeom>
          <a:solidFill>
            <a:schemeClr val="accent1">
              <a:lumMod val="10000"/>
              <a:lumOff val="90000"/>
            </a:schemeClr>
          </a:solidFill>
        </p:spPr>
        <p:txBody>
          <a:bodyPr wrap="square" rtlCol="0">
            <a:spAutoFit/>
          </a:bodyPr>
          <a:lstStyle>
            <a:defPPr>
              <a:defRPr lang="en-US"/>
            </a:defPPr>
            <a:lvl1pPr>
              <a:defRPr sz="1600">
                <a:solidFill>
                  <a:schemeClr val="tx1">
                    <a:lumMod val="75000"/>
                  </a:schemeClr>
                </a:solidFill>
                <a:latin typeface="Aptos" panose="020B0004020202020204" pitchFamily="34" charset="0"/>
              </a:defRPr>
            </a:lvl1pPr>
          </a:lstStyle>
          <a:p>
            <a:r>
              <a:rPr lang="en-US" dirty="0"/>
              <a:t>Premises:</a:t>
            </a:r>
          </a:p>
          <a:p>
            <a:r>
              <a:rPr lang="en-US" dirty="0"/>
              <a:t>No additional feature needed (to be confirmed after simulations).</a:t>
            </a:r>
          </a:p>
          <a:p>
            <a:r>
              <a:rPr lang="en-US" dirty="0"/>
              <a:t>Need to re-enable TO on pilot locos (service work scope)</a:t>
            </a:r>
          </a:p>
          <a:p>
            <a:r>
              <a:rPr lang="en-US" dirty="0"/>
              <a:t>Need to review installation process for TO on a Card</a:t>
            </a:r>
          </a:p>
          <a:p>
            <a:r>
              <a:rPr lang="en-US" dirty="0"/>
              <a:t>PTC Protect is fully deployed and functional on MRS locos</a:t>
            </a:r>
          </a:p>
        </p:txBody>
      </p:sp>
    </p:spTree>
    <p:extLst>
      <p:ext uri="{BB962C8B-B14F-4D97-AF65-F5344CB8AC3E}">
        <p14:creationId xmlns:p14="http://schemas.microsoft.com/office/powerpoint/2010/main" val="66605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B0A9A-A9B0-A685-6E03-D14FE0218991}"/>
              </a:ext>
            </a:extLst>
          </p:cNvPr>
          <p:cNvSpPr>
            <a:spLocks noGrp="1"/>
          </p:cNvSpPr>
          <p:nvPr>
            <p:ph type="title"/>
          </p:nvPr>
        </p:nvSpPr>
        <p:spPr>
          <a:xfrm>
            <a:off x="110725" y="-129309"/>
            <a:ext cx="12115768" cy="815354"/>
          </a:xfrm>
        </p:spPr>
        <p:txBody>
          <a:bodyPr/>
          <a:lstStyle/>
          <a:p>
            <a:r>
              <a:rPr lang="en-US" sz="2800">
                <a:solidFill>
                  <a:schemeClr val="tx1">
                    <a:lumMod val="75000"/>
                  </a:schemeClr>
                </a:solidFill>
              </a:rPr>
              <a:t>Trip Optimizer Historical Pricing (2016–2026)</a:t>
            </a:r>
            <a:endParaRPr lang="pt-BR" sz="2800">
              <a:solidFill>
                <a:schemeClr val="tx1">
                  <a:lumMod val="75000"/>
                </a:schemeClr>
              </a:solidFill>
            </a:endParaRPr>
          </a:p>
        </p:txBody>
      </p:sp>
      <p:sp>
        <p:nvSpPr>
          <p:cNvPr id="11" name="Rectangle 1">
            <a:extLst>
              <a:ext uri="{FF2B5EF4-FFF2-40B4-BE49-F238E27FC236}">
                <a16:creationId xmlns:a16="http://schemas.microsoft.com/office/drawing/2014/main" id="{00D54221-90C7-7424-9807-2E20C4975F13}"/>
              </a:ext>
            </a:extLst>
          </p:cNvPr>
          <p:cNvSpPr>
            <a:spLocks noChangeArrowheads="1"/>
          </p:cNvSpPr>
          <p:nvPr/>
        </p:nvSpPr>
        <p:spPr bwMode="auto">
          <a:xfrm>
            <a:off x="492243" y="1111798"/>
            <a:ext cx="26098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1800" b="1" i="0" u="none" strike="noStrike" cap="none" normalizeH="0" baseline="0" dirty="0">
                <a:ln>
                  <a:noFill/>
                </a:ln>
                <a:solidFill>
                  <a:schemeClr val="bg2">
                    <a:lumMod val="10000"/>
                  </a:schemeClr>
                </a:solidFill>
                <a:effectLst/>
                <a:latin typeface="Aptos" panose="020B0004020202020204" pitchFamily="34" charset="0"/>
              </a:rPr>
              <a:t>2016 Contract Pricing</a:t>
            </a:r>
          </a:p>
          <a:p>
            <a:pPr marL="0" marR="0" lvl="0" indent="0" algn="ctr" defTabSz="914400" rtl="0" eaLnBrk="0" fontAlgn="base" latinLnBrk="0" hangingPunct="0">
              <a:lnSpc>
                <a:spcPct val="100000"/>
              </a:lnSpc>
              <a:spcBef>
                <a:spcPct val="0"/>
              </a:spcBef>
              <a:spcAft>
                <a:spcPct val="0"/>
              </a:spcAft>
              <a:buClrTx/>
              <a:buSzTx/>
              <a:buFontTx/>
              <a:buNone/>
              <a:tabLst/>
            </a:pPr>
            <a:r>
              <a:rPr lang="pt-BR" altLang="pt-BR" sz="1400" b="1" dirty="0">
                <a:solidFill>
                  <a:schemeClr val="bg2">
                    <a:lumMod val="10000"/>
                  </a:schemeClr>
                </a:solidFill>
                <a:latin typeface="Aptos" panose="020B0004020202020204" pitchFamily="34" charset="0"/>
              </a:rPr>
              <a:t>Ex-Works USA</a:t>
            </a:r>
            <a:endParaRPr kumimoji="0" lang="pt-BR" altLang="pt-BR" sz="1400" b="1" i="0" u="none" strike="noStrike" cap="none" normalizeH="0" baseline="0" dirty="0">
              <a:ln>
                <a:noFill/>
              </a:ln>
              <a:solidFill>
                <a:schemeClr val="bg2">
                  <a:lumMod val="10000"/>
                </a:schemeClr>
              </a:solidFill>
              <a:effectLst/>
              <a:latin typeface="Aptos" panose="020B0004020202020204" pitchFamily="34" charset="0"/>
            </a:endParaRPr>
          </a:p>
        </p:txBody>
      </p:sp>
      <p:sp>
        <p:nvSpPr>
          <p:cNvPr id="12" name="Rectangle 2">
            <a:extLst>
              <a:ext uri="{FF2B5EF4-FFF2-40B4-BE49-F238E27FC236}">
                <a16:creationId xmlns:a16="http://schemas.microsoft.com/office/drawing/2014/main" id="{1945D896-D077-0B08-6B12-4E3A9BCC8081}"/>
              </a:ext>
            </a:extLst>
          </p:cNvPr>
          <p:cNvSpPr>
            <a:spLocks noChangeArrowheads="1"/>
          </p:cNvSpPr>
          <p:nvPr/>
        </p:nvSpPr>
        <p:spPr bwMode="auto">
          <a:xfrm>
            <a:off x="8435443" y="1103711"/>
            <a:ext cx="26098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1800" b="1" i="0" u="none" strike="noStrike" cap="none" normalizeH="0" baseline="0" dirty="0">
                <a:ln>
                  <a:noFill/>
                </a:ln>
                <a:solidFill>
                  <a:schemeClr val="bg2">
                    <a:lumMod val="10000"/>
                  </a:schemeClr>
                </a:solidFill>
                <a:effectLst/>
                <a:latin typeface="Aptos" panose="020B0004020202020204" pitchFamily="34" charset="0"/>
              </a:rPr>
              <a:t>Simulated Contractual </a:t>
            </a:r>
          </a:p>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1800" b="1" i="0" u="none" strike="noStrike" cap="none" normalizeH="0" baseline="0" dirty="0">
                <a:ln>
                  <a:noFill/>
                </a:ln>
                <a:solidFill>
                  <a:schemeClr val="bg2">
                    <a:lumMod val="10000"/>
                  </a:schemeClr>
                </a:solidFill>
                <a:effectLst/>
                <a:latin typeface="Aptos" panose="020B0004020202020204" pitchFamily="34" charset="0"/>
              </a:rPr>
              <a:t>Escalation</a:t>
            </a:r>
          </a:p>
        </p:txBody>
      </p:sp>
      <p:sp>
        <p:nvSpPr>
          <p:cNvPr id="13" name="Rectangle 3">
            <a:extLst>
              <a:ext uri="{FF2B5EF4-FFF2-40B4-BE49-F238E27FC236}">
                <a16:creationId xmlns:a16="http://schemas.microsoft.com/office/drawing/2014/main" id="{D19CEDC5-242B-9DBA-40E8-0F9DF02367FA}"/>
              </a:ext>
            </a:extLst>
          </p:cNvPr>
          <p:cNvSpPr>
            <a:spLocks noChangeArrowheads="1"/>
          </p:cNvSpPr>
          <p:nvPr/>
        </p:nvSpPr>
        <p:spPr bwMode="auto">
          <a:xfrm>
            <a:off x="3840696" y="1134490"/>
            <a:ext cx="35402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1800" b="1" i="0" u="none" strike="noStrike" cap="none" normalizeH="0" baseline="0" dirty="0">
                <a:ln>
                  <a:noFill/>
                </a:ln>
                <a:solidFill>
                  <a:schemeClr val="bg2">
                    <a:lumMod val="10000"/>
                  </a:schemeClr>
                </a:solidFill>
                <a:effectLst/>
                <a:latin typeface="Aptos" panose="020B0004020202020204" pitchFamily="34" charset="0"/>
              </a:rPr>
              <a:t>2026 Customer Price Simulation</a:t>
            </a:r>
          </a:p>
          <a:p>
            <a:pPr marL="0" marR="0" lvl="0" indent="0" algn="ctr" defTabSz="914400" rtl="0" eaLnBrk="0" fontAlgn="base" latinLnBrk="0" hangingPunct="0">
              <a:lnSpc>
                <a:spcPct val="100000"/>
              </a:lnSpc>
              <a:spcBef>
                <a:spcPct val="0"/>
              </a:spcBef>
              <a:spcAft>
                <a:spcPct val="0"/>
              </a:spcAft>
              <a:buClrTx/>
              <a:buSzTx/>
              <a:buFontTx/>
              <a:buNone/>
              <a:tabLst/>
            </a:pPr>
            <a:r>
              <a:rPr lang="pt-BR" altLang="pt-BR" sz="1400" b="1" dirty="0">
                <a:solidFill>
                  <a:schemeClr val="bg2">
                    <a:lumMod val="10000"/>
                  </a:schemeClr>
                </a:solidFill>
                <a:latin typeface="Aptos" panose="020B0004020202020204" pitchFamily="34" charset="0"/>
              </a:rPr>
              <a:t>Ex-Works USA</a:t>
            </a:r>
            <a:endParaRPr kumimoji="0" lang="pt-BR" altLang="pt-BR" sz="1400" b="1" i="0" u="none" strike="noStrike" cap="none" normalizeH="0" baseline="0" dirty="0">
              <a:ln>
                <a:noFill/>
              </a:ln>
              <a:solidFill>
                <a:schemeClr val="bg2">
                  <a:lumMod val="10000"/>
                </a:schemeClr>
              </a:solidFill>
              <a:effectLst/>
              <a:latin typeface="Aptos" panose="020B0004020202020204" pitchFamily="34" charset="0"/>
            </a:endParaRPr>
          </a:p>
        </p:txBody>
      </p:sp>
      <p:sp>
        <p:nvSpPr>
          <p:cNvPr id="24" name="Google Shape;90;p10">
            <a:extLst>
              <a:ext uri="{FF2B5EF4-FFF2-40B4-BE49-F238E27FC236}">
                <a16:creationId xmlns:a16="http://schemas.microsoft.com/office/drawing/2014/main" id="{558708F7-372B-68C2-A907-C348C7A7E57A}"/>
              </a:ext>
            </a:extLst>
          </p:cNvPr>
          <p:cNvSpPr/>
          <p:nvPr/>
        </p:nvSpPr>
        <p:spPr>
          <a:xfrm>
            <a:off x="0" y="6042646"/>
            <a:ext cx="12161838" cy="815354"/>
          </a:xfrm>
          <a:prstGeom prst="rect">
            <a:avLst/>
          </a:prstGeom>
          <a:solidFill>
            <a:srgbClr val="1A2332"/>
          </a:solidFill>
          <a:ln>
            <a:noFill/>
          </a:ln>
        </p:spPr>
        <p:txBody>
          <a:bodyPr spcFirstLastPara="1" wrap="square" lIns="121900" tIns="121900" rIns="121900" bIns="121900" anchor="ctr" anchorCtr="0">
            <a:noAutofit/>
          </a:bodyPr>
          <a:lstStyle/>
          <a:p>
            <a:pPr defTabSz="914400" fontAlgn="auto">
              <a:spcBef>
                <a:spcPts val="0"/>
              </a:spcBef>
              <a:spcAft>
                <a:spcPts val="0"/>
              </a:spcAft>
              <a:buClr>
                <a:prstClr val="black"/>
              </a:buClr>
              <a:buSzPts val="2400"/>
              <a:buFont typeface="Arial"/>
              <a:buNone/>
            </a:pPr>
            <a:r>
              <a:rPr lang="en-US" sz="1800" b="1">
                <a:solidFill>
                  <a:schemeClr val="bg1"/>
                </a:solidFill>
                <a:latin typeface="Aptos" panose="020B0004020202020204" pitchFamily="34" charset="0"/>
                <a:ea typeface="Arial"/>
                <a:cs typeface="Arial"/>
                <a:sym typeface="Arial"/>
              </a:rPr>
              <a:t>Key</a:t>
            </a:r>
            <a:r>
              <a:rPr lang="en-US" sz="1800">
                <a:solidFill>
                  <a:schemeClr val="bg1"/>
                </a:solidFill>
                <a:latin typeface="Aptos" panose="020B0004020202020204" pitchFamily="34" charset="0"/>
                <a:ea typeface="Arial"/>
                <a:cs typeface="Arial"/>
                <a:sym typeface="Arial"/>
              </a:rPr>
              <a:t> </a:t>
            </a:r>
            <a:r>
              <a:rPr lang="en-US" sz="1800" b="1">
                <a:solidFill>
                  <a:schemeClr val="bg1"/>
                </a:solidFill>
                <a:latin typeface="Aptos" panose="020B0004020202020204" pitchFamily="34" charset="0"/>
                <a:ea typeface="Arial"/>
                <a:cs typeface="Arial"/>
                <a:sym typeface="Arial"/>
              </a:rPr>
              <a:t>Takeaway</a:t>
            </a:r>
            <a:r>
              <a:rPr lang="en-US" sz="1800">
                <a:solidFill>
                  <a:schemeClr val="bg1"/>
                </a:solidFill>
                <a:latin typeface="Aptos" panose="020B0004020202020204" pitchFamily="34" charset="0"/>
                <a:ea typeface="Arial"/>
                <a:cs typeface="Arial"/>
                <a:sym typeface="Arial"/>
              </a:rPr>
              <a:t>: Customer value perception is primarily concentrated on the License and Installation Kit components.</a:t>
            </a:r>
            <a:endParaRPr sz="1800">
              <a:solidFill>
                <a:schemeClr val="bg1"/>
              </a:solidFill>
              <a:latin typeface="Aptos" panose="020B0004020202020204" pitchFamily="34" charset="0"/>
              <a:ea typeface="Arial"/>
              <a:cs typeface="Arial"/>
              <a:sym typeface="Arial"/>
            </a:endParaRPr>
          </a:p>
        </p:txBody>
      </p:sp>
      <p:sp>
        <p:nvSpPr>
          <p:cNvPr id="25" name="Rectangle 24">
            <a:extLst>
              <a:ext uri="{FF2B5EF4-FFF2-40B4-BE49-F238E27FC236}">
                <a16:creationId xmlns:a16="http://schemas.microsoft.com/office/drawing/2014/main" id="{8CAD6C28-290F-48E5-A822-AD97F81D4D8C}"/>
              </a:ext>
            </a:extLst>
          </p:cNvPr>
          <p:cNvSpPr/>
          <p:nvPr/>
        </p:nvSpPr>
        <p:spPr>
          <a:xfrm>
            <a:off x="0" y="6042646"/>
            <a:ext cx="12161838" cy="45719"/>
          </a:xfrm>
          <a:prstGeom prst="rect">
            <a:avLst/>
          </a:prstGeom>
          <a:solidFill>
            <a:schemeClr val="tx2"/>
          </a:solidFill>
        </p:spPr>
        <p:txBody>
          <a:bodyPr wrap="none" rtlCol="0" anchor="ctr">
            <a:spAutoFit/>
          </a:bodyPr>
          <a:lstStyle/>
          <a:p>
            <a:pPr algn="ctr"/>
            <a:endParaRPr lang="pt-BR" sz="3600" b="1" spc="-150">
              <a:solidFill>
                <a:srgbClr val="FFFFFF"/>
              </a:solidFill>
              <a:latin typeface="Arial" pitchFamily="34" charset="0"/>
              <a:cs typeface="Arial" pitchFamily="34" charset="0"/>
            </a:endParaRPr>
          </a:p>
        </p:txBody>
      </p:sp>
      <p:sp>
        <p:nvSpPr>
          <p:cNvPr id="4" name="TextBox 3">
            <a:extLst>
              <a:ext uri="{FF2B5EF4-FFF2-40B4-BE49-F238E27FC236}">
                <a16:creationId xmlns:a16="http://schemas.microsoft.com/office/drawing/2014/main" id="{3810F682-C482-6CEF-CB60-C752F9E2FDF6}"/>
              </a:ext>
            </a:extLst>
          </p:cNvPr>
          <p:cNvSpPr txBox="1"/>
          <p:nvPr/>
        </p:nvSpPr>
        <p:spPr>
          <a:xfrm>
            <a:off x="274423" y="3885521"/>
            <a:ext cx="3695701" cy="1200329"/>
          </a:xfrm>
          <a:prstGeom prst="rect">
            <a:avLst/>
          </a:prstGeom>
          <a:noFill/>
        </p:spPr>
        <p:txBody>
          <a:bodyPr wrap="square" rtlCol="0">
            <a:spAutoFit/>
          </a:bodyPr>
          <a:lstStyle/>
          <a:p>
            <a:r>
              <a:rPr lang="pt-BR" sz="1800" b="1" u="sng" dirty="0">
                <a:solidFill>
                  <a:srgbClr val="C00000"/>
                </a:solidFill>
                <a:latin typeface="Aptos" panose="020B0004020202020204" pitchFamily="34" charset="0"/>
              </a:rPr>
              <a:t>2016 Business Case: </a:t>
            </a:r>
          </a:p>
          <a:p>
            <a:r>
              <a:rPr lang="pt-BR" sz="1800" b="1" dirty="0">
                <a:solidFill>
                  <a:srgbClr val="C00000"/>
                </a:solidFill>
                <a:latin typeface="Aptos" panose="020B0004020202020204" pitchFamily="34" charset="0"/>
              </a:rPr>
              <a:t>Customer pay back based on 2.65% fuel savings over 1M liters burned per locomotive </a:t>
            </a:r>
          </a:p>
        </p:txBody>
      </p:sp>
      <p:pic>
        <p:nvPicPr>
          <p:cNvPr id="14" name="Picture 13">
            <a:extLst>
              <a:ext uri="{FF2B5EF4-FFF2-40B4-BE49-F238E27FC236}">
                <a16:creationId xmlns:a16="http://schemas.microsoft.com/office/drawing/2014/main" id="{424F17BE-613A-EAC8-9F81-8C00CB4C3AE9}"/>
              </a:ext>
            </a:extLst>
          </p:cNvPr>
          <p:cNvPicPr>
            <a:picLocks noChangeAspect="1"/>
          </p:cNvPicPr>
          <p:nvPr/>
        </p:nvPicPr>
        <p:blipFill>
          <a:blip r:embed="rId2"/>
          <a:stretch>
            <a:fillRect/>
          </a:stretch>
        </p:blipFill>
        <p:spPr>
          <a:xfrm>
            <a:off x="110725" y="1813957"/>
            <a:ext cx="11980870" cy="1353423"/>
          </a:xfrm>
          <a:prstGeom prst="rect">
            <a:avLst/>
          </a:prstGeom>
        </p:spPr>
      </p:pic>
    </p:spTree>
    <p:extLst>
      <p:ext uri="{BB962C8B-B14F-4D97-AF65-F5344CB8AC3E}">
        <p14:creationId xmlns:p14="http://schemas.microsoft.com/office/powerpoint/2010/main" val="3438105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DE9521D-8AA8-FCD4-8EEF-DC73E0A80926}"/>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7582" y="8483"/>
            <a:ext cx="10350230" cy="684103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5300022-C678-E1B0-1F92-A649A3CBB7A7}"/>
              </a:ext>
            </a:extLst>
          </p:cNvPr>
          <p:cNvSpPr txBox="1"/>
          <p:nvPr/>
        </p:nvSpPr>
        <p:spPr>
          <a:xfrm>
            <a:off x="1067554" y="4815406"/>
            <a:ext cx="3449028" cy="1323439"/>
          </a:xfrm>
          <a:prstGeom prst="rect">
            <a:avLst/>
          </a:prstGeom>
          <a:solidFill>
            <a:schemeClr val="bg1"/>
          </a:solidFill>
        </p:spPr>
        <p:txBody>
          <a:bodyPr wrap="square" rtlCol="0">
            <a:spAutoFit/>
          </a:bodyPr>
          <a:lstStyle/>
          <a:p>
            <a:r>
              <a:rPr lang="pt-BR" sz="1600" b="1">
                <a:latin typeface="Aptos" panose="020B0004020202020204" pitchFamily="34" charset="0"/>
              </a:rPr>
              <a:t>Distâncias Ferroviárias</a:t>
            </a:r>
          </a:p>
          <a:p>
            <a:r>
              <a:rPr lang="pt-BR" sz="1600">
                <a:latin typeface="Aptos" panose="020B0004020202020204" pitchFamily="34" charset="0"/>
              </a:rPr>
              <a:t>Pederneiras a Itirapina = 138.1 km </a:t>
            </a:r>
          </a:p>
          <a:p>
            <a:r>
              <a:rPr lang="pt-BR" sz="1600">
                <a:latin typeface="Aptos" panose="020B0004020202020204" pitchFamily="34" charset="0"/>
              </a:rPr>
              <a:t>Itirapina até Pereque = 397.8 km</a:t>
            </a:r>
          </a:p>
          <a:p>
            <a:r>
              <a:rPr lang="pt-BR" sz="1600">
                <a:latin typeface="Aptos" panose="020B0004020202020204" pitchFamily="34" charset="0"/>
              </a:rPr>
              <a:t>Perequê até Santos = 17.6 km</a:t>
            </a:r>
          </a:p>
          <a:p>
            <a:r>
              <a:rPr lang="pt-BR" sz="1600" b="1">
                <a:latin typeface="Aptos" panose="020B0004020202020204" pitchFamily="34" charset="0"/>
              </a:rPr>
              <a:t>Total = 553,5 km</a:t>
            </a:r>
          </a:p>
        </p:txBody>
      </p:sp>
      <p:sp>
        <p:nvSpPr>
          <p:cNvPr id="2" name="Oval 1">
            <a:extLst>
              <a:ext uri="{FF2B5EF4-FFF2-40B4-BE49-F238E27FC236}">
                <a16:creationId xmlns:a16="http://schemas.microsoft.com/office/drawing/2014/main" id="{49FCFB73-536B-922F-BA2A-37984D8ECFC8}"/>
              </a:ext>
            </a:extLst>
          </p:cNvPr>
          <p:cNvSpPr/>
          <p:nvPr/>
        </p:nvSpPr>
        <p:spPr>
          <a:xfrm>
            <a:off x="1719176" y="459352"/>
            <a:ext cx="138401" cy="14627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3" name="Oval 2">
            <a:extLst>
              <a:ext uri="{FF2B5EF4-FFF2-40B4-BE49-F238E27FC236}">
                <a16:creationId xmlns:a16="http://schemas.microsoft.com/office/drawing/2014/main" id="{8F458304-4131-D56D-5377-2BE2E466F034}"/>
              </a:ext>
            </a:extLst>
          </p:cNvPr>
          <p:cNvSpPr/>
          <p:nvPr/>
        </p:nvSpPr>
        <p:spPr>
          <a:xfrm>
            <a:off x="5031871" y="112876"/>
            <a:ext cx="138401" cy="14627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4" name="Oval 3">
            <a:extLst>
              <a:ext uri="{FF2B5EF4-FFF2-40B4-BE49-F238E27FC236}">
                <a16:creationId xmlns:a16="http://schemas.microsoft.com/office/drawing/2014/main" id="{24A05EAE-4091-F49C-D1B1-7A5282C21BF0}"/>
              </a:ext>
            </a:extLst>
          </p:cNvPr>
          <p:cNvSpPr/>
          <p:nvPr/>
        </p:nvSpPr>
        <p:spPr>
          <a:xfrm>
            <a:off x="10154711" y="6306946"/>
            <a:ext cx="138401" cy="14627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
        <p:nvSpPr>
          <p:cNvPr id="5" name="Oval 4">
            <a:extLst>
              <a:ext uri="{FF2B5EF4-FFF2-40B4-BE49-F238E27FC236}">
                <a16:creationId xmlns:a16="http://schemas.microsoft.com/office/drawing/2014/main" id="{1390526C-E9A4-B919-FD2C-756912E396D1}"/>
              </a:ext>
            </a:extLst>
          </p:cNvPr>
          <p:cNvSpPr/>
          <p:nvPr/>
        </p:nvSpPr>
        <p:spPr>
          <a:xfrm>
            <a:off x="9829451" y="6119565"/>
            <a:ext cx="138401" cy="14627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394"/>
          </a:p>
        </p:txBody>
      </p:sp>
    </p:spTree>
    <p:extLst>
      <p:ext uri="{BB962C8B-B14F-4D97-AF65-F5344CB8AC3E}">
        <p14:creationId xmlns:p14="http://schemas.microsoft.com/office/powerpoint/2010/main" val="3616180952"/>
      </p:ext>
    </p:extLst>
  </p:cSld>
  <p:clrMapOvr>
    <a:masterClrMapping/>
  </p:clrMapOvr>
</p:sld>
</file>

<file path=ppt/theme/theme1.xml><?xml version="1.0" encoding="utf-8"?>
<a:theme xmlns:a="http://schemas.openxmlformats.org/drawingml/2006/main" name="Wabtec-GET_Template_v9b">
  <a:themeElements>
    <a:clrScheme name="Custom 35">
      <a:dk1>
        <a:srgbClr val="63666A"/>
      </a:dk1>
      <a:lt1>
        <a:sysClr val="window" lastClr="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Personnalisé 1">
      <a:majorFont>
        <a:latin typeface="Arial"/>
        <a:ea typeface=""/>
        <a:cs typeface=""/>
      </a:majorFont>
      <a:minorFont>
        <a:latin typeface="Tahoma"/>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3600" b="1" spc="-150" dirty="0">
            <a:solidFill>
              <a:srgbClr val="FFFFFF"/>
            </a:solidFill>
            <a:latin typeface="Arial" pitchFamily="34" charset="0"/>
            <a:cs typeface="Arial" pitchFamily="34" charset="0"/>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ptx" id="{AF2FA9CC-B2B1-41AC-BCE8-4B2CA659C832}" vid="{B92C5745-C550-45A8-9132-514DD2FF6308}"/>
    </a:ext>
  </a:extLst>
</a:theme>
</file>

<file path=ppt/theme/theme2.xml><?xml version="1.0" encoding="utf-8"?>
<a:theme xmlns:a="http://schemas.openxmlformats.org/drawingml/2006/main" name="1_Wabtec-GET_Template_v9b">
  <a:themeElements>
    <a:clrScheme name="Custom 35">
      <a:dk1>
        <a:srgbClr val="63666A"/>
      </a:dk1>
      <a:lt1>
        <a:sysClr val="window" lastClr="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Personnalisé 1">
      <a:majorFont>
        <a:latin typeface="Arial"/>
        <a:ea typeface=""/>
        <a:cs typeface=""/>
      </a:majorFont>
      <a:minorFont>
        <a:latin typeface="Tahoma"/>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38100">
          <a:solidFill>
            <a:schemeClr val="bg2">
              <a:lumMod val="10000"/>
            </a:schemeClr>
          </a:solidFill>
        </a:ln>
      </a:spPr>
      <a:bodyPr wrap="none" rtlCol="0" anchor="ctr">
        <a:spAutoFit/>
      </a:bodyPr>
      <a:lstStyle>
        <a:defPPr algn="ctr">
          <a:defRPr sz="3600" b="1" spc="-150" dirty="0">
            <a:solidFill>
              <a:srgbClr val="FFFFFF"/>
            </a:solidFill>
            <a:latin typeface="Arial" pitchFamily="34" charset="0"/>
            <a:cs typeface="Arial" pitchFamily="34" charset="0"/>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ptx" id="{AF2FA9CC-B2B1-41AC-BCE8-4B2CA659C832}" vid="{B92C5745-C550-45A8-9132-514DD2FF630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blank</Template>
  <TotalTime>29732</TotalTime>
  <Words>1468</Words>
  <Application>Microsoft Office PowerPoint</Application>
  <PresentationFormat>Custom</PresentationFormat>
  <Paragraphs>283</Paragraphs>
  <Slides>16</Slides>
  <Notes>3</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Aptos</vt:lpstr>
      <vt:lpstr>Aptos Narrow</vt:lpstr>
      <vt:lpstr>Arial</vt:lpstr>
      <vt:lpstr>Arian</vt:lpstr>
      <vt:lpstr>Calibri</vt:lpstr>
      <vt:lpstr>Courier New</vt:lpstr>
      <vt:lpstr>Lucida Grande</vt:lpstr>
      <vt:lpstr>Tahoma</vt:lpstr>
      <vt:lpstr>Tahoma (body)</vt:lpstr>
      <vt:lpstr>Wabtec-GET_Template_v9b</vt:lpstr>
      <vt:lpstr>1_Wabtec-GET_Template_v9b</vt:lpstr>
      <vt:lpstr>MRS - TO Kick Off SFDC #232976 Jul-2026</vt:lpstr>
      <vt:lpstr>MRS TO PTC-IF Overview</vt:lpstr>
      <vt:lpstr>MRS TO Overview</vt:lpstr>
      <vt:lpstr>PowerPoint Presentation</vt:lpstr>
      <vt:lpstr>PowerPoint Presentation</vt:lpstr>
      <vt:lpstr>PowerPoint Presentation</vt:lpstr>
      <vt:lpstr>PowerPoint Presentation</vt:lpstr>
      <vt:lpstr>MRS Locomotive Configuration</vt:lpstr>
      <vt:lpstr>MRS’s Train Information</vt:lpstr>
      <vt:lpstr>MRS’s Simple Track</vt:lpstr>
      <vt:lpstr>Current PTC Proposed Architecture (Interoperability)</vt:lpstr>
      <vt:lpstr>TO Proposed Architecture</vt:lpstr>
      <vt:lpstr>MRS PTC-IF Interoperable Operation Proposal</vt:lpstr>
      <vt:lpstr>Trip Optimizer Historical Pricing (2016–2026)</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48pt Bold</dc:title>
  <dc:creator>Arruda, Tiago (Wabtec, non-GE)</dc:creator>
  <cp:lastModifiedBy>Chamone, Mariana</cp:lastModifiedBy>
  <cp:revision>177</cp:revision>
  <dcterms:created xsi:type="dcterms:W3CDTF">2020-02-28T14:38:50Z</dcterms:created>
  <dcterms:modified xsi:type="dcterms:W3CDTF">2026-07-17T19:59:19Z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7903732-8a6f-4e0e-952b-fe0b250d49cc_Enabled">
    <vt:lpwstr>true</vt:lpwstr>
  </property>
  <property fmtid="{D5CDD505-2E9C-101B-9397-08002B2CF9AE}" pid="3" name="MSIP_Label_57903732-8a6f-4e0e-952b-fe0b250d49cc_SetDate">
    <vt:lpwstr>2025-11-05T13:04:25Z</vt:lpwstr>
  </property>
  <property fmtid="{D5CDD505-2E9C-101B-9397-08002B2CF9AE}" pid="4" name="MSIP_Label_57903732-8a6f-4e0e-952b-fe0b250d49cc_Method">
    <vt:lpwstr>Standard</vt:lpwstr>
  </property>
  <property fmtid="{D5CDD505-2E9C-101B-9397-08002B2CF9AE}" pid="5" name="MSIP_Label_57903732-8a6f-4e0e-952b-fe0b250d49cc_Name">
    <vt:lpwstr>1- General Business</vt:lpwstr>
  </property>
  <property fmtid="{D5CDD505-2E9C-101B-9397-08002B2CF9AE}" pid="6" name="MSIP_Label_57903732-8a6f-4e0e-952b-fe0b250d49cc_SiteId">
    <vt:lpwstr>90f1aac4-c661-46a9-83fd-e021705adcc9</vt:lpwstr>
  </property>
  <property fmtid="{D5CDD505-2E9C-101B-9397-08002B2CF9AE}" pid="7" name="MSIP_Label_57903732-8a6f-4e0e-952b-fe0b250d49cc_ActionId">
    <vt:lpwstr>2474bf2b-fb03-4cd0-bc91-517d99cdc93d</vt:lpwstr>
  </property>
  <property fmtid="{D5CDD505-2E9C-101B-9397-08002B2CF9AE}" pid="8" name="MSIP_Label_57903732-8a6f-4e0e-952b-fe0b250d49cc_ContentBits">
    <vt:lpwstr>1</vt:lpwstr>
  </property>
  <property fmtid="{D5CDD505-2E9C-101B-9397-08002B2CF9AE}" pid="9" name="MSIP_Label_57903732-8a6f-4e0e-952b-fe0b250d49cc_Tag">
    <vt:lpwstr>10, 3, 0, 2</vt:lpwstr>
  </property>
  <property fmtid="{D5CDD505-2E9C-101B-9397-08002B2CF9AE}" pid="10" name="ClassificationContentMarkingHeaderLocations">
    <vt:lpwstr>Wabtec-GET_Template_v9b:3\1_Wabtec-GET_Template_v9b:3\Office Theme:8</vt:lpwstr>
  </property>
  <property fmtid="{D5CDD505-2E9C-101B-9397-08002B2CF9AE}" pid="11" name="ClassificationContentMarkingHeaderText">
    <vt:lpwstr>1 - General Business</vt:lpwstr>
  </property>
</Properties>
</file>