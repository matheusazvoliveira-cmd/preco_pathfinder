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63" r:id="rId5"/>
    <p:sldMasterId id="2147483778" r:id="rId6"/>
  </p:sldMasterIdLst>
  <p:notesMasterIdLst>
    <p:notesMasterId r:id="rId30"/>
  </p:notesMasterIdLst>
  <p:handoutMasterIdLst>
    <p:handoutMasterId r:id="rId31"/>
  </p:handoutMasterIdLst>
  <p:sldIdLst>
    <p:sldId id="285" r:id="rId7"/>
    <p:sldId id="536" r:id="rId8"/>
    <p:sldId id="2146847601" r:id="rId9"/>
    <p:sldId id="538" r:id="rId10"/>
    <p:sldId id="2146847595" r:id="rId11"/>
    <p:sldId id="2146847602" r:id="rId12"/>
    <p:sldId id="2146847589" r:id="rId13"/>
    <p:sldId id="2146847590" r:id="rId14"/>
    <p:sldId id="2146847591" r:id="rId15"/>
    <p:sldId id="2146847592" r:id="rId16"/>
    <p:sldId id="2146847604" r:id="rId17"/>
    <p:sldId id="2146847605" r:id="rId18"/>
    <p:sldId id="2146847606" r:id="rId19"/>
    <p:sldId id="2146847607" r:id="rId20"/>
    <p:sldId id="544" r:id="rId21"/>
    <p:sldId id="2146847598" r:id="rId22"/>
    <p:sldId id="2146847608" r:id="rId23"/>
    <p:sldId id="2146847611" r:id="rId24"/>
    <p:sldId id="2146847596" r:id="rId25"/>
    <p:sldId id="2146847599" r:id="rId26"/>
    <p:sldId id="860" r:id="rId27"/>
    <p:sldId id="299" r:id="rId28"/>
    <p:sldId id="2146847610" r:id="rId29"/>
  </p:sldIdLst>
  <p:sldSz cx="12161838" cy="6858000"/>
  <p:notesSz cx="7010400" cy="9236075"/>
  <p:defaultTextStyle>
    <a:defPPr>
      <a:defRPr lang="en-US"/>
    </a:defPPr>
    <a:lvl1pPr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1pPr>
    <a:lvl2pPr marL="608013" indent="-150813"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2pPr>
    <a:lvl3pPr marL="1216025" indent="-301625"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3pPr>
    <a:lvl4pPr marL="1825625" indent="-454025"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4pPr>
    <a:lvl5pPr marL="2433638" indent="-604838"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5pPr>
    <a:lvl6pPr marL="2286000" algn="l" defTabSz="457200" rtl="0" eaLnBrk="1" latinLnBrk="0" hangingPunct="1">
      <a:defRPr sz="2400" kern="1200">
        <a:solidFill>
          <a:schemeClr val="tx1"/>
        </a:solidFill>
        <a:latin typeface="Tahoma" charset="0"/>
        <a:ea typeface="ＭＳ Ｐゴシック" charset="0"/>
        <a:cs typeface="ＭＳ Ｐゴシック" charset="0"/>
      </a:defRPr>
    </a:lvl6pPr>
    <a:lvl7pPr marL="2743200" algn="l" defTabSz="457200" rtl="0" eaLnBrk="1" latinLnBrk="0" hangingPunct="1">
      <a:defRPr sz="2400" kern="1200">
        <a:solidFill>
          <a:schemeClr val="tx1"/>
        </a:solidFill>
        <a:latin typeface="Tahoma" charset="0"/>
        <a:ea typeface="ＭＳ Ｐゴシック" charset="0"/>
        <a:cs typeface="ＭＳ Ｐゴシック" charset="0"/>
      </a:defRPr>
    </a:lvl7pPr>
    <a:lvl8pPr marL="3200400" algn="l" defTabSz="457200" rtl="0" eaLnBrk="1" latinLnBrk="0" hangingPunct="1">
      <a:defRPr sz="2400" kern="1200">
        <a:solidFill>
          <a:schemeClr val="tx1"/>
        </a:solidFill>
        <a:latin typeface="Tahoma" charset="0"/>
        <a:ea typeface="ＭＳ Ｐゴシック" charset="0"/>
        <a:cs typeface="ＭＳ Ｐゴシック" charset="0"/>
      </a:defRPr>
    </a:lvl8pPr>
    <a:lvl9pPr marL="3657600" algn="l" defTabSz="457200" rtl="0" eaLnBrk="1" latinLnBrk="0" hangingPunct="1">
      <a:defRPr sz="2400" kern="1200">
        <a:solidFill>
          <a:schemeClr val="tx1"/>
        </a:solidFill>
        <a:latin typeface="Tahoma"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84" userDrawn="1">
          <p15:clr>
            <a:srgbClr val="A4A3A4"/>
          </p15:clr>
        </p15:guide>
        <p15:guide id="2" pos="383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938986-3435-B903-17B9-BECBE06391D6}" name="Armstrong, Rock" initials="AR" userId="S::rock.armstrong@wabtec.com::d1ffa5ff-92bb-490b-89bf-e830bfbbb457" providerId="AD"/>
  <p188:author id="{A3D5398C-79D1-9283-2798-46852E323AAD}" name="S S, Chaithra" initials="CS" userId="S::chaithra.ss@wabtec.com::ab1cb09a-1017-4241-9b25-e6243c9873a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40" y="96"/>
      </p:cViewPr>
      <p:guideLst>
        <p:guide orient="horz" pos="2184"/>
        <p:guide pos="3830"/>
      </p:guideLst>
    </p:cSldViewPr>
  </p:slideViewPr>
  <p:notesTextViewPr>
    <p:cViewPr>
      <p:scale>
        <a:sx n="100" d="100"/>
        <a:sy n="100" d="100"/>
      </p:scale>
      <p:origin x="0" y="0"/>
    </p:cViewPr>
  </p:notesTextViewPr>
  <p:sorterViewPr>
    <p:cViewPr>
      <p:scale>
        <a:sx n="102" d="100"/>
        <a:sy n="102" d="100"/>
      </p:scale>
      <p:origin x="0" y="77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 Oliveira, Matheus" userId="75ec6f19-e37f-415c-92ed-eea7c1bbd873" providerId="ADAL" clId="{EFA83D1C-CDF1-4DDA-8C66-ADA85A8717E7}"/>
    <pc:docChg chg="custSel modSld">
      <pc:chgData name="de Oliveira, Matheus" userId="75ec6f19-e37f-415c-92ed-eea7c1bbd873" providerId="ADAL" clId="{EFA83D1C-CDF1-4DDA-8C66-ADA85A8717E7}" dt="2026-08-27T12:28:24.341" v="2" actId="478"/>
      <pc:docMkLst>
        <pc:docMk/>
      </pc:docMkLst>
      <pc:sldChg chg="delSp modSp mod">
        <pc:chgData name="de Oliveira, Matheus" userId="75ec6f19-e37f-415c-92ed-eea7c1bbd873" providerId="ADAL" clId="{EFA83D1C-CDF1-4DDA-8C66-ADA85A8717E7}" dt="2026-08-27T12:27:29.584" v="1" actId="478"/>
        <pc:sldMkLst>
          <pc:docMk/>
          <pc:sldMk cId="968375135" sldId="2146847589"/>
        </pc:sldMkLst>
        <pc:spChg chg="del mod">
          <ac:chgData name="de Oliveira, Matheus" userId="75ec6f19-e37f-415c-92ed-eea7c1bbd873" providerId="ADAL" clId="{EFA83D1C-CDF1-4DDA-8C66-ADA85A8717E7}" dt="2026-08-27T12:27:29.584" v="1" actId="478"/>
          <ac:spMkLst>
            <pc:docMk/>
            <pc:sldMk cId="968375135" sldId="2146847589"/>
            <ac:spMk id="3" creationId="{2298083D-5D3B-9CF8-9926-C73A2A4B4B0A}"/>
          </ac:spMkLst>
        </pc:spChg>
      </pc:sldChg>
      <pc:sldChg chg="delSp mod">
        <pc:chgData name="de Oliveira, Matheus" userId="75ec6f19-e37f-415c-92ed-eea7c1bbd873" providerId="ADAL" clId="{EFA83D1C-CDF1-4DDA-8C66-ADA85A8717E7}" dt="2026-08-27T12:28:24.341" v="2" actId="478"/>
        <pc:sldMkLst>
          <pc:docMk/>
          <pc:sldMk cId="3907805076" sldId="2146847590"/>
        </pc:sldMkLst>
        <pc:spChg chg="del">
          <ac:chgData name="de Oliveira, Matheus" userId="75ec6f19-e37f-415c-92ed-eea7c1bbd873" providerId="ADAL" clId="{EFA83D1C-CDF1-4DDA-8C66-ADA85A8717E7}" dt="2026-08-27T12:28:24.341" v="2" actId="478"/>
          <ac:spMkLst>
            <pc:docMk/>
            <pc:sldMk cId="3907805076" sldId="2146847590"/>
            <ac:spMk id="3" creationId="{40A6031F-B636-A6C2-F775-5E997033D2C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defTabSz="617876"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970938" y="0"/>
            <a:ext cx="3037840" cy="461804"/>
          </a:xfrm>
          <a:prstGeom prst="rect">
            <a:avLst/>
          </a:prstGeom>
        </p:spPr>
        <p:txBody>
          <a:bodyPr vert="horz" lIns="92830" tIns="46415" rIns="92830" bIns="46415" rtlCol="0"/>
          <a:lstStyle>
            <a:lvl1pPr algn="r" defTabSz="617876" fontAlgn="auto">
              <a:spcBef>
                <a:spcPts val="0"/>
              </a:spcBef>
              <a:spcAft>
                <a:spcPts val="0"/>
              </a:spcAft>
              <a:defRPr sz="1200">
                <a:latin typeface="+mn-lt"/>
                <a:ea typeface="+mn-ea"/>
                <a:cs typeface="+mn-cs"/>
              </a:defRPr>
            </a:lvl1pPr>
          </a:lstStyle>
          <a:p>
            <a:pPr>
              <a:defRPr/>
            </a:pPr>
            <a:fld id="{3CF0C980-B917-E747-9C70-449C49577942}" type="datetimeFigureOut">
              <a:rPr lang="en-US"/>
              <a:pPr>
                <a:defRPr/>
              </a:pPr>
              <a:t>8/27/2026</a:t>
            </a:fld>
            <a:endParaRPr lang="en-US"/>
          </a:p>
        </p:txBody>
      </p:sp>
      <p:sp>
        <p:nvSpPr>
          <p:cNvPr id="4" name="Footer Placeholder 3"/>
          <p:cNvSpPr>
            <a:spLocks noGrp="1"/>
          </p:cNvSpPr>
          <p:nvPr>
            <p:ph type="ftr" sz="quarter" idx="2"/>
          </p:nvPr>
        </p:nvSpPr>
        <p:spPr>
          <a:xfrm>
            <a:off x="0" y="8772668"/>
            <a:ext cx="3037840" cy="461804"/>
          </a:xfrm>
          <a:prstGeom prst="rect">
            <a:avLst/>
          </a:prstGeom>
        </p:spPr>
        <p:txBody>
          <a:bodyPr vert="horz" lIns="92830" tIns="46415" rIns="92830" bIns="46415" rtlCol="0" anchor="b"/>
          <a:lstStyle>
            <a:lvl1pPr algn="l" defTabSz="617876"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970938" y="8772668"/>
            <a:ext cx="3037840" cy="461804"/>
          </a:xfrm>
          <a:prstGeom prst="rect">
            <a:avLst/>
          </a:prstGeom>
        </p:spPr>
        <p:txBody>
          <a:bodyPr vert="horz" lIns="92830" tIns="46415" rIns="92830" bIns="46415" rtlCol="0" anchor="b"/>
          <a:lstStyle>
            <a:lvl1pPr algn="r" defTabSz="617876" fontAlgn="auto">
              <a:spcBef>
                <a:spcPts val="0"/>
              </a:spcBef>
              <a:spcAft>
                <a:spcPts val="0"/>
              </a:spcAft>
              <a:defRPr sz="1200">
                <a:latin typeface="+mn-lt"/>
                <a:ea typeface="+mn-ea"/>
                <a:cs typeface="+mn-cs"/>
              </a:defRPr>
            </a:lvl1pPr>
          </a:lstStyle>
          <a:p>
            <a:pPr>
              <a:defRPr/>
            </a:pPr>
            <a:fld id="{CD4F0C37-4A3C-FE43-8F40-0DED4A3C13CA}" type="slidenum">
              <a:rPr lang="en-US"/>
              <a:pPr>
                <a:defRPr/>
              </a:pPr>
              <a:t>‹#›</a:t>
            </a:fld>
            <a:endParaRPr lang="en-US"/>
          </a:p>
        </p:txBody>
      </p:sp>
    </p:spTree>
    <p:extLst>
      <p:ext uri="{BB962C8B-B14F-4D97-AF65-F5344CB8AC3E}">
        <p14:creationId xmlns:p14="http://schemas.microsoft.com/office/powerpoint/2010/main" val="701415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defTabSz="617876"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defTabSz="617876" fontAlgn="auto">
              <a:spcBef>
                <a:spcPts val="0"/>
              </a:spcBef>
              <a:spcAft>
                <a:spcPts val="0"/>
              </a:spcAft>
              <a:defRPr sz="1200">
                <a:latin typeface="+mn-lt"/>
                <a:ea typeface="+mn-ea"/>
                <a:cs typeface="+mn-cs"/>
              </a:defRPr>
            </a:lvl1pPr>
          </a:lstStyle>
          <a:p>
            <a:pPr>
              <a:defRPr/>
            </a:pPr>
            <a:fld id="{30692E0D-1821-D44A-ABB4-D9CB94DF8A83}" type="datetimeFigureOut">
              <a:rPr lang="en-US"/>
              <a:pPr>
                <a:defRPr/>
              </a:pPr>
              <a:t>8/27/2026</a:t>
            </a:fld>
            <a:endParaRPr lang="en-US"/>
          </a:p>
        </p:txBody>
      </p:sp>
      <p:sp>
        <p:nvSpPr>
          <p:cNvPr id="4" name="Slide Image Placeholder 3"/>
          <p:cNvSpPr>
            <a:spLocks noGrp="1" noRot="1" noChangeAspect="1"/>
          </p:cNvSpPr>
          <p:nvPr>
            <p:ph type="sldImg" idx="2"/>
          </p:nvPr>
        </p:nvSpPr>
        <p:spPr>
          <a:xfrm>
            <a:off x="433388" y="692150"/>
            <a:ext cx="6143625" cy="3463925"/>
          </a:xfrm>
          <a:prstGeom prst="rect">
            <a:avLst/>
          </a:prstGeom>
          <a:noFill/>
          <a:ln w="12700">
            <a:solidFill>
              <a:prstClr val="black"/>
            </a:solidFill>
          </a:ln>
        </p:spPr>
        <p:txBody>
          <a:bodyPr vert="horz" lIns="92830" tIns="46415" rIns="92830" bIns="46415" rtlCol="0" anchor="ctr"/>
          <a:lstStyle/>
          <a:p>
            <a:pPr lvl="0"/>
            <a:endParaRPr lang="en-US" noProof="0"/>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defTabSz="617876"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defTabSz="617876" fontAlgn="auto">
              <a:spcBef>
                <a:spcPts val="0"/>
              </a:spcBef>
              <a:spcAft>
                <a:spcPts val="0"/>
              </a:spcAft>
              <a:defRPr sz="1200">
                <a:latin typeface="+mn-lt"/>
                <a:ea typeface="+mn-ea"/>
                <a:cs typeface="+mn-cs"/>
              </a:defRPr>
            </a:lvl1pPr>
          </a:lstStyle>
          <a:p>
            <a:pPr>
              <a:defRPr/>
            </a:pPr>
            <a:fld id="{405B821B-3561-7748-80B2-070A260A60C6}" type="slidenum">
              <a:rPr lang="en-US"/>
              <a:pPr>
                <a:defRPr/>
              </a:pPr>
              <a:t>‹#›</a:t>
            </a:fld>
            <a:endParaRPr lang="en-US"/>
          </a:p>
        </p:txBody>
      </p:sp>
    </p:spTree>
    <p:extLst>
      <p:ext uri="{BB962C8B-B14F-4D97-AF65-F5344CB8AC3E}">
        <p14:creationId xmlns:p14="http://schemas.microsoft.com/office/powerpoint/2010/main" val="718859781"/>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5"/>
          </p:nvPr>
        </p:nvSpPr>
        <p:spPr/>
        <p:txBody>
          <a:bodyPr/>
          <a:lstStyle/>
          <a:p>
            <a:pPr>
              <a:defRPr/>
            </a:pPr>
            <a:fld id="{405B821B-3561-7748-80B2-070A260A60C6}" type="slidenum">
              <a:rPr lang="en-US" smtClean="0"/>
              <a:pPr>
                <a:defRPr/>
              </a:pPr>
              <a:t>2</a:t>
            </a:fld>
            <a:endParaRPr lang="en-US"/>
          </a:p>
        </p:txBody>
      </p:sp>
    </p:spTree>
    <p:extLst>
      <p:ext uri="{BB962C8B-B14F-4D97-AF65-F5344CB8AC3E}">
        <p14:creationId xmlns:p14="http://schemas.microsoft.com/office/powerpoint/2010/main" val="456464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28299">
              <a:defRPr/>
            </a:pPr>
            <a:fld id="{80CDABC8-FD09-47BC-822A-A981D494E0D7}" type="slidenum">
              <a:rPr lang="en-CA">
                <a:solidFill>
                  <a:prstClr val="black"/>
                </a:solidFill>
                <a:latin typeface="GE Inspira Sans"/>
              </a:rPr>
              <a:pPr defTabSz="928299">
                <a:defRPr/>
              </a:pPr>
              <a:t>4</a:t>
            </a:fld>
            <a:endParaRPr lang="en-CA" dirty="0">
              <a:solidFill>
                <a:prstClr val="black"/>
              </a:solidFill>
              <a:latin typeface="GE Inspira Sans"/>
            </a:endParaRPr>
          </a:p>
        </p:txBody>
      </p:sp>
      <p:sp>
        <p:nvSpPr>
          <p:cNvPr id="5" name="Date Placeholder 4">
            <a:extLst>
              <a:ext uri="{FF2B5EF4-FFF2-40B4-BE49-F238E27FC236}">
                <a16:creationId xmlns:a16="http://schemas.microsoft.com/office/drawing/2014/main" id="{CD7E736E-1237-4D3E-B33A-4CD80B0149B0}"/>
              </a:ext>
            </a:extLst>
          </p:cNvPr>
          <p:cNvSpPr>
            <a:spLocks noGrp="1"/>
          </p:cNvSpPr>
          <p:nvPr>
            <p:ph type="dt" idx="11"/>
          </p:nvPr>
        </p:nvSpPr>
        <p:spPr/>
        <p:txBody>
          <a:bodyPr/>
          <a:lstStyle/>
          <a:p>
            <a:pPr defTabSz="928299">
              <a:defRPr/>
            </a:pPr>
            <a:r>
              <a:rPr lang="en-CA">
                <a:solidFill>
                  <a:prstClr val="black"/>
                </a:solidFill>
                <a:latin typeface="GE Inspira Sans"/>
              </a:rPr>
              <a:t>10/04/2018</a:t>
            </a:r>
            <a:endParaRPr lang="en-CA" dirty="0">
              <a:solidFill>
                <a:prstClr val="black"/>
              </a:solidFill>
              <a:latin typeface="GE Inspira Sans"/>
            </a:endParaRPr>
          </a:p>
        </p:txBody>
      </p:sp>
    </p:spTree>
    <p:extLst>
      <p:ext uri="{BB962C8B-B14F-4D97-AF65-F5344CB8AC3E}">
        <p14:creationId xmlns:p14="http://schemas.microsoft.com/office/powerpoint/2010/main" val="2208634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defTabSz="928299">
              <a:defRPr/>
            </a:pPr>
            <a:fld id="{80CDABC8-FD09-47BC-822A-A981D494E0D7}" type="slidenum">
              <a:rPr lang="en-CA">
                <a:solidFill>
                  <a:prstClr val="black"/>
                </a:solidFill>
                <a:latin typeface="GE Inspira Sans"/>
              </a:rPr>
              <a:pPr defTabSz="928299">
                <a:defRPr/>
              </a:pPr>
              <a:t>5</a:t>
            </a:fld>
            <a:endParaRPr lang="en-CA" dirty="0">
              <a:solidFill>
                <a:prstClr val="black"/>
              </a:solidFill>
              <a:latin typeface="GE Inspira Sans"/>
            </a:endParaRPr>
          </a:p>
        </p:txBody>
      </p:sp>
      <p:sp>
        <p:nvSpPr>
          <p:cNvPr id="5" name="Date Placeholder 4">
            <a:extLst>
              <a:ext uri="{FF2B5EF4-FFF2-40B4-BE49-F238E27FC236}">
                <a16:creationId xmlns:a16="http://schemas.microsoft.com/office/drawing/2014/main" id="{3A5A0E1D-350C-4C9A-A555-B3252F4BA09A}"/>
              </a:ext>
            </a:extLst>
          </p:cNvPr>
          <p:cNvSpPr>
            <a:spLocks noGrp="1"/>
          </p:cNvSpPr>
          <p:nvPr>
            <p:ph type="dt" idx="11"/>
          </p:nvPr>
        </p:nvSpPr>
        <p:spPr/>
        <p:txBody>
          <a:bodyPr/>
          <a:lstStyle/>
          <a:p>
            <a:pPr defTabSz="928299">
              <a:defRPr/>
            </a:pPr>
            <a:r>
              <a:rPr lang="en-CA">
                <a:solidFill>
                  <a:prstClr val="black"/>
                </a:solidFill>
                <a:latin typeface="GE Inspira Sans"/>
              </a:rPr>
              <a:t>10/04/2018</a:t>
            </a:r>
            <a:endParaRPr lang="en-CA" dirty="0">
              <a:solidFill>
                <a:prstClr val="black"/>
              </a:solidFill>
              <a:latin typeface="GE Inspira Sans"/>
            </a:endParaRPr>
          </a:p>
        </p:txBody>
      </p:sp>
    </p:spTree>
    <p:extLst>
      <p:ext uri="{BB962C8B-B14F-4D97-AF65-F5344CB8AC3E}">
        <p14:creationId xmlns:p14="http://schemas.microsoft.com/office/powerpoint/2010/main" val="1597965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5B821B-3561-7748-80B2-070A260A60C6}" type="slidenum">
              <a:rPr lang="en-US" smtClean="0"/>
              <a:pPr>
                <a:defRPr/>
              </a:pPr>
              <a:t>12</a:t>
            </a:fld>
            <a:endParaRPr lang="en-US"/>
          </a:p>
        </p:txBody>
      </p:sp>
    </p:spTree>
    <p:extLst>
      <p:ext uri="{BB962C8B-B14F-4D97-AF65-F5344CB8AC3E}">
        <p14:creationId xmlns:p14="http://schemas.microsoft.com/office/powerpoint/2010/main" val="2864457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5B821B-3561-7748-80B2-070A260A60C6}" type="slidenum">
              <a:rPr lang="en-US" smtClean="0"/>
              <a:pPr>
                <a:defRPr/>
              </a:pPr>
              <a:t>13</a:t>
            </a:fld>
            <a:endParaRPr lang="en-US"/>
          </a:p>
        </p:txBody>
      </p:sp>
    </p:spTree>
    <p:extLst>
      <p:ext uri="{BB962C8B-B14F-4D97-AF65-F5344CB8AC3E}">
        <p14:creationId xmlns:p14="http://schemas.microsoft.com/office/powerpoint/2010/main" val="1274072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28299" rtl="0" eaLnBrk="1" fontAlgn="auto" latinLnBrk="0" hangingPunct="1">
              <a:lnSpc>
                <a:spcPct val="100000"/>
              </a:lnSpc>
              <a:spcBef>
                <a:spcPts val="0"/>
              </a:spcBef>
              <a:spcAft>
                <a:spcPts val="0"/>
              </a:spcAft>
              <a:buClrTx/>
              <a:buSzTx/>
              <a:buFontTx/>
              <a:buNone/>
              <a:tabLst/>
              <a:defRPr/>
            </a:pPr>
            <a:fld id="{80CDABC8-FD09-47BC-822A-A981D494E0D7}" type="slidenum">
              <a:rPr kumimoji="0" lang="en-CA" sz="1200" b="0" i="0" u="none" strike="noStrike" kern="1200" cap="none" spc="0" normalizeH="0" baseline="0" noProof="0">
                <a:ln>
                  <a:noFill/>
                </a:ln>
                <a:solidFill>
                  <a:prstClr val="black"/>
                </a:solidFill>
                <a:effectLst/>
                <a:uLnTx/>
                <a:uFillTx/>
                <a:latin typeface="GE Inspira Sans"/>
                <a:ea typeface="+mn-ea"/>
                <a:cs typeface="+mn-cs"/>
              </a:rPr>
              <a:pPr marL="0" marR="0" lvl="0" indent="0" algn="r" defTabSz="928299" rtl="0" eaLnBrk="1" fontAlgn="auto" latinLnBrk="0" hangingPunct="1">
                <a:lnSpc>
                  <a:spcPct val="100000"/>
                </a:lnSpc>
                <a:spcBef>
                  <a:spcPts val="0"/>
                </a:spcBef>
                <a:spcAft>
                  <a:spcPts val="0"/>
                </a:spcAft>
                <a:buClrTx/>
                <a:buSzTx/>
                <a:buFontTx/>
                <a:buNone/>
                <a:tabLst/>
                <a:defRPr/>
              </a:pPr>
              <a:t>15</a:t>
            </a:fld>
            <a:endParaRPr kumimoji="0" lang="en-CA" sz="1200" b="0" i="0" u="none" strike="noStrike" kern="1200" cap="none" spc="0" normalizeH="0" baseline="0" noProof="0" dirty="0">
              <a:ln>
                <a:noFill/>
              </a:ln>
              <a:solidFill>
                <a:prstClr val="black"/>
              </a:solidFill>
              <a:effectLst/>
              <a:uLnTx/>
              <a:uFillTx/>
              <a:latin typeface="GE Inspira Sans"/>
              <a:ea typeface="+mn-ea"/>
              <a:cs typeface="+mn-cs"/>
            </a:endParaRPr>
          </a:p>
        </p:txBody>
      </p:sp>
      <p:sp>
        <p:nvSpPr>
          <p:cNvPr id="5" name="Date Placeholder 4">
            <a:extLst>
              <a:ext uri="{FF2B5EF4-FFF2-40B4-BE49-F238E27FC236}">
                <a16:creationId xmlns:a16="http://schemas.microsoft.com/office/drawing/2014/main" id="{CD7E736E-1237-4D3E-B33A-4CD80B0149B0}"/>
              </a:ext>
            </a:extLst>
          </p:cNvPr>
          <p:cNvSpPr>
            <a:spLocks noGrp="1"/>
          </p:cNvSpPr>
          <p:nvPr>
            <p:ph type="dt" idx="11"/>
          </p:nvPr>
        </p:nvSpPr>
        <p:spPr/>
        <p:txBody>
          <a:bodyPr/>
          <a:lstStyle/>
          <a:p>
            <a:pPr marL="0" marR="0" lvl="0" indent="0" algn="r" defTabSz="928299"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solidFill>
                <a:effectLst/>
                <a:uLnTx/>
                <a:uFillTx/>
                <a:latin typeface="GE Inspira Sans"/>
                <a:ea typeface="+mn-ea"/>
                <a:cs typeface="+mn-cs"/>
              </a:rPr>
              <a:t>10/04/2018</a:t>
            </a:r>
            <a:endParaRPr kumimoji="0" lang="en-CA" sz="1200" b="0" i="0" u="none" strike="noStrike" kern="1200" cap="none" spc="0" normalizeH="0" baseline="0" noProof="0" dirty="0">
              <a:ln>
                <a:noFill/>
              </a:ln>
              <a:solidFill>
                <a:prstClr val="black"/>
              </a:solidFill>
              <a:effectLst/>
              <a:uLnTx/>
              <a:uFillTx/>
              <a:latin typeface="GE Inspira Sans"/>
              <a:ea typeface="+mn-ea"/>
              <a:cs typeface="+mn-cs"/>
            </a:endParaRPr>
          </a:p>
        </p:txBody>
      </p:sp>
    </p:spTree>
    <p:extLst>
      <p:ext uri="{BB962C8B-B14F-4D97-AF65-F5344CB8AC3E}">
        <p14:creationId xmlns:p14="http://schemas.microsoft.com/office/powerpoint/2010/main" val="3179609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lide_red">
    <p:spTree>
      <p:nvGrpSpPr>
        <p:cNvPr id="1" name=""/>
        <p:cNvGrpSpPr/>
        <p:nvPr/>
      </p:nvGrpSpPr>
      <p:grpSpPr>
        <a:xfrm>
          <a:off x="0" y="0"/>
          <a:ext cx="0" cy="0"/>
          <a:chOff x="0" y="0"/>
          <a:chExt cx="0" cy="0"/>
        </a:xfrm>
      </p:grpSpPr>
      <p:pic>
        <p:nvPicPr>
          <p:cNvPr id="4" name="Image 1"/>
          <p:cNvPicPr>
            <a:picLocks noChangeAspect="1"/>
          </p:cNvPicPr>
          <p:nvPr/>
        </p:nvPicPr>
        <p:blipFill>
          <a:blip r:embed="rId2">
            <a:alphaModFix/>
            <a:extLst>
              <a:ext uri="{28A0092B-C50C-407E-A947-70E740481C1C}">
                <a14:useLocalDpi xmlns:a14="http://schemas.microsoft.com/office/drawing/2010/main"/>
              </a:ext>
            </a:extLst>
          </a:blip>
          <a:srcRect/>
          <a:stretch>
            <a:fillRect/>
          </a:stretch>
        </p:blipFill>
        <p:spPr bwMode="auto">
          <a:xfrm>
            <a:off x="0" y="-28575"/>
            <a:ext cx="12242800" cy="6886575"/>
          </a:xfrm>
          <a:prstGeom prst="rect">
            <a:avLst/>
          </a:prstGeom>
          <a:noFill/>
          <a:ln>
            <a:noFill/>
          </a:ln>
          <a:extLst>
            <a:ext uri="{909E8E84-426E-40dd-AFC4-6F175D3DCCD1}">
              <a14:hiddenFill xmlns:a14="http://schemas.microsoft.com/office/drawing/2010/main" xmlns="">
                <a:solidFill>
                  <a:srgbClr val="FFFFFF">
                    <a:alpha val="23137"/>
                  </a:srgbClr>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2"/>
          <p:cNvSpPr>
            <a:spLocks noChangeArrowheads="1"/>
          </p:cNvSpPr>
          <p:nvPr/>
        </p:nvSpPr>
        <p:spPr bwMode="auto">
          <a:xfrm>
            <a:off x="120650" y="5929313"/>
            <a:ext cx="8175625" cy="738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r>
              <a:rPr lang="en-US" sz="1000" i="1">
                <a:solidFill>
                  <a:srgbClr val="FF8992"/>
                </a:solidFill>
                <a:latin typeface="Arial" charset="0"/>
                <a:cs typeface="Calibri" charset="0"/>
              </a:rPr>
              <a:t>The information contained in this document may contain confidential, proprietary and/or privileged material of either Wabtec Corporation or one of its subsidiaries. Any review, retransmission, dissemination or other use of, or taking of any action in reliance upon, this information by persons or entities other than the intended recipient is prohibited unless authorized in writing. If you have received this document in error, please contact the sender and delete the material from any system and destroy any copies.</a:t>
            </a:r>
            <a:endParaRPr lang="fr-FR" sz="1000">
              <a:solidFill>
                <a:srgbClr val="FF8992"/>
              </a:solidFill>
              <a:latin typeface="Arial" charset="0"/>
              <a:cs typeface="Calibri" charset="0"/>
            </a:endParaRPr>
          </a:p>
        </p:txBody>
      </p:sp>
      <p:pic>
        <p:nvPicPr>
          <p:cNvPr id="8" name="Picture 3" descr="Wabtec_logo.pdf"/>
          <p:cNvPicPr>
            <a:picLocks noChangeAspect="1"/>
          </p:cNvPicPr>
          <p:nvPr/>
        </p:nvPicPr>
        <p:blipFill>
          <a:blip r:embed="rId3" cstate="screen">
            <a:extLst>
              <a:ext uri="{28A0092B-C50C-407E-A947-70E740481C1C}">
                <a14:useLocalDpi xmlns:a14="http://schemas.microsoft.com/office/drawing/2010/main"/>
              </a:ext>
            </a:extLst>
          </a:blip>
          <a:srcRect b="61005"/>
          <a:stretch>
            <a:fillRect/>
          </a:stretch>
        </p:blipFill>
        <p:spPr bwMode="auto">
          <a:xfrm>
            <a:off x="8715375" y="4860925"/>
            <a:ext cx="3771900" cy="2070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itle"/>
          <p:cNvSpPr>
            <a:spLocks noGrp="1"/>
          </p:cNvSpPr>
          <p:nvPr>
            <p:ph type="title"/>
          </p:nvPr>
        </p:nvSpPr>
        <p:spPr>
          <a:xfrm>
            <a:off x="1280268" y="2519812"/>
            <a:ext cx="8562090" cy="680667"/>
          </a:xfrm>
          <a:prstGeom prst="rect">
            <a:avLst/>
          </a:prstGeom>
        </p:spPr>
        <p:txBody>
          <a:bodyPr lIns="121725" tIns="60862" rIns="121725" bIns="60862"/>
          <a:lstStyle>
            <a:lvl1pPr algn="l">
              <a:defRPr sz="4800" b="1" i="0" cap="none" spc="-200" baseline="0">
                <a:solidFill>
                  <a:schemeClr val="bg1"/>
                </a:solidFill>
                <a:latin typeface="Arian"/>
                <a:cs typeface="Arian"/>
              </a:defRPr>
            </a:lvl1pPr>
          </a:lstStyle>
          <a:p>
            <a:r>
              <a:rPr lang="en-US" noProof="0"/>
              <a:t>Click to edit Master title style</a:t>
            </a:r>
            <a:endParaRPr lang="en-US" noProof="0" dirty="0"/>
          </a:p>
        </p:txBody>
      </p:sp>
      <p:sp>
        <p:nvSpPr>
          <p:cNvPr id="7" name="Subtitle"/>
          <p:cNvSpPr>
            <a:spLocks noGrp="1"/>
          </p:cNvSpPr>
          <p:nvPr>
            <p:ph type="body" sz="quarter" idx="10"/>
          </p:nvPr>
        </p:nvSpPr>
        <p:spPr>
          <a:xfrm>
            <a:off x="1280268" y="3311752"/>
            <a:ext cx="7946276" cy="918433"/>
          </a:xfrm>
          <a:prstGeom prst="rect">
            <a:avLst/>
          </a:prstGeom>
        </p:spPr>
        <p:txBody>
          <a:bodyPr lIns="121725" tIns="60862" rIns="121725" bIns="60862"/>
          <a:lstStyle>
            <a:lvl1pPr marL="0" indent="0">
              <a:buFontTx/>
              <a:buNone/>
              <a:defRPr sz="2700" b="1" i="0" spc="200">
                <a:solidFill>
                  <a:srgbClr val="FFFFFF"/>
                </a:solidFill>
                <a:latin typeface="Arian"/>
                <a:cs typeface="Arian"/>
              </a:defRPr>
            </a:lvl1pPr>
          </a:lstStyle>
          <a:p>
            <a:pPr lvl="0"/>
            <a:r>
              <a:rPr lang="en-US" noProof="0"/>
              <a:t>Edit Master text styles</a:t>
            </a:r>
          </a:p>
        </p:txBody>
      </p:sp>
    </p:spTree>
    <p:extLst>
      <p:ext uri="{BB962C8B-B14F-4D97-AF65-F5344CB8AC3E}">
        <p14:creationId xmlns:p14="http://schemas.microsoft.com/office/powerpoint/2010/main" val="2118474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slide_grey">
    <p:spTree>
      <p:nvGrpSpPr>
        <p:cNvPr id="1" name=""/>
        <p:cNvGrpSpPr/>
        <p:nvPr/>
      </p:nvGrpSpPr>
      <p:grpSpPr>
        <a:xfrm>
          <a:off x="0" y="0"/>
          <a:ext cx="0" cy="0"/>
          <a:chOff x="0" y="0"/>
          <a:chExt cx="0" cy="0"/>
        </a:xfrm>
      </p:grpSpPr>
      <p:pic>
        <p:nvPicPr>
          <p:cNvPr id="4" name="Image 1"/>
          <p:cNvPicPr>
            <a:picLocks noChangeAspect="1"/>
          </p:cNvPicPr>
          <p:nvPr/>
        </p:nvPicPr>
        <p:blipFill>
          <a:blip r:embed="rId2">
            <a:alphaModFix amt="23000"/>
            <a:extLst>
              <a:ext uri="{28A0092B-C50C-407E-A947-70E740481C1C}">
                <a14:useLocalDpi xmlns:a14="http://schemas.microsoft.com/office/drawing/2010/main"/>
              </a:ext>
            </a:extLst>
          </a:blip>
          <a:srcRect/>
          <a:stretch>
            <a:fillRect/>
          </a:stretch>
        </p:blipFill>
        <p:spPr bwMode="auto">
          <a:xfrm>
            <a:off x="0" y="-28575"/>
            <a:ext cx="12242800" cy="6886575"/>
          </a:xfrm>
          <a:prstGeom prst="rect">
            <a:avLst/>
          </a:prstGeom>
          <a:noFill/>
          <a:ln>
            <a:noFill/>
          </a:ln>
          <a:extLst>
            <a:ext uri="{909E8E84-426E-40dd-AFC4-6F175D3DCCD1}">
              <a14:hiddenFill xmlns:a14="http://schemas.microsoft.com/office/drawing/2010/main" xmlns="">
                <a:solidFill>
                  <a:srgbClr val="FFFFFF">
                    <a:alpha val="23137"/>
                  </a:srgbClr>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2"/>
          <p:cNvSpPr>
            <a:spLocks noChangeArrowheads="1"/>
          </p:cNvSpPr>
          <p:nvPr/>
        </p:nvSpPr>
        <p:spPr bwMode="auto">
          <a:xfrm>
            <a:off x="120650" y="5929313"/>
            <a:ext cx="8175625" cy="738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r>
              <a:rPr lang="en-US" sz="1000">
                <a:latin typeface="Arial" charset="0"/>
                <a:cs typeface="Calibri" charset="0"/>
              </a:rPr>
              <a:t>The information contained in this document may contain confidential, proprietary and/or privileged material of either Wabtec Corporation or one of its subsidiaries. Any review, retransmission, dissemination or other use of, or taking of any action in reliance upon, this information by persons or entities other than the intended recipient is prohibited unless authorized in writing. If you have received this document in error, please contact the sender and delete the material from any system and destroy any copies.</a:t>
            </a:r>
            <a:endParaRPr lang="fr-FR" sz="1000">
              <a:latin typeface="Arial" charset="0"/>
              <a:cs typeface="Calibri" charset="0"/>
            </a:endParaRPr>
          </a:p>
        </p:txBody>
      </p:sp>
      <p:pic>
        <p:nvPicPr>
          <p:cNvPr id="8" name="Picture 3" descr="Wabtec_logo.pdf"/>
          <p:cNvPicPr>
            <a:picLocks noChangeAspect="1"/>
          </p:cNvPicPr>
          <p:nvPr/>
        </p:nvPicPr>
        <p:blipFill>
          <a:blip r:embed="rId3" cstate="screen">
            <a:extLst>
              <a:ext uri="{28A0092B-C50C-407E-A947-70E740481C1C}">
                <a14:useLocalDpi xmlns:a14="http://schemas.microsoft.com/office/drawing/2010/main"/>
              </a:ext>
            </a:extLst>
          </a:blip>
          <a:srcRect b="61005"/>
          <a:stretch>
            <a:fillRect/>
          </a:stretch>
        </p:blipFill>
        <p:spPr bwMode="auto">
          <a:xfrm>
            <a:off x="8715375" y="4867275"/>
            <a:ext cx="3771900" cy="2070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itle"/>
          <p:cNvSpPr>
            <a:spLocks noGrp="1"/>
          </p:cNvSpPr>
          <p:nvPr>
            <p:ph type="title"/>
          </p:nvPr>
        </p:nvSpPr>
        <p:spPr>
          <a:xfrm>
            <a:off x="1280267" y="2519812"/>
            <a:ext cx="8503295" cy="680667"/>
          </a:xfrm>
          <a:prstGeom prst="rect">
            <a:avLst/>
          </a:prstGeom>
        </p:spPr>
        <p:txBody>
          <a:bodyPr lIns="121725" tIns="60862" rIns="121725" bIns="60862"/>
          <a:lstStyle>
            <a:lvl1pPr algn="l">
              <a:defRPr sz="4800" b="1" i="0" cap="none" spc="-200" baseline="0">
                <a:solidFill>
                  <a:schemeClr val="tx2"/>
                </a:solidFill>
                <a:latin typeface="Arian"/>
                <a:cs typeface="Arian"/>
              </a:defRPr>
            </a:lvl1pPr>
          </a:lstStyle>
          <a:p>
            <a:r>
              <a:rPr lang="en-US" noProof="0"/>
              <a:t>Click to edit Master title style</a:t>
            </a:r>
            <a:endParaRPr lang="en-US" noProof="0" dirty="0"/>
          </a:p>
        </p:txBody>
      </p:sp>
      <p:sp>
        <p:nvSpPr>
          <p:cNvPr id="7" name="Subtitle"/>
          <p:cNvSpPr>
            <a:spLocks noGrp="1"/>
          </p:cNvSpPr>
          <p:nvPr>
            <p:ph type="body" sz="quarter" idx="10"/>
          </p:nvPr>
        </p:nvSpPr>
        <p:spPr>
          <a:xfrm>
            <a:off x="1280267" y="3311752"/>
            <a:ext cx="8240253" cy="918433"/>
          </a:xfrm>
          <a:prstGeom prst="rect">
            <a:avLst/>
          </a:prstGeom>
        </p:spPr>
        <p:txBody>
          <a:bodyPr lIns="121725" tIns="60862" rIns="121725" bIns="60862"/>
          <a:lstStyle>
            <a:lvl1pPr marL="0" indent="0">
              <a:buFontTx/>
              <a:buNone/>
              <a:defRPr sz="2700" b="1" i="0" spc="200">
                <a:solidFill>
                  <a:srgbClr val="505150"/>
                </a:solidFill>
                <a:latin typeface="Arian"/>
                <a:cs typeface="Arian"/>
              </a:defRPr>
            </a:lvl1pPr>
          </a:lstStyle>
          <a:p>
            <a:pPr lvl="0"/>
            <a:r>
              <a:rPr lang="en-US" noProof="0"/>
              <a:t>Edit Master text styles</a:t>
            </a:r>
          </a:p>
        </p:txBody>
      </p:sp>
    </p:spTree>
    <p:extLst>
      <p:ext uri="{BB962C8B-B14F-4D97-AF65-F5344CB8AC3E}">
        <p14:creationId xmlns:p14="http://schemas.microsoft.com/office/powerpoint/2010/main" val="1256741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CB73CCBD-EC4F-2B4D-A3FB-34A8816A0D68}" type="slidenum">
              <a:rPr lang="en-GB" sz="1000">
                <a:solidFill>
                  <a:srgbClr val="7F7F7F"/>
                </a:solidFill>
                <a:latin typeface="Tahoma"/>
                <a:cs typeface="Tahoma"/>
              </a:rPr>
              <a:pPr algn="r" defTabSz="1217249" fontAlgn="auto">
                <a:spcBef>
                  <a:spcPts val="0"/>
                </a:spcBef>
                <a:spcAft>
                  <a:spcPts val="0"/>
                </a:spcAft>
                <a:buFont typeface="Arial" pitchFamily="34" charset="0"/>
                <a:buNone/>
                <a:defRPr/>
              </a:pPr>
              <a:t>‹#›</a:t>
            </a:fld>
            <a:endParaRPr lang="en-GB" sz="1100" dirty="0">
              <a:solidFill>
                <a:srgbClr val="FF0000"/>
              </a:solidFill>
              <a:latin typeface="Tahoma"/>
              <a:cs typeface="Tahoma"/>
            </a:endParaRPr>
          </a:p>
        </p:txBody>
      </p:sp>
      <p:sp>
        <p:nvSpPr>
          <p:cNvPr id="7"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cs typeface="Calibri" charset="0"/>
              </a:rPr>
              <a:t>Confidential &amp; Proprietary</a:t>
            </a:r>
            <a:endParaRPr lang="fr-FR" sz="1000">
              <a:solidFill>
                <a:srgbClr val="505150"/>
              </a:solidFill>
            </a:endParaRPr>
          </a:p>
        </p:txBody>
      </p:sp>
      <p:sp>
        <p:nvSpPr>
          <p:cNvPr id="9" name="Content"/>
          <p:cNvSpPr>
            <a:spLocks noGrp="1"/>
          </p:cNvSpPr>
          <p:nvPr>
            <p:ph idx="1"/>
          </p:nvPr>
        </p:nvSpPr>
        <p:spPr>
          <a:xfrm>
            <a:off x="506613" y="1329002"/>
            <a:ext cx="11075678" cy="4966396"/>
          </a:xfrm>
          <a:prstGeom prst="rect">
            <a:avLst/>
          </a:prstGeom>
        </p:spPr>
        <p:txBody>
          <a:bodyPr lIns="121725" tIns="60862" rIns="121725" bIns="60862"/>
          <a:lstStyle>
            <a:lvl1pPr marL="274320" indent="-274320">
              <a:spcBef>
                <a:spcPts val="1200"/>
              </a:spcBef>
              <a:spcAft>
                <a:spcPts val="0"/>
              </a:spcAft>
              <a:buClrTx/>
              <a:buFont typeface="Arial"/>
              <a:buChar char="•"/>
              <a:defRPr sz="2400" b="1" i="0">
                <a:latin typeface="Tahoma (body)"/>
                <a:ea typeface="Tahoma" pitchFamily="34" charset="0"/>
                <a:cs typeface="Tahoma (body)"/>
              </a:defRPr>
            </a:lvl1pPr>
            <a:lvl2pPr marL="621792" indent="-292608">
              <a:spcBef>
                <a:spcPts val="1200"/>
              </a:spcBef>
              <a:spcAft>
                <a:spcPts val="0"/>
              </a:spcAft>
              <a:buClrTx/>
              <a:buFont typeface="Lucida Grande"/>
              <a:buChar char="-"/>
              <a:defRPr sz="2100">
                <a:latin typeface="Tahoma (body)"/>
                <a:ea typeface="Tahoma" pitchFamily="34" charset="0"/>
                <a:cs typeface="Tahoma (body)"/>
              </a:defRPr>
            </a:lvl2pPr>
            <a:lvl3pPr marL="969264" indent="-304312">
              <a:spcBef>
                <a:spcPts val="1200"/>
              </a:spcBef>
              <a:spcAft>
                <a:spcPts val="0"/>
              </a:spcAft>
              <a:buClrTx/>
              <a:buFont typeface="Lucida Grande"/>
              <a:buChar char="-"/>
              <a:defRPr sz="1900">
                <a:latin typeface="Tahoma (body)"/>
                <a:ea typeface="Tahoma" pitchFamily="34" charset="0"/>
                <a:cs typeface="Tahoma (body)"/>
              </a:defRPr>
            </a:lvl3pPr>
            <a:lvl4pPr marL="1307592" indent="-304312">
              <a:spcBef>
                <a:spcPts val="1200"/>
              </a:spcBef>
              <a:spcAft>
                <a:spcPts val="0"/>
              </a:spcAft>
              <a:buClrTx/>
              <a:buFont typeface="Lucida Grande"/>
              <a:buChar char="-"/>
              <a:defRPr sz="1900">
                <a:latin typeface="Tahoma (body)"/>
                <a:ea typeface="Tahoma" pitchFamily="34" charset="0"/>
                <a:cs typeface="Tahoma (body)"/>
              </a:defRPr>
            </a:lvl4pPr>
            <a:lvl5pPr marL="1645920" indent="-304312">
              <a:spcBef>
                <a:spcPts val="1200"/>
              </a:spcBef>
              <a:spcAft>
                <a:spcPts val="0"/>
              </a:spcAft>
              <a:buClrTx/>
              <a:buFont typeface="Lucida Grande"/>
              <a:buChar char="-"/>
              <a:defRPr sz="1900">
                <a:latin typeface="Tahoma (body)"/>
                <a:ea typeface="Tahoma" pitchFamily="34" charset="0"/>
                <a:cs typeface="Tahoma (body)"/>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p:cNvSpPr>
            <a:spLocks noGrp="1"/>
          </p:cNvSpPr>
          <p:nvPr>
            <p:ph type="title"/>
          </p:nvPr>
        </p:nvSpPr>
        <p:spPr>
          <a:xfrm>
            <a:off x="506613" y="0"/>
            <a:ext cx="11733927" cy="815354"/>
          </a:xfrm>
          <a:prstGeom prst="rect">
            <a:avLst/>
          </a:prstGeom>
        </p:spPr>
        <p:txBody>
          <a:bodyPr lIns="121725" tIns="60862" rIns="121725" bIns="60862" anchor="b" anchorCtr="0"/>
          <a:lstStyle>
            <a:lvl1pPr marL="0" indent="0" algn="l">
              <a:defRPr sz="3600" b="1" i="0" cap="none" spc="-100" baseline="0">
                <a:solidFill>
                  <a:schemeClr val="tx1"/>
                </a:solidFill>
                <a:latin typeface="Arial"/>
                <a:cs typeface="Arial"/>
              </a:defRPr>
            </a:lvl1pPr>
          </a:lstStyle>
          <a:p>
            <a:r>
              <a:rPr lang="en-US" noProof="0"/>
              <a:t>Click to edit Master title style</a:t>
            </a:r>
            <a:endParaRPr lang="en-US" noProof="0" dirty="0"/>
          </a:p>
        </p:txBody>
      </p:sp>
      <p:sp>
        <p:nvSpPr>
          <p:cNvPr id="21" name="Subtitle"/>
          <p:cNvSpPr>
            <a:spLocks noGrp="1"/>
          </p:cNvSpPr>
          <p:nvPr>
            <p:ph type="body" sz="quarter" idx="12"/>
          </p:nvPr>
        </p:nvSpPr>
        <p:spPr>
          <a:xfrm>
            <a:off x="506613" y="680979"/>
            <a:ext cx="11267190" cy="270000"/>
          </a:xfrm>
          <a:prstGeom prst="rect">
            <a:avLst/>
          </a:prstGeom>
        </p:spPr>
        <p:txBody>
          <a:bodyPr lIns="121725" tIns="60862" rIns="121725" bIns="60862"/>
          <a:lstStyle>
            <a:lvl1pPr marL="0" indent="0">
              <a:buFontTx/>
              <a:buNone/>
              <a:defRPr sz="1900" i="0" spc="200" baseline="0">
                <a:solidFill>
                  <a:schemeClr val="tx1"/>
                </a:solidFill>
                <a:latin typeface="Arial"/>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Edit Master text styles</a:t>
            </a:r>
          </a:p>
        </p:txBody>
      </p:sp>
    </p:spTree>
    <p:extLst>
      <p:ext uri="{BB962C8B-B14F-4D97-AF65-F5344CB8AC3E}">
        <p14:creationId xmlns:p14="http://schemas.microsoft.com/office/powerpoint/2010/main" val="2329954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blank">
    <p:spTree>
      <p:nvGrpSpPr>
        <p:cNvPr id="1" name=""/>
        <p:cNvGrpSpPr/>
        <p:nvPr/>
      </p:nvGrpSpPr>
      <p:grpSpPr>
        <a:xfrm>
          <a:off x="0" y="0"/>
          <a:ext cx="0" cy="0"/>
          <a:chOff x="0" y="0"/>
          <a:chExt cx="0" cy="0"/>
        </a:xfrm>
      </p:grpSpPr>
      <p:sp>
        <p:nvSpPr>
          <p:cNvPr id="4"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cs typeface="Calibri" charset="0"/>
              </a:rPr>
              <a:t>Confidential &amp; Proprietary</a:t>
            </a:r>
            <a:endParaRPr lang="fr-FR" sz="1000">
              <a:solidFill>
                <a:srgbClr val="505150"/>
              </a:solidFill>
            </a:endParaRPr>
          </a:p>
        </p:txBody>
      </p:sp>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F171574E-8CE2-3540-B51F-7B17F34DC495}" type="slidenum">
              <a:rPr lang="en-GB" sz="1000">
                <a:solidFill>
                  <a:srgbClr val="7F7F7F"/>
                </a:solidFill>
                <a:latin typeface="Tahoma"/>
                <a:cs typeface="Tahoma"/>
              </a:rPr>
              <a:pPr algn="r" defTabSz="1217249" fontAlgn="auto">
                <a:spcBef>
                  <a:spcPts val="0"/>
                </a:spcBef>
                <a:spcAft>
                  <a:spcPts val="0"/>
                </a:spcAft>
                <a:buFont typeface="Arial" pitchFamily="34" charset="0"/>
                <a:buNone/>
                <a:defRPr/>
              </a:pPr>
              <a:t>‹#›</a:t>
            </a:fld>
            <a:endParaRPr lang="en-GB" sz="1100" dirty="0">
              <a:solidFill>
                <a:srgbClr val="FF0000"/>
              </a:solidFill>
              <a:latin typeface="Tahoma"/>
              <a:cs typeface="Tahoma"/>
            </a:endParaRPr>
          </a:p>
        </p:txBody>
      </p:sp>
      <p:sp>
        <p:nvSpPr>
          <p:cNvPr id="30" name="Title"/>
          <p:cNvSpPr>
            <a:spLocks noGrp="1"/>
          </p:cNvSpPr>
          <p:nvPr>
            <p:ph type="title"/>
          </p:nvPr>
        </p:nvSpPr>
        <p:spPr>
          <a:xfrm>
            <a:off x="506613" y="0"/>
            <a:ext cx="11733927" cy="815354"/>
          </a:xfrm>
          <a:prstGeom prst="rect">
            <a:avLst/>
          </a:prstGeom>
        </p:spPr>
        <p:txBody>
          <a:bodyPr lIns="121725" tIns="60862" rIns="121725" bIns="60862" anchor="b" anchorCtr="0"/>
          <a:lstStyle>
            <a:lvl1pPr marL="0" indent="0" algn="l">
              <a:defRPr sz="3600" b="1" i="0" cap="none" spc="-100" baseline="0">
                <a:solidFill>
                  <a:schemeClr val="tx1"/>
                </a:solidFill>
                <a:latin typeface="Arial"/>
                <a:cs typeface="Arial"/>
              </a:defRPr>
            </a:lvl1pPr>
          </a:lstStyle>
          <a:p>
            <a:r>
              <a:rPr lang="en-US" noProof="0"/>
              <a:t>Click to edit Master title style</a:t>
            </a:r>
            <a:endParaRPr lang="en-US" noProof="0" dirty="0"/>
          </a:p>
        </p:txBody>
      </p:sp>
      <p:sp>
        <p:nvSpPr>
          <p:cNvPr id="31" name="Subtitle"/>
          <p:cNvSpPr>
            <a:spLocks noGrp="1"/>
          </p:cNvSpPr>
          <p:nvPr>
            <p:ph type="body" sz="quarter" idx="12"/>
          </p:nvPr>
        </p:nvSpPr>
        <p:spPr>
          <a:xfrm>
            <a:off x="506613" y="680979"/>
            <a:ext cx="11267190" cy="270000"/>
          </a:xfrm>
          <a:prstGeom prst="rect">
            <a:avLst/>
          </a:prstGeom>
        </p:spPr>
        <p:txBody>
          <a:bodyPr lIns="121725" tIns="60862" rIns="121725" bIns="60862"/>
          <a:lstStyle>
            <a:lvl1pPr marL="0" indent="0">
              <a:buFontTx/>
              <a:buNone/>
              <a:defRPr sz="1900" i="0" spc="200" baseline="0">
                <a:solidFill>
                  <a:srgbClr val="505150"/>
                </a:solidFill>
                <a:latin typeface="Arial"/>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Edit Master text styles</a:t>
            </a:r>
          </a:p>
        </p:txBody>
      </p:sp>
    </p:spTree>
    <p:extLst>
      <p:ext uri="{BB962C8B-B14F-4D97-AF65-F5344CB8AC3E}">
        <p14:creationId xmlns:p14="http://schemas.microsoft.com/office/powerpoint/2010/main" val="1239844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witout title">
    <p:spTree>
      <p:nvGrpSpPr>
        <p:cNvPr id="1" name=""/>
        <p:cNvGrpSpPr/>
        <p:nvPr/>
      </p:nvGrpSpPr>
      <p:grpSpPr>
        <a:xfrm>
          <a:off x="0" y="0"/>
          <a:ext cx="0" cy="0"/>
          <a:chOff x="0" y="0"/>
          <a:chExt cx="0" cy="0"/>
        </a:xfrm>
      </p:grpSpPr>
      <p:sp>
        <p:nvSpPr>
          <p:cNvPr id="3"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cs typeface="Calibri" charset="0"/>
              </a:rPr>
              <a:t>Confidential &amp; Proprietary</a:t>
            </a:r>
            <a:endParaRPr lang="fr-FR" sz="1000">
              <a:solidFill>
                <a:srgbClr val="505150"/>
              </a:solidFill>
            </a:endParaRPr>
          </a:p>
        </p:txBody>
      </p:sp>
      <p:pic>
        <p:nvPicPr>
          <p:cNvPr id="4"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44D80DC7-73FF-5B4E-AEE5-8F1CCA53B9AB}" type="slidenum">
              <a:rPr lang="en-GB" sz="1000">
                <a:solidFill>
                  <a:srgbClr val="7F7F7F"/>
                </a:solidFill>
                <a:latin typeface="Tahoma"/>
                <a:cs typeface="Tahoma"/>
              </a:rPr>
              <a:pPr algn="r" defTabSz="1217249" fontAlgn="auto">
                <a:spcBef>
                  <a:spcPts val="0"/>
                </a:spcBef>
                <a:spcAft>
                  <a:spcPts val="0"/>
                </a:spcAft>
                <a:buFont typeface="Arial" pitchFamily="34" charset="0"/>
                <a:buNone/>
                <a:defRPr/>
              </a:pPr>
              <a:t>‹#›</a:t>
            </a:fld>
            <a:endParaRPr lang="en-GB" sz="1100" dirty="0">
              <a:solidFill>
                <a:srgbClr val="FF0000"/>
              </a:solidFill>
              <a:latin typeface="Tahoma"/>
              <a:cs typeface="Tahoma"/>
            </a:endParaRPr>
          </a:p>
        </p:txBody>
      </p:sp>
      <p:sp>
        <p:nvSpPr>
          <p:cNvPr id="9" name="Content"/>
          <p:cNvSpPr>
            <a:spLocks noGrp="1"/>
          </p:cNvSpPr>
          <p:nvPr>
            <p:ph idx="1"/>
          </p:nvPr>
        </p:nvSpPr>
        <p:spPr>
          <a:xfrm>
            <a:off x="608092" y="1132771"/>
            <a:ext cx="10945654" cy="4993399"/>
          </a:xfrm>
          <a:prstGeom prst="rect">
            <a:avLst/>
          </a:prstGeom>
        </p:spPr>
        <p:txBody>
          <a:bodyPr lIns="121725" tIns="60862" rIns="121725" bIns="60862"/>
          <a:lstStyle>
            <a:lvl1pPr>
              <a:buClrTx/>
              <a:buNone/>
              <a:defRPr sz="2400" b="1" i="0">
                <a:latin typeface="Tahoma (body)"/>
                <a:ea typeface="Tahoma" pitchFamily="34" charset="0"/>
                <a:cs typeface="Tahoma (body)"/>
              </a:defRPr>
            </a:lvl1pPr>
            <a:lvl2pPr marL="347472" indent="-292608">
              <a:buClrTx/>
              <a:buFont typeface="Arial"/>
              <a:buChar char="•"/>
              <a:defRPr sz="2100">
                <a:latin typeface="Tahoma (body)"/>
                <a:ea typeface="Tahoma" pitchFamily="34" charset="0"/>
                <a:cs typeface="Tahoma (body)"/>
              </a:defRPr>
            </a:lvl2pPr>
            <a:lvl3pPr marL="694944" indent="-301752">
              <a:buClrTx/>
              <a:buFont typeface="Arial" pitchFamily="34" charset="0"/>
              <a:buChar char="−"/>
              <a:defRPr sz="1900">
                <a:latin typeface="Tahoma (body)"/>
                <a:ea typeface="Tahoma" pitchFamily="34" charset="0"/>
                <a:cs typeface="Tahoma (body)"/>
              </a:defRPr>
            </a:lvl3pPr>
            <a:lvl4pPr marL="1033272" indent="-304312">
              <a:buClrTx/>
              <a:buFont typeface="Lucida Grande"/>
              <a:buChar char="-"/>
              <a:defRPr sz="1900">
                <a:latin typeface="Tahoma (body)"/>
                <a:ea typeface="Tahoma" pitchFamily="34" charset="0"/>
                <a:cs typeface="Tahoma (body)"/>
              </a:defRPr>
            </a:lvl4pPr>
            <a:lvl5pPr marL="1371600" indent="-304312">
              <a:buClrTx/>
              <a:buFont typeface="Lucida Grande"/>
              <a:buChar char="-"/>
              <a:defRPr sz="1900">
                <a:latin typeface="Tahoma (body)"/>
                <a:ea typeface="Tahoma" pitchFamily="34" charset="0"/>
                <a:cs typeface="Tahoma (body)"/>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2073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 slide_white">
    <p:spTree>
      <p:nvGrpSpPr>
        <p:cNvPr id="1" name=""/>
        <p:cNvGrpSpPr/>
        <p:nvPr/>
      </p:nvGrpSpPr>
      <p:grpSpPr>
        <a:xfrm>
          <a:off x="0" y="0"/>
          <a:ext cx="0" cy="0"/>
          <a:chOff x="0" y="0"/>
          <a:chExt cx="0" cy="0"/>
        </a:xfrm>
      </p:grpSpPr>
      <p:pic>
        <p:nvPicPr>
          <p:cNvPr id="2"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3889375" y="2474913"/>
            <a:ext cx="5240338" cy="1873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11668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ogo_slide_red">
    <p:bg>
      <p:bgPr>
        <a:solidFill>
          <a:schemeClr val="tx2"/>
        </a:solidFill>
        <a:effectLst/>
      </p:bgPr>
    </p:bg>
    <p:spTree>
      <p:nvGrpSpPr>
        <p:cNvPr id="1" name=""/>
        <p:cNvGrpSpPr/>
        <p:nvPr/>
      </p:nvGrpSpPr>
      <p:grpSpPr>
        <a:xfrm>
          <a:off x="0" y="0"/>
          <a:ext cx="0" cy="0"/>
          <a:chOff x="0" y="0"/>
          <a:chExt cx="0" cy="0"/>
        </a:xfrm>
      </p:grpSpPr>
      <p:pic>
        <p:nvPicPr>
          <p:cNvPr id="2" name="Image 5"/>
          <p:cNvPicPr>
            <a:picLocks noChangeAspect="1"/>
          </p:cNvPicPr>
          <p:nvPr/>
        </p:nvPicPr>
        <p:blipFill>
          <a:blip r:embed="rId2" cstate="screen">
            <a:extLst>
              <a:ext uri="{28A0092B-C50C-407E-A947-70E740481C1C}">
                <a14:useLocalDpi xmlns:a14="http://schemas.microsoft.com/office/drawing/2010/main"/>
              </a:ext>
            </a:extLst>
          </a:blip>
          <a:srcRect t="81847"/>
          <a:stretch>
            <a:fillRect/>
          </a:stretch>
        </p:blipFill>
        <p:spPr bwMode="auto">
          <a:xfrm>
            <a:off x="4192588" y="2306638"/>
            <a:ext cx="3814762" cy="1503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366571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_re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Picture 1" descr="Wabtec_logo.pdf"/>
          <p:cNvPicPr>
            <a:picLocks noChangeAspect="1"/>
          </p:cNvPicPr>
          <p:nvPr/>
        </p:nvPicPr>
        <p:blipFill>
          <a:blip r:embed="rId3" cstate="screen">
            <a:extLst>
              <a:ext uri="{28A0092B-C50C-407E-A947-70E740481C1C}">
                <a14:useLocalDpi xmlns:a14="http://schemas.microsoft.com/office/drawing/2010/main"/>
              </a:ext>
            </a:extLst>
          </a:blip>
          <a:srcRect l="17250" t="13441" r="-1193" b="65245"/>
          <a:stretch>
            <a:fillRect/>
          </a:stretch>
        </p:blipFill>
        <p:spPr bwMode="auto">
          <a:xfrm>
            <a:off x="10598150" y="6299200"/>
            <a:ext cx="1563688"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itle"/>
          <p:cNvSpPr>
            <a:spLocks noGrp="1"/>
          </p:cNvSpPr>
          <p:nvPr>
            <p:ph type="title"/>
          </p:nvPr>
        </p:nvSpPr>
        <p:spPr>
          <a:xfrm>
            <a:off x="2576183" y="3736098"/>
            <a:ext cx="9585656" cy="1731039"/>
          </a:xfrm>
          <a:prstGeom prst="rect">
            <a:avLst/>
          </a:prstGeom>
        </p:spPr>
        <p:txBody>
          <a:bodyPr lIns="121725" tIns="60862" rIns="121725" bIns="60862"/>
          <a:lstStyle>
            <a:lvl1pPr algn="l">
              <a:defRPr sz="4500" b="1" i="0" cap="none" spc="-200" baseline="0">
                <a:latin typeface="Arial"/>
                <a:cs typeface="Aria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217274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_grey">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Picture 1" descr="Wabtec_logo.pdf"/>
          <p:cNvPicPr>
            <a:picLocks noChangeAspect="1"/>
          </p:cNvPicPr>
          <p:nvPr/>
        </p:nvPicPr>
        <p:blipFill>
          <a:blip r:embed="rId3" cstate="screen">
            <a:extLst>
              <a:ext uri="{28A0092B-C50C-407E-A947-70E740481C1C}">
                <a14:useLocalDpi xmlns:a14="http://schemas.microsoft.com/office/drawing/2010/main"/>
              </a:ext>
            </a:extLst>
          </a:blip>
          <a:srcRect l="17250" t="13441" r="-1193" b="65245"/>
          <a:stretch>
            <a:fillRect/>
          </a:stretch>
        </p:blipFill>
        <p:spPr bwMode="auto">
          <a:xfrm>
            <a:off x="10598150" y="6299200"/>
            <a:ext cx="1563688"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itle"/>
          <p:cNvSpPr>
            <a:spLocks noGrp="1"/>
          </p:cNvSpPr>
          <p:nvPr>
            <p:ph type="title"/>
          </p:nvPr>
        </p:nvSpPr>
        <p:spPr>
          <a:xfrm>
            <a:off x="2576183" y="3736098"/>
            <a:ext cx="9585656" cy="1731039"/>
          </a:xfrm>
          <a:prstGeom prst="rect">
            <a:avLst/>
          </a:prstGeom>
        </p:spPr>
        <p:txBody>
          <a:bodyPr lIns="121725" tIns="60862" rIns="121725" bIns="60862"/>
          <a:lstStyle>
            <a:lvl1pPr algn="l">
              <a:defRPr sz="4500" b="1" i="0" cap="none" spc="-200" baseline="0">
                <a:latin typeface="Arial"/>
                <a:cs typeface="Aria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2834241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leratingFutureOfTransportation">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5124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4" name="Pict"/>
          <p:cNvSpPr txBox="1">
            <a:spLocks/>
          </p:cNvSpPr>
          <p:nvPr/>
        </p:nvSpPr>
        <p:spPr>
          <a:xfrm>
            <a:off x="7061200" y="3767138"/>
            <a:ext cx="768350" cy="755650"/>
          </a:xfrm>
          <a:prstGeom prst="rect">
            <a:avLst/>
          </a:prstGeom>
        </p:spPr>
        <p:txBody>
          <a:bodyPr lIns="121725" tIns="60862" rIns="121725" bIns="60862"/>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608625" fontAlgn="auto">
              <a:spcAft>
                <a:spcPts val="0"/>
              </a:spcAft>
              <a:defRPr/>
            </a:pPr>
            <a:r>
              <a:rPr lang="fr-FR" sz="3700" b="1" spc="-200" dirty="0">
                <a:solidFill>
                  <a:schemeClr val="bg1"/>
                </a:solidFill>
                <a:latin typeface="Arial"/>
                <a:cs typeface="Arial"/>
              </a:rPr>
              <a:t>///</a:t>
            </a:r>
          </a:p>
        </p:txBody>
      </p:sp>
      <p:sp>
        <p:nvSpPr>
          <p:cNvPr id="10" name="Title"/>
          <p:cNvSpPr>
            <a:spLocks noGrp="1"/>
          </p:cNvSpPr>
          <p:nvPr>
            <p:ph type="title"/>
          </p:nvPr>
        </p:nvSpPr>
        <p:spPr>
          <a:xfrm>
            <a:off x="7599372" y="3762443"/>
            <a:ext cx="4384157" cy="815354"/>
          </a:xfrm>
          <a:prstGeom prst="rect">
            <a:avLst/>
          </a:prstGeom>
        </p:spPr>
        <p:txBody>
          <a:bodyPr lIns="121725" tIns="60862" rIns="121725" bIns="60862" anchor="b" anchorCtr="0"/>
          <a:lstStyle>
            <a:lvl1pPr marL="0" indent="0" algn="l">
              <a:spcBef>
                <a:spcPts val="0"/>
              </a:spcBef>
              <a:defRPr sz="3600" b="1" i="0" cap="none" spc="-100" baseline="0">
                <a:solidFill>
                  <a:schemeClr val="bg1"/>
                </a:solidFill>
                <a:latin typeface="Arial"/>
                <a:cs typeface="Arial"/>
              </a:defRPr>
            </a:lvl1pPr>
          </a:lstStyle>
          <a:p>
            <a:r>
              <a:rPr lang="en-US" noProof="0"/>
              <a:t>Click to edit Master title style</a:t>
            </a:r>
            <a:endParaRPr lang="en-US" noProof="0" dirty="0"/>
          </a:p>
        </p:txBody>
      </p:sp>
      <p:sp>
        <p:nvSpPr>
          <p:cNvPr id="11" name="Subtitle"/>
          <p:cNvSpPr>
            <a:spLocks noGrp="1"/>
          </p:cNvSpPr>
          <p:nvPr>
            <p:ph type="body" sz="quarter" idx="12"/>
          </p:nvPr>
        </p:nvSpPr>
        <p:spPr>
          <a:xfrm>
            <a:off x="7599372" y="4443422"/>
            <a:ext cx="3945470" cy="270000"/>
          </a:xfrm>
          <a:prstGeom prst="rect">
            <a:avLst/>
          </a:prstGeom>
        </p:spPr>
        <p:txBody>
          <a:bodyPr lIns="121725" tIns="60862" rIns="121725" bIns="60862"/>
          <a:lstStyle>
            <a:lvl1pPr marL="0" indent="0">
              <a:spcBef>
                <a:spcPts val="0"/>
              </a:spcBef>
              <a:buFontTx/>
              <a:buNone/>
              <a:defRPr sz="1900" i="1" spc="200" baseline="0">
                <a:solidFill>
                  <a:schemeClr val="bg1"/>
                </a:solidFill>
                <a:latin typeface="Arial"/>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Edit Master text styles</a:t>
            </a:r>
          </a:p>
        </p:txBody>
      </p:sp>
    </p:spTree>
    <p:extLst>
      <p:ext uri="{BB962C8B-B14F-4D97-AF65-F5344CB8AC3E}">
        <p14:creationId xmlns:p14="http://schemas.microsoft.com/office/powerpoint/2010/main" val="1092224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slide_red">
    <p:spTree>
      <p:nvGrpSpPr>
        <p:cNvPr id="1" name=""/>
        <p:cNvGrpSpPr/>
        <p:nvPr/>
      </p:nvGrpSpPr>
      <p:grpSpPr>
        <a:xfrm>
          <a:off x="0" y="0"/>
          <a:ext cx="0" cy="0"/>
          <a:chOff x="0" y="0"/>
          <a:chExt cx="0" cy="0"/>
        </a:xfrm>
      </p:grpSpPr>
      <p:pic>
        <p:nvPicPr>
          <p:cNvPr id="4" name="Image 1"/>
          <p:cNvPicPr>
            <a:picLocks noChangeAspect="1"/>
          </p:cNvPicPr>
          <p:nvPr/>
        </p:nvPicPr>
        <p:blipFill>
          <a:blip r:embed="rId2">
            <a:alphaModFix/>
            <a:extLst>
              <a:ext uri="{28A0092B-C50C-407E-A947-70E740481C1C}">
                <a14:useLocalDpi xmlns:a14="http://schemas.microsoft.com/office/drawing/2010/main"/>
              </a:ext>
            </a:extLst>
          </a:blip>
          <a:srcRect/>
          <a:stretch>
            <a:fillRect/>
          </a:stretch>
        </p:blipFill>
        <p:spPr bwMode="auto">
          <a:xfrm>
            <a:off x="0" y="-28575"/>
            <a:ext cx="12242800" cy="6886575"/>
          </a:xfrm>
          <a:prstGeom prst="rect">
            <a:avLst/>
          </a:prstGeom>
          <a:noFill/>
          <a:ln>
            <a:noFill/>
          </a:ln>
          <a:extLst>
            <a:ext uri="{909E8E84-426E-40dd-AFC4-6F175D3DCCD1}">
              <a14:hiddenFill xmlns="" xmlns:a14="http://schemas.microsoft.com/office/drawing/2010/main">
                <a:solidFill>
                  <a:srgbClr val="FFFFFF">
                    <a:alpha val="23137"/>
                  </a:srgbClr>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2"/>
          <p:cNvSpPr>
            <a:spLocks noChangeArrowheads="1"/>
          </p:cNvSpPr>
          <p:nvPr/>
        </p:nvSpPr>
        <p:spPr bwMode="auto">
          <a:xfrm>
            <a:off x="120650" y="5929313"/>
            <a:ext cx="8175625" cy="738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725" tIns="60862" rIns="121725" bIns="60862">
            <a:spAutoFit/>
          </a:bodyPr>
          <a:lstStyle/>
          <a:p>
            <a:r>
              <a:rPr lang="en-US" sz="1000" i="1">
                <a:solidFill>
                  <a:srgbClr val="FF8992"/>
                </a:solidFill>
                <a:latin typeface="Arial" charset="0"/>
                <a:cs typeface="Calibri" charset="0"/>
              </a:rPr>
              <a:t>The information contained in this document may contain confidential, proprietary and/or privileged material of either Wabtec Corporation or one of its subsidiaries. Any review, retransmission, dissemination or other use of, or taking of any action in reliance upon, this information by persons or entities other than the intended recipient is prohibited unless authorized in writing. If you have received this document in error, please contact the sender and delete the material from any system and destroy any copies.</a:t>
            </a:r>
            <a:endParaRPr lang="fr-FR" sz="1000">
              <a:solidFill>
                <a:srgbClr val="FF8992"/>
              </a:solidFill>
              <a:latin typeface="Arial" charset="0"/>
              <a:cs typeface="Calibri" charset="0"/>
            </a:endParaRPr>
          </a:p>
        </p:txBody>
      </p:sp>
      <p:pic>
        <p:nvPicPr>
          <p:cNvPr id="8" name="Picture 3" descr="Wabtec_logo.pdf"/>
          <p:cNvPicPr>
            <a:picLocks noChangeAspect="1"/>
          </p:cNvPicPr>
          <p:nvPr/>
        </p:nvPicPr>
        <p:blipFill>
          <a:blip r:embed="rId3" cstate="screen">
            <a:extLst>
              <a:ext uri="{28A0092B-C50C-407E-A947-70E740481C1C}">
                <a14:useLocalDpi xmlns:a14="http://schemas.microsoft.com/office/drawing/2010/main"/>
              </a:ext>
            </a:extLst>
          </a:blip>
          <a:srcRect b="61005"/>
          <a:stretch>
            <a:fillRect/>
          </a:stretch>
        </p:blipFill>
        <p:spPr bwMode="auto">
          <a:xfrm>
            <a:off x="8715375" y="4860925"/>
            <a:ext cx="3771900" cy="2070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itle"/>
          <p:cNvSpPr>
            <a:spLocks noGrp="1"/>
          </p:cNvSpPr>
          <p:nvPr>
            <p:ph type="title"/>
          </p:nvPr>
        </p:nvSpPr>
        <p:spPr>
          <a:xfrm>
            <a:off x="1280268" y="2519812"/>
            <a:ext cx="8562090" cy="680667"/>
          </a:xfrm>
          <a:prstGeom prst="rect">
            <a:avLst/>
          </a:prstGeom>
        </p:spPr>
        <p:txBody>
          <a:bodyPr lIns="121725" tIns="60862" rIns="121725" bIns="60862"/>
          <a:lstStyle>
            <a:lvl1pPr algn="l">
              <a:defRPr sz="4800" b="1" i="0" cap="none" spc="-200" baseline="0">
                <a:solidFill>
                  <a:schemeClr val="bg1"/>
                </a:solidFill>
                <a:latin typeface="Arian"/>
                <a:cs typeface="Arian"/>
              </a:defRPr>
            </a:lvl1pPr>
          </a:lstStyle>
          <a:p>
            <a:r>
              <a:rPr lang="en-US" noProof="0"/>
              <a:t>Click to edit Master title style</a:t>
            </a:r>
            <a:endParaRPr lang="en-US" noProof="0" dirty="0"/>
          </a:p>
        </p:txBody>
      </p:sp>
      <p:sp>
        <p:nvSpPr>
          <p:cNvPr id="7" name="Subtitle"/>
          <p:cNvSpPr>
            <a:spLocks noGrp="1"/>
          </p:cNvSpPr>
          <p:nvPr>
            <p:ph type="body" sz="quarter" idx="10"/>
          </p:nvPr>
        </p:nvSpPr>
        <p:spPr>
          <a:xfrm>
            <a:off x="1280268" y="3311752"/>
            <a:ext cx="7946276" cy="918433"/>
          </a:xfrm>
          <a:prstGeom prst="rect">
            <a:avLst/>
          </a:prstGeom>
        </p:spPr>
        <p:txBody>
          <a:bodyPr lIns="121725" tIns="60862" rIns="121725" bIns="60862"/>
          <a:lstStyle>
            <a:lvl1pPr marL="0" indent="0">
              <a:buFontTx/>
              <a:buNone/>
              <a:defRPr sz="2700" b="1" i="0" spc="200">
                <a:solidFill>
                  <a:srgbClr val="FFFFFF"/>
                </a:solidFill>
                <a:latin typeface="Arian"/>
                <a:cs typeface="Arian"/>
              </a:defRPr>
            </a:lvl1pPr>
          </a:lstStyle>
          <a:p>
            <a:pPr lvl="0"/>
            <a:r>
              <a:rPr lang="en-US" noProof="0"/>
              <a:t>Click to edit Master text styles</a:t>
            </a:r>
          </a:p>
        </p:txBody>
      </p:sp>
    </p:spTree>
    <p:extLst>
      <p:ext uri="{BB962C8B-B14F-4D97-AF65-F5344CB8AC3E}">
        <p14:creationId xmlns:p14="http://schemas.microsoft.com/office/powerpoint/2010/main" val="2629049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lide_grey">
    <p:spTree>
      <p:nvGrpSpPr>
        <p:cNvPr id="1" name=""/>
        <p:cNvGrpSpPr/>
        <p:nvPr/>
      </p:nvGrpSpPr>
      <p:grpSpPr>
        <a:xfrm>
          <a:off x="0" y="0"/>
          <a:ext cx="0" cy="0"/>
          <a:chOff x="0" y="0"/>
          <a:chExt cx="0" cy="0"/>
        </a:xfrm>
      </p:grpSpPr>
      <p:pic>
        <p:nvPicPr>
          <p:cNvPr id="4" name="Image 1"/>
          <p:cNvPicPr>
            <a:picLocks noChangeAspect="1"/>
          </p:cNvPicPr>
          <p:nvPr/>
        </p:nvPicPr>
        <p:blipFill>
          <a:blip r:embed="rId2">
            <a:alphaModFix amt="23000"/>
            <a:extLst>
              <a:ext uri="{28A0092B-C50C-407E-A947-70E740481C1C}">
                <a14:useLocalDpi xmlns:a14="http://schemas.microsoft.com/office/drawing/2010/main"/>
              </a:ext>
            </a:extLst>
          </a:blip>
          <a:srcRect/>
          <a:stretch>
            <a:fillRect/>
          </a:stretch>
        </p:blipFill>
        <p:spPr bwMode="auto">
          <a:xfrm>
            <a:off x="0" y="-28575"/>
            <a:ext cx="12242800" cy="6886575"/>
          </a:xfrm>
          <a:prstGeom prst="rect">
            <a:avLst/>
          </a:prstGeom>
          <a:noFill/>
          <a:ln>
            <a:noFill/>
          </a:ln>
          <a:extLst>
            <a:ext uri="{909E8E84-426E-40dd-AFC4-6F175D3DCCD1}">
              <a14:hiddenFill xmlns="" xmlns:a14="http://schemas.microsoft.com/office/drawing/2010/main">
                <a:solidFill>
                  <a:srgbClr val="FFFFFF">
                    <a:alpha val="23137"/>
                  </a:srgbClr>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2"/>
          <p:cNvSpPr>
            <a:spLocks noChangeArrowheads="1"/>
          </p:cNvSpPr>
          <p:nvPr/>
        </p:nvSpPr>
        <p:spPr bwMode="auto">
          <a:xfrm>
            <a:off x="120650" y="5929313"/>
            <a:ext cx="8175625" cy="738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725" tIns="60862" rIns="121725" bIns="60862">
            <a:spAutoFit/>
          </a:bodyPr>
          <a:lstStyle/>
          <a:p>
            <a:r>
              <a:rPr lang="en-US" sz="1000">
                <a:latin typeface="Arial" charset="0"/>
                <a:cs typeface="Calibri" charset="0"/>
              </a:rPr>
              <a:t>The information contained in this document may contain confidential, proprietary and/or privileged material of either Wabtec Corporation or one of its subsidiaries. Any review, retransmission, dissemination or other use of, or taking of any action in reliance upon, this information by persons or entities other than the intended recipient is prohibited unless authorized in writing. If you have received this document in error, please contact the sender and delete the material from any system and destroy any copies.</a:t>
            </a:r>
            <a:endParaRPr lang="fr-FR" sz="1000">
              <a:latin typeface="Arial" charset="0"/>
              <a:cs typeface="Calibri" charset="0"/>
            </a:endParaRPr>
          </a:p>
        </p:txBody>
      </p:sp>
      <p:pic>
        <p:nvPicPr>
          <p:cNvPr id="8" name="Picture 3" descr="Wabtec_logo.pdf"/>
          <p:cNvPicPr>
            <a:picLocks noChangeAspect="1"/>
          </p:cNvPicPr>
          <p:nvPr/>
        </p:nvPicPr>
        <p:blipFill>
          <a:blip r:embed="rId3" cstate="screen">
            <a:extLst>
              <a:ext uri="{28A0092B-C50C-407E-A947-70E740481C1C}">
                <a14:useLocalDpi xmlns:a14="http://schemas.microsoft.com/office/drawing/2010/main"/>
              </a:ext>
            </a:extLst>
          </a:blip>
          <a:srcRect b="61005"/>
          <a:stretch>
            <a:fillRect/>
          </a:stretch>
        </p:blipFill>
        <p:spPr bwMode="auto">
          <a:xfrm>
            <a:off x="8715375" y="4867275"/>
            <a:ext cx="3771900" cy="2070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itle"/>
          <p:cNvSpPr>
            <a:spLocks noGrp="1"/>
          </p:cNvSpPr>
          <p:nvPr>
            <p:ph type="title"/>
          </p:nvPr>
        </p:nvSpPr>
        <p:spPr>
          <a:xfrm>
            <a:off x="1280267" y="2519812"/>
            <a:ext cx="8503295" cy="680667"/>
          </a:xfrm>
          <a:prstGeom prst="rect">
            <a:avLst/>
          </a:prstGeom>
        </p:spPr>
        <p:txBody>
          <a:bodyPr lIns="121725" tIns="60862" rIns="121725" bIns="60862"/>
          <a:lstStyle>
            <a:lvl1pPr algn="l">
              <a:defRPr sz="4800" b="1" i="0" cap="none" spc="-200" baseline="0">
                <a:solidFill>
                  <a:schemeClr val="tx2"/>
                </a:solidFill>
                <a:latin typeface="Arian"/>
                <a:cs typeface="Arian"/>
              </a:defRPr>
            </a:lvl1pPr>
          </a:lstStyle>
          <a:p>
            <a:r>
              <a:rPr lang="en-US" noProof="0"/>
              <a:t>Click to edit Master title style</a:t>
            </a:r>
            <a:endParaRPr lang="en-US" noProof="0" dirty="0"/>
          </a:p>
        </p:txBody>
      </p:sp>
      <p:sp>
        <p:nvSpPr>
          <p:cNvPr id="7" name="Subtitle"/>
          <p:cNvSpPr>
            <a:spLocks noGrp="1"/>
          </p:cNvSpPr>
          <p:nvPr>
            <p:ph type="body" sz="quarter" idx="10"/>
          </p:nvPr>
        </p:nvSpPr>
        <p:spPr>
          <a:xfrm>
            <a:off x="1280267" y="3311752"/>
            <a:ext cx="8240253" cy="918433"/>
          </a:xfrm>
          <a:prstGeom prst="rect">
            <a:avLst/>
          </a:prstGeom>
        </p:spPr>
        <p:txBody>
          <a:bodyPr lIns="121725" tIns="60862" rIns="121725" bIns="60862"/>
          <a:lstStyle>
            <a:lvl1pPr marL="0" indent="0">
              <a:buFontTx/>
              <a:buNone/>
              <a:defRPr sz="2700" b="1" i="0" spc="200">
                <a:solidFill>
                  <a:srgbClr val="505150"/>
                </a:solidFill>
                <a:latin typeface="Arian"/>
                <a:cs typeface="Arian"/>
              </a:defRPr>
            </a:lvl1pPr>
          </a:lstStyle>
          <a:p>
            <a:pPr lvl="0"/>
            <a:r>
              <a:rPr lang="en-US" noProof="0"/>
              <a:t>Click to edit Master text styles</a:t>
            </a:r>
          </a:p>
        </p:txBody>
      </p:sp>
    </p:spTree>
    <p:extLst>
      <p:ext uri="{BB962C8B-B14F-4D97-AF65-F5344CB8AC3E}">
        <p14:creationId xmlns:p14="http://schemas.microsoft.com/office/powerpoint/2010/main" val="953059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CB73CCBD-EC4F-2B4D-A3FB-34A8816A0D68}" type="slidenum">
              <a:rPr lang="en-GB" sz="1000">
                <a:solidFill>
                  <a:srgbClr val="7F7F7F"/>
                </a:solidFill>
                <a:latin typeface="Tahoma"/>
                <a:cs typeface="Tahoma"/>
              </a:rPr>
              <a:pPr algn="r" defTabSz="1217249" fontAlgn="auto">
                <a:spcBef>
                  <a:spcPts val="0"/>
                </a:spcBef>
                <a:spcAft>
                  <a:spcPts val="0"/>
                </a:spcAft>
                <a:buFont typeface="Arial" pitchFamily="34" charset="0"/>
                <a:buNone/>
                <a:defRPr/>
              </a:pPr>
              <a:t>‹#›</a:t>
            </a:fld>
            <a:endParaRPr lang="en-GB" sz="1100" dirty="0">
              <a:solidFill>
                <a:srgbClr val="FF0000"/>
              </a:solidFill>
              <a:latin typeface="Tahoma"/>
              <a:cs typeface="Tahoma"/>
            </a:endParaRPr>
          </a:p>
        </p:txBody>
      </p:sp>
      <p:sp>
        <p:nvSpPr>
          <p:cNvPr id="7"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cs typeface="Calibri" charset="0"/>
              </a:rPr>
              <a:t>Confidential &amp; Proprietary</a:t>
            </a:r>
            <a:endParaRPr lang="fr-FR" sz="1000">
              <a:solidFill>
                <a:srgbClr val="505150"/>
              </a:solidFill>
            </a:endParaRPr>
          </a:p>
        </p:txBody>
      </p:sp>
      <p:sp>
        <p:nvSpPr>
          <p:cNvPr id="9" name="Content"/>
          <p:cNvSpPr>
            <a:spLocks noGrp="1"/>
          </p:cNvSpPr>
          <p:nvPr>
            <p:ph idx="1"/>
          </p:nvPr>
        </p:nvSpPr>
        <p:spPr>
          <a:xfrm>
            <a:off x="506613" y="1329002"/>
            <a:ext cx="11075678" cy="4966396"/>
          </a:xfrm>
          <a:prstGeom prst="rect">
            <a:avLst/>
          </a:prstGeom>
        </p:spPr>
        <p:txBody>
          <a:bodyPr lIns="121725" tIns="60862" rIns="121725" bIns="60862"/>
          <a:lstStyle>
            <a:lvl1pPr marL="274320" indent="-274320">
              <a:spcBef>
                <a:spcPts val="1200"/>
              </a:spcBef>
              <a:spcAft>
                <a:spcPts val="0"/>
              </a:spcAft>
              <a:buClrTx/>
              <a:buFont typeface="Arial"/>
              <a:buChar char="•"/>
              <a:defRPr sz="2400" b="1" i="0">
                <a:latin typeface="Tahoma (body)"/>
                <a:ea typeface="Tahoma" pitchFamily="34" charset="0"/>
                <a:cs typeface="Tahoma (body)"/>
              </a:defRPr>
            </a:lvl1pPr>
            <a:lvl2pPr marL="621792" indent="-292608">
              <a:spcBef>
                <a:spcPts val="1200"/>
              </a:spcBef>
              <a:spcAft>
                <a:spcPts val="0"/>
              </a:spcAft>
              <a:buClrTx/>
              <a:buFont typeface="Lucida Grande"/>
              <a:buChar char="-"/>
              <a:defRPr sz="2100">
                <a:latin typeface="Tahoma (body)"/>
                <a:ea typeface="Tahoma" pitchFamily="34" charset="0"/>
                <a:cs typeface="Tahoma (body)"/>
              </a:defRPr>
            </a:lvl2pPr>
            <a:lvl3pPr marL="969264" indent="-304312">
              <a:spcBef>
                <a:spcPts val="1200"/>
              </a:spcBef>
              <a:spcAft>
                <a:spcPts val="0"/>
              </a:spcAft>
              <a:buClrTx/>
              <a:buFont typeface="Lucida Grande"/>
              <a:buChar char="-"/>
              <a:defRPr sz="1900">
                <a:latin typeface="Tahoma (body)"/>
                <a:ea typeface="Tahoma" pitchFamily="34" charset="0"/>
                <a:cs typeface="Tahoma (body)"/>
              </a:defRPr>
            </a:lvl3pPr>
            <a:lvl4pPr marL="1307592" indent="-304312">
              <a:spcBef>
                <a:spcPts val="1200"/>
              </a:spcBef>
              <a:spcAft>
                <a:spcPts val="0"/>
              </a:spcAft>
              <a:buClrTx/>
              <a:buFont typeface="Lucida Grande"/>
              <a:buChar char="-"/>
              <a:defRPr sz="1900">
                <a:latin typeface="Tahoma (body)"/>
                <a:ea typeface="Tahoma" pitchFamily="34" charset="0"/>
                <a:cs typeface="Tahoma (body)"/>
              </a:defRPr>
            </a:lvl4pPr>
            <a:lvl5pPr marL="1645920" indent="-304312">
              <a:spcBef>
                <a:spcPts val="1200"/>
              </a:spcBef>
              <a:spcAft>
                <a:spcPts val="0"/>
              </a:spcAft>
              <a:buClrTx/>
              <a:buFont typeface="Lucida Grande"/>
              <a:buChar char="-"/>
              <a:defRPr sz="1900">
                <a:latin typeface="Tahoma (body)"/>
                <a:ea typeface="Tahoma" pitchFamily="34" charset="0"/>
                <a:cs typeface="Tahoma (body)"/>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p:cNvSpPr>
            <a:spLocks noGrp="1"/>
          </p:cNvSpPr>
          <p:nvPr>
            <p:ph type="title"/>
          </p:nvPr>
        </p:nvSpPr>
        <p:spPr>
          <a:xfrm>
            <a:off x="506613" y="0"/>
            <a:ext cx="11733927" cy="815354"/>
          </a:xfrm>
          <a:prstGeom prst="rect">
            <a:avLst/>
          </a:prstGeom>
        </p:spPr>
        <p:txBody>
          <a:bodyPr lIns="121725" tIns="60862" rIns="121725" bIns="60862" anchor="b" anchorCtr="0"/>
          <a:lstStyle>
            <a:lvl1pPr marL="0" indent="0" algn="l">
              <a:defRPr sz="3600" b="1" i="0" cap="none" spc="-100" baseline="0">
                <a:solidFill>
                  <a:schemeClr val="tx1"/>
                </a:solidFill>
                <a:latin typeface="Arial"/>
                <a:cs typeface="Arial"/>
              </a:defRPr>
            </a:lvl1pPr>
          </a:lstStyle>
          <a:p>
            <a:r>
              <a:rPr lang="en-US" noProof="0"/>
              <a:t>Click to edit Master title style</a:t>
            </a:r>
            <a:endParaRPr lang="en-US" noProof="0" dirty="0"/>
          </a:p>
        </p:txBody>
      </p:sp>
      <p:sp>
        <p:nvSpPr>
          <p:cNvPr id="21" name="Subtitle"/>
          <p:cNvSpPr>
            <a:spLocks noGrp="1"/>
          </p:cNvSpPr>
          <p:nvPr>
            <p:ph type="body" sz="quarter" idx="12"/>
          </p:nvPr>
        </p:nvSpPr>
        <p:spPr>
          <a:xfrm>
            <a:off x="506613" y="680979"/>
            <a:ext cx="11267190" cy="270000"/>
          </a:xfrm>
          <a:prstGeom prst="rect">
            <a:avLst/>
          </a:prstGeom>
        </p:spPr>
        <p:txBody>
          <a:bodyPr lIns="121725" tIns="60862" rIns="121725" bIns="60862"/>
          <a:lstStyle>
            <a:lvl1pPr marL="0" indent="0">
              <a:buFontTx/>
              <a:buNone/>
              <a:defRPr sz="1900" i="0" spc="200" baseline="0">
                <a:solidFill>
                  <a:schemeClr val="tx1"/>
                </a:solidFill>
                <a:latin typeface="Arial"/>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Click to edit Master text styles</a:t>
            </a:r>
          </a:p>
        </p:txBody>
      </p:sp>
    </p:spTree>
    <p:extLst>
      <p:ext uri="{BB962C8B-B14F-4D97-AF65-F5344CB8AC3E}">
        <p14:creationId xmlns:p14="http://schemas.microsoft.com/office/powerpoint/2010/main" val="37533787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blank">
    <p:spTree>
      <p:nvGrpSpPr>
        <p:cNvPr id="1" name=""/>
        <p:cNvGrpSpPr/>
        <p:nvPr/>
      </p:nvGrpSpPr>
      <p:grpSpPr>
        <a:xfrm>
          <a:off x="0" y="0"/>
          <a:ext cx="0" cy="0"/>
          <a:chOff x="0" y="0"/>
          <a:chExt cx="0" cy="0"/>
        </a:xfrm>
      </p:grpSpPr>
      <p:sp>
        <p:nvSpPr>
          <p:cNvPr id="4"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cs typeface="Calibri" charset="0"/>
              </a:rPr>
              <a:t>Confidential &amp; Proprietary</a:t>
            </a:r>
            <a:endParaRPr lang="fr-FR" sz="1000">
              <a:solidFill>
                <a:srgbClr val="505150"/>
              </a:solidFill>
            </a:endParaRPr>
          </a:p>
        </p:txBody>
      </p:sp>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F171574E-8CE2-3540-B51F-7B17F34DC495}" type="slidenum">
              <a:rPr lang="en-GB" sz="1000">
                <a:solidFill>
                  <a:srgbClr val="7F7F7F"/>
                </a:solidFill>
                <a:latin typeface="Tahoma"/>
                <a:cs typeface="Tahoma"/>
              </a:rPr>
              <a:pPr algn="r" defTabSz="1217249" fontAlgn="auto">
                <a:spcBef>
                  <a:spcPts val="0"/>
                </a:spcBef>
                <a:spcAft>
                  <a:spcPts val="0"/>
                </a:spcAft>
                <a:buFont typeface="Arial" pitchFamily="34" charset="0"/>
                <a:buNone/>
                <a:defRPr/>
              </a:pPr>
              <a:t>‹#›</a:t>
            </a:fld>
            <a:endParaRPr lang="en-GB" sz="1100" dirty="0">
              <a:solidFill>
                <a:srgbClr val="FF0000"/>
              </a:solidFill>
              <a:latin typeface="Tahoma"/>
              <a:cs typeface="Tahoma"/>
            </a:endParaRPr>
          </a:p>
        </p:txBody>
      </p:sp>
      <p:sp>
        <p:nvSpPr>
          <p:cNvPr id="30" name="Title"/>
          <p:cNvSpPr>
            <a:spLocks noGrp="1"/>
          </p:cNvSpPr>
          <p:nvPr>
            <p:ph type="title"/>
          </p:nvPr>
        </p:nvSpPr>
        <p:spPr>
          <a:xfrm>
            <a:off x="506613" y="0"/>
            <a:ext cx="11733927" cy="815354"/>
          </a:xfrm>
          <a:prstGeom prst="rect">
            <a:avLst/>
          </a:prstGeom>
        </p:spPr>
        <p:txBody>
          <a:bodyPr lIns="121725" tIns="60862" rIns="121725" bIns="60862" anchor="b" anchorCtr="0"/>
          <a:lstStyle>
            <a:lvl1pPr marL="0" indent="0" algn="l">
              <a:defRPr sz="3600" b="1" i="0" cap="none" spc="-100" baseline="0">
                <a:solidFill>
                  <a:schemeClr val="tx1"/>
                </a:solidFill>
                <a:latin typeface="Arial"/>
                <a:cs typeface="Arial"/>
              </a:defRPr>
            </a:lvl1pPr>
          </a:lstStyle>
          <a:p>
            <a:r>
              <a:rPr lang="en-US" noProof="0"/>
              <a:t>Click to edit Master title style</a:t>
            </a:r>
            <a:endParaRPr lang="en-US" noProof="0" dirty="0"/>
          </a:p>
        </p:txBody>
      </p:sp>
      <p:sp>
        <p:nvSpPr>
          <p:cNvPr id="31" name="Subtitle"/>
          <p:cNvSpPr>
            <a:spLocks noGrp="1"/>
          </p:cNvSpPr>
          <p:nvPr>
            <p:ph type="body" sz="quarter" idx="12"/>
          </p:nvPr>
        </p:nvSpPr>
        <p:spPr>
          <a:xfrm>
            <a:off x="506613" y="680979"/>
            <a:ext cx="11267190" cy="270000"/>
          </a:xfrm>
          <a:prstGeom prst="rect">
            <a:avLst/>
          </a:prstGeom>
        </p:spPr>
        <p:txBody>
          <a:bodyPr lIns="121725" tIns="60862" rIns="121725" bIns="60862"/>
          <a:lstStyle>
            <a:lvl1pPr marL="0" indent="0">
              <a:buFontTx/>
              <a:buNone/>
              <a:defRPr sz="1900" i="0" spc="200" baseline="0">
                <a:solidFill>
                  <a:srgbClr val="505150"/>
                </a:solidFill>
                <a:latin typeface="Arial"/>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Click to edit Master text styles</a:t>
            </a:r>
          </a:p>
        </p:txBody>
      </p:sp>
    </p:spTree>
    <p:extLst>
      <p:ext uri="{BB962C8B-B14F-4D97-AF65-F5344CB8AC3E}">
        <p14:creationId xmlns:p14="http://schemas.microsoft.com/office/powerpoint/2010/main" val="1159149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witout title">
    <p:spTree>
      <p:nvGrpSpPr>
        <p:cNvPr id="1" name=""/>
        <p:cNvGrpSpPr/>
        <p:nvPr/>
      </p:nvGrpSpPr>
      <p:grpSpPr>
        <a:xfrm>
          <a:off x="0" y="0"/>
          <a:ext cx="0" cy="0"/>
          <a:chOff x="0" y="0"/>
          <a:chExt cx="0" cy="0"/>
        </a:xfrm>
      </p:grpSpPr>
      <p:sp>
        <p:nvSpPr>
          <p:cNvPr id="3"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cs typeface="Calibri" charset="0"/>
              </a:rPr>
              <a:t>Confidential &amp; Proprietary</a:t>
            </a:r>
            <a:endParaRPr lang="fr-FR" sz="1000">
              <a:solidFill>
                <a:srgbClr val="505150"/>
              </a:solidFill>
            </a:endParaRPr>
          </a:p>
        </p:txBody>
      </p:sp>
      <p:pic>
        <p:nvPicPr>
          <p:cNvPr id="4"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44D80DC7-73FF-5B4E-AEE5-8F1CCA53B9AB}" type="slidenum">
              <a:rPr lang="en-GB" sz="1000">
                <a:solidFill>
                  <a:srgbClr val="7F7F7F"/>
                </a:solidFill>
                <a:latin typeface="Tahoma"/>
                <a:cs typeface="Tahoma"/>
              </a:rPr>
              <a:pPr algn="r" defTabSz="1217249" fontAlgn="auto">
                <a:spcBef>
                  <a:spcPts val="0"/>
                </a:spcBef>
                <a:spcAft>
                  <a:spcPts val="0"/>
                </a:spcAft>
                <a:buFont typeface="Arial" pitchFamily="34" charset="0"/>
                <a:buNone/>
                <a:defRPr/>
              </a:pPr>
              <a:t>‹#›</a:t>
            </a:fld>
            <a:endParaRPr lang="en-GB" sz="1100" dirty="0">
              <a:solidFill>
                <a:srgbClr val="FF0000"/>
              </a:solidFill>
              <a:latin typeface="Tahoma"/>
              <a:cs typeface="Tahoma"/>
            </a:endParaRPr>
          </a:p>
        </p:txBody>
      </p:sp>
      <p:sp>
        <p:nvSpPr>
          <p:cNvPr id="9" name="Content"/>
          <p:cNvSpPr>
            <a:spLocks noGrp="1"/>
          </p:cNvSpPr>
          <p:nvPr>
            <p:ph idx="1"/>
          </p:nvPr>
        </p:nvSpPr>
        <p:spPr>
          <a:xfrm>
            <a:off x="608092" y="1132771"/>
            <a:ext cx="10945654" cy="4993399"/>
          </a:xfrm>
          <a:prstGeom prst="rect">
            <a:avLst/>
          </a:prstGeom>
        </p:spPr>
        <p:txBody>
          <a:bodyPr lIns="121725" tIns="60862" rIns="121725" bIns="60862"/>
          <a:lstStyle>
            <a:lvl1pPr>
              <a:buClrTx/>
              <a:buNone/>
              <a:defRPr sz="2400" b="1" i="0">
                <a:latin typeface="Tahoma (body)"/>
                <a:ea typeface="Tahoma" pitchFamily="34" charset="0"/>
                <a:cs typeface="Tahoma (body)"/>
              </a:defRPr>
            </a:lvl1pPr>
            <a:lvl2pPr marL="347472" indent="-292608">
              <a:buClrTx/>
              <a:buFont typeface="Arial"/>
              <a:buChar char="•"/>
              <a:defRPr sz="2100">
                <a:latin typeface="Tahoma (body)"/>
                <a:ea typeface="Tahoma" pitchFamily="34" charset="0"/>
                <a:cs typeface="Tahoma (body)"/>
              </a:defRPr>
            </a:lvl2pPr>
            <a:lvl3pPr marL="694944" indent="-301752">
              <a:buClrTx/>
              <a:buFont typeface="Arial" pitchFamily="34" charset="0"/>
              <a:buChar char="−"/>
              <a:defRPr sz="1900">
                <a:latin typeface="Tahoma (body)"/>
                <a:ea typeface="Tahoma" pitchFamily="34" charset="0"/>
                <a:cs typeface="Tahoma (body)"/>
              </a:defRPr>
            </a:lvl3pPr>
            <a:lvl4pPr marL="1033272" indent="-304312">
              <a:buClrTx/>
              <a:buFont typeface="Lucida Grande"/>
              <a:buChar char="-"/>
              <a:defRPr sz="1900">
                <a:latin typeface="Tahoma (body)"/>
                <a:ea typeface="Tahoma" pitchFamily="34" charset="0"/>
                <a:cs typeface="Tahoma (body)"/>
              </a:defRPr>
            </a:lvl4pPr>
            <a:lvl5pPr marL="1371600" indent="-304312">
              <a:buClrTx/>
              <a:buFont typeface="Lucida Grande"/>
              <a:buChar char="-"/>
              <a:defRPr sz="1900">
                <a:latin typeface="Tahoma (body)"/>
                <a:ea typeface="Tahoma" pitchFamily="34" charset="0"/>
                <a:cs typeface="Tahoma (body)"/>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5451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ogo slide_white">
    <p:spTree>
      <p:nvGrpSpPr>
        <p:cNvPr id="1" name=""/>
        <p:cNvGrpSpPr/>
        <p:nvPr/>
      </p:nvGrpSpPr>
      <p:grpSpPr>
        <a:xfrm>
          <a:off x="0" y="0"/>
          <a:ext cx="0" cy="0"/>
          <a:chOff x="0" y="0"/>
          <a:chExt cx="0" cy="0"/>
        </a:xfrm>
      </p:grpSpPr>
      <p:pic>
        <p:nvPicPr>
          <p:cNvPr id="2"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3889375" y="2474913"/>
            <a:ext cx="5240338" cy="1873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72720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ogo_slide_red">
    <p:bg>
      <p:bgPr>
        <a:solidFill>
          <a:schemeClr val="tx2"/>
        </a:solidFill>
        <a:effectLst/>
      </p:bgPr>
    </p:bg>
    <p:spTree>
      <p:nvGrpSpPr>
        <p:cNvPr id="1" name=""/>
        <p:cNvGrpSpPr/>
        <p:nvPr/>
      </p:nvGrpSpPr>
      <p:grpSpPr>
        <a:xfrm>
          <a:off x="0" y="0"/>
          <a:ext cx="0" cy="0"/>
          <a:chOff x="0" y="0"/>
          <a:chExt cx="0" cy="0"/>
        </a:xfrm>
      </p:grpSpPr>
      <p:pic>
        <p:nvPicPr>
          <p:cNvPr id="2" name="Image 5"/>
          <p:cNvPicPr>
            <a:picLocks noChangeAspect="1"/>
          </p:cNvPicPr>
          <p:nvPr/>
        </p:nvPicPr>
        <p:blipFill>
          <a:blip r:embed="rId2" cstate="screen">
            <a:extLst>
              <a:ext uri="{28A0092B-C50C-407E-A947-70E740481C1C}">
                <a14:useLocalDpi xmlns:a14="http://schemas.microsoft.com/office/drawing/2010/main"/>
              </a:ext>
            </a:extLst>
          </a:blip>
          <a:srcRect t="81847"/>
          <a:stretch>
            <a:fillRect/>
          </a:stretch>
        </p:blipFill>
        <p:spPr bwMode="auto">
          <a:xfrm>
            <a:off x="4192588" y="2306638"/>
            <a:ext cx="3814762" cy="15033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7281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re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Picture 1" descr="Wabtec_logo.pdf"/>
          <p:cNvPicPr>
            <a:picLocks noChangeAspect="1"/>
          </p:cNvPicPr>
          <p:nvPr/>
        </p:nvPicPr>
        <p:blipFill>
          <a:blip r:embed="rId3" cstate="screen">
            <a:extLst>
              <a:ext uri="{28A0092B-C50C-407E-A947-70E740481C1C}">
                <a14:useLocalDpi xmlns:a14="http://schemas.microsoft.com/office/drawing/2010/main"/>
              </a:ext>
            </a:extLst>
          </a:blip>
          <a:srcRect l="17250" t="13441" r="-1193" b="65245"/>
          <a:stretch>
            <a:fillRect/>
          </a:stretch>
        </p:blipFill>
        <p:spPr bwMode="auto">
          <a:xfrm>
            <a:off x="10598150" y="6299200"/>
            <a:ext cx="1563688"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Title"/>
          <p:cNvSpPr>
            <a:spLocks noGrp="1"/>
          </p:cNvSpPr>
          <p:nvPr>
            <p:ph type="title"/>
          </p:nvPr>
        </p:nvSpPr>
        <p:spPr>
          <a:xfrm>
            <a:off x="2576183" y="3736098"/>
            <a:ext cx="9585656" cy="1731039"/>
          </a:xfrm>
          <a:prstGeom prst="rect">
            <a:avLst/>
          </a:prstGeom>
        </p:spPr>
        <p:txBody>
          <a:bodyPr lIns="121725" tIns="60862" rIns="121725" bIns="60862"/>
          <a:lstStyle>
            <a:lvl1pPr algn="l">
              <a:defRPr sz="4500" b="1" i="0" cap="none" spc="-200" baseline="0">
                <a:latin typeface="Arial"/>
                <a:cs typeface="Aria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371563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grey">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Picture 1" descr="Wabtec_logo.pdf"/>
          <p:cNvPicPr>
            <a:picLocks noChangeAspect="1"/>
          </p:cNvPicPr>
          <p:nvPr/>
        </p:nvPicPr>
        <p:blipFill>
          <a:blip r:embed="rId3" cstate="screen">
            <a:extLst>
              <a:ext uri="{28A0092B-C50C-407E-A947-70E740481C1C}">
                <a14:useLocalDpi xmlns:a14="http://schemas.microsoft.com/office/drawing/2010/main"/>
              </a:ext>
            </a:extLst>
          </a:blip>
          <a:srcRect l="17250" t="13441" r="-1193" b="65245"/>
          <a:stretch>
            <a:fillRect/>
          </a:stretch>
        </p:blipFill>
        <p:spPr bwMode="auto">
          <a:xfrm>
            <a:off x="10598150" y="6299200"/>
            <a:ext cx="1563688"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Title"/>
          <p:cNvSpPr>
            <a:spLocks noGrp="1"/>
          </p:cNvSpPr>
          <p:nvPr>
            <p:ph type="title"/>
          </p:nvPr>
        </p:nvSpPr>
        <p:spPr>
          <a:xfrm>
            <a:off x="2576183" y="3736098"/>
            <a:ext cx="9585656" cy="1731039"/>
          </a:xfrm>
          <a:prstGeom prst="rect">
            <a:avLst/>
          </a:prstGeom>
        </p:spPr>
        <p:txBody>
          <a:bodyPr lIns="121725" tIns="60862" rIns="121725" bIns="60862"/>
          <a:lstStyle>
            <a:lvl1pPr algn="l">
              <a:defRPr sz="4500" b="1" i="0" cap="none" spc="-200" baseline="0">
                <a:latin typeface="Arial"/>
                <a:cs typeface="Aria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4945180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cceleratingFutureOfTransportation">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24148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4" name="Pict"/>
          <p:cNvSpPr txBox="1">
            <a:spLocks/>
          </p:cNvSpPr>
          <p:nvPr/>
        </p:nvSpPr>
        <p:spPr>
          <a:xfrm>
            <a:off x="7061200" y="3767138"/>
            <a:ext cx="768350" cy="755650"/>
          </a:xfrm>
          <a:prstGeom prst="rect">
            <a:avLst/>
          </a:prstGeom>
        </p:spPr>
        <p:txBody>
          <a:bodyPr lIns="121725" tIns="60862" rIns="121725" bIns="60862"/>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608625" fontAlgn="auto">
              <a:spcAft>
                <a:spcPts val="0"/>
              </a:spcAft>
              <a:defRPr/>
            </a:pPr>
            <a:r>
              <a:rPr lang="fr-FR" sz="3700" b="1" spc="-200" dirty="0">
                <a:solidFill>
                  <a:schemeClr val="bg1"/>
                </a:solidFill>
                <a:latin typeface="Arial"/>
                <a:cs typeface="Arial"/>
              </a:rPr>
              <a:t>///</a:t>
            </a:r>
          </a:p>
        </p:txBody>
      </p:sp>
      <p:sp>
        <p:nvSpPr>
          <p:cNvPr id="10" name="Title"/>
          <p:cNvSpPr>
            <a:spLocks noGrp="1"/>
          </p:cNvSpPr>
          <p:nvPr>
            <p:ph type="title"/>
          </p:nvPr>
        </p:nvSpPr>
        <p:spPr>
          <a:xfrm>
            <a:off x="7599372" y="3762443"/>
            <a:ext cx="4384157" cy="815354"/>
          </a:xfrm>
          <a:prstGeom prst="rect">
            <a:avLst/>
          </a:prstGeom>
        </p:spPr>
        <p:txBody>
          <a:bodyPr lIns="121725" tIns="60862" rIns="121725" bIns="60862" anchor="b" anchorCtr="0"/>
          <a:lstStyle>
            <a:lvl1pPr marL="0" indent="0" algn="l">
              <a:spcBef>
                <a:spcPts val="0"/>
              </a:spcBef>
              <a:defRPr sz="3600" b="1" i="0" cap="none" spc="-100" baseline="0">
                <a:solidFill>
                  <a:schemeClr val="bg1"/>
                </a:solidFill>
                <a:latin typeface="Arial"/>
                <a:cs typeface="Arial"/>
              </a:defRPr>
            </a:lvl1pPr>
          </a:lstStyle>
          <a:p>
            <a:r>
              <a:rPr lang="en-US" noProof="0"/>
              <a:t>Click to edit Master title style</a:t>
            </a:r>
            <a:endParaRPr lang="en-US" noProof="0" dirty="0"/>
          </a:p>
        </p:txBody>
      </p:sp>
      <p:sp>
        <p:nvSpPr>
          <p:cNvPr id="11" name="Subtitle"/>
          <p:cNvSpPr>
            <a:spLocks noGrp="1"/>
          </p:cNvSpPr>
          <p:nvPr>
            <p:ph type="body" sz="quarter" idx="12"/>
          </p:nvPr>
        </p:nvSpPr>
        <p:spPr>
          <a:xfrm>
            <a:off x="7599372" y="4443422"/>
            <a:ext cx="3945470" cy="270000"/>
          </a:xfrm>
          <a:prstGeom prst="rect">
            <a:avLst/>
          </a:prstGeom>
        </p:spPr>
        <p:txBody>
          <a:bodyPr lIns="121725" tIns="60862" rIns="121725" bIns="60862"/>
          <a:lstStyle>
            <a:lvl1pPr marL="0" indent="0">
              <a:spcBef>
                <a:spcPts val="0"/>
              </a:spcBef>
              <a:buFontTx/>
              <a:buNone/>
              <a:defRPr sz="1900" i="1" spc="200" baseline="0">
                <a:solidFill>
                  <a:schemeClr val="bg1"/>
                </a:solidFill>
                <a:latin typeface="Arial"/>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Click to edit Master text styles</a:t>
            </a:r>
          </a:p>
        </p:txBody>
      </p:sp>
    </p:spTree>
    <p:extLst>
      <p:ext uri="{BB962C8B-B14F-4D97-AF65-F5344CB8AC3E}">
        <p14:creationId xmlns:p14="http://schemas.microsoft.com/office/powerpoint/2010/main" val="32013366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4075" y="1649414"/>
            <a:ext cx="9238537" cy="664797"/>
          </a:xfrm>
        </p:spPr>
        <p:txBody>
          <a:bodyPr wrap="square" anchor="t" anchorCtr="0">
            <a:spAutoFit/>
          </a:bodyPr>
          <a:lstStyle>
            <a:lvl1pPr>
              <a:lnSpc>
                <a:spcPct val="90000"/>
              </a:lnSpc>
              <a:defRPr sz="4788">
                <a:solidFill>
                  <a:schemeClr val="bg1"/>
                </a:solidFill>
              </a:defRPr>
            </a:lvl1pPr>
          </a:lstStyle>
          <a:p>
            <a:r>
              <a:rPr lang="en-US" dirty="0"/>
              <a:t>Section Title</a:t>
            </a:r>
            <a:endParaRPr lang="en-CA" dirty="0"/>
          </a:p>
        </p:txBody>
      </p:sp>
    </p:spTree>
    <p:extLst>
      <p:ext uri="{BB962C8B-B14F-4D97-AF65-F5344CB8AC3E}">
        <p14:creationId xmlns:p14="http://schemas.microsoft.com/office/powerpoint/2010/main" val="34369197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and Content - No Rule">
    <p:spTree>
      <p:nvGrpSpPr>
        <p:cNvPr id="1" name=""/>
        <p:cNvGrpSpPr/>
        <p:nvPr/>
      </p:nvGrpSpPr>
      <p:grpSpPr>
        <a:xfrm>
          <a:off x="0" y="0"/>
          <a:ext cx="0" cy="0"/>
          <a:chOff x="0" y="0"/>
          <a:chExt cx="0" cy="0"/>
        </a:xfrm>
      </p:grpSpPr>
      <p:sp>
        <p:nvSpPr>
          <p:cNvPr id="19" name="Content Placeholder 6"/>
          <p:cNvSpPr>
            <a:spLocks noGrp="1"/>
          </p:cNvSpPr>
          <p:nvPr>
            <p:ph sz="quarter" idx="13"/>
          </p:nvPr>
        </p:nvSpPr>
        <p:spPr>
          <a:xfrm>
            <a:off x="494075" y="1602754"/>
            <a:ext cx="11173689" cy="4324756"/>
          </a:xfrm>
        </p:spPr>
        <p:txBody>
          <a:bodyPr/>
          <a:lstStyle>
            <a:lvl1pPr>
              <a:defRPr>
                <a:solidFill>
                  <a:schemeClr val="accent3"/>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8" name="Slide Number Placeholder 5"/>
          <p:cNvSpPr>
            <a:spLocks noGrp="1"/>
          </p:cNvSpPr>
          <p:nvPr>
            <p:ph type="sldNum" sz="quarter" idx="4"/>
          </p:nvPr>
        </p:nvSpPr>
        <p:spPr>
          <a:xfrm>
            <a:off x="11342901" y="6432462"/>
            <a:ext cx="328821" cy="182880"/>
          </a:xfrm>
          <a:prstGeom prst="rect">
            <a:avLst/>
          </a:prstGeom>
        </p:spPr>
        <p:txBody>
          <a:bodyPr vert="horz" lIns="0" tIns="0" rIns="0" bIns="0" rtlCol="0" anchor="t" anchorCtr="0">
            <a:noAutofit/>
          </a:bodyPr>
          <a:lstStyle>
            <a:lvl1pPr algn="r">
              <a:defRPr sz="998">
                <a:solidFill>
                  <a:schemeClr val="accent2"/>
                </a:solidFill>
              </a:defRPr>
            </a:lvl1pPr>
          </a:lstStyle>
          <a:p>
            <a:fld id="{00E6A5BD-C011-4A45-AA3A-201790FB7F2B}" type="slidenum">
              <a:rPr lang="en-CA" smtClean="0"/>
              <a:pPr/>
              <a:t>‹#›</a:t>
            </a:fld>
            <a:endParaRPr lang="en-CA" dirty="0"/>
          </a:p>
        </p:txBody>
      </p:sp>
      <p:sp>
        <p:nvSpPr>
          <p:cNvPr id="9" name="Date Placeholder 3"/>
          <p:cNvSpPr>
            <a:spLocks noGrp="1"/>
          </p:cNvSpPr>
          <p:nvPr>
            <p:ph type="dt" sz="half" idx="2"/>
          </p:nvPr>
        </p:nvSpPr>
        <p:spPr>
          <a:xfrm>
            <a:off x="4587248" y="6432462"/>
            <a:ext cx="1667073" cy="182880"/>
          </a:xfrm>
          <a:prstGeom prst="rect">
            <a:avLst/>
          </a:prstGeom>
        </p:spPr>
        <p:txBody>
          <a:bodyPr vert="horz" lIns="0" tIns="0" rIns="0" bIns="0" rtlCol="0" anchor="t" anchorCtr="0">
            <a:noAutofit/>
          </a:bodyPr>
          <a:lstStyle>
            <a:lvl1pPr algn="l">
              <a:defRPr sz="998">
                <a:solidFill>
                  <a:schemeClr val="accent2"/>
                </a:solidFill>
              </a:defRPr>
            </a:lvl1pPr>
          </a:lstStyle>
          <a:p>
            <a:fld id="{624BD2F2-DBEC-451E-B2D0-B806E49A2A3C}" type="datetime4">
              <a:rPr lang="en-US" smtClean="0"/>
              <a:t>August 27, 2026</a:t>
            </a:fld>
            <a:endParaRPr lang="en-CA" dirty="0"/>
          </a:p>
        </p:txBody>
      </p:sp>
      <p:sp>
        <p:nvSpPr>
          <p:cNvPr id="10" name="Footer Placeholder 7"/>
          <p:cNvSpPr>
            <a:spLocks noGrp="1"/>
          </p:cNvSpPr>
          <p:nvPr>
            <p:ph type="ftr" sz="quarter" idx="3"/>
          </p:nvPr>
        </p:nvSpPr>
        <p:spPr>
          <a:xfrm>
            <a:off x="1266066" y="6432462"/>
            <a:ext cx="3221597" cy="182880"/>
          </a:xfrm>
          <a:prstGeom prst="rect">
            <a:avLst/>
          </a:prstGeom>
        </p:spPr>
        <p:txBody>
          <a:bodyPr vert="horz" lIns="0" tIns="0" rIns="0" bIns="0" rtlCol="0" anchor="t" anchorCtr="0"/>
          <a:lstStyle>
            <a:lvl1pPr algn="r">
              <a:defRPr sz="998">
                <a:solidFill>
                  <a:schemeClr val="tx1"/>
                </a:solidFill>
              </a:defRPr>
            </a:lvl1pPr>
          </a:lstStyle>
          <a:p>
            <a:endParaRPr lang="en-US" dirty="0"/>
          </a:p>
        </p:txBody>
      </p:sp>
      <p:sp>
        <p:nvSpPr>
          <p:cNvPr id="7" name="Rectangle 6"/>
          <p:cNvSpPr/>
          <p:nvPr userDrawn="1"/>
        </p:nvSpPr>
        <p:spPr>
          <a:xfrm>
            <a:off x="6406427" y="6432462"/>
            <a:ext cx="4592882" cy="18288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394">
              <a:ln>
                <a:noFill/>
              </a:ln>
              <a:solidFill>
                <a:schemeClr val="bg1"/>
              </a:solidFill>
            </a:endParaRPr>
          </a:p>
        </p:txBody>
      </p:sp>
    </p:spTree>
    <p:extLst>
      <p:ext uri="{BB962C8B-B14F-4D97-AF65-F5344CB8AC3E}">
        <p14:creationId xmlns:p14="http://schemas.microsoft.com/office/powerpoint/2010/main" val="15903100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2EFC2B-8F7D-E748-A4C1-B0CDC57559F3}"/>
              </a:ext>
            </a:extLst>
          </p:cNvPr>
          <p:cNvSpPr/>
          <p:nvPr userDrawn="1"/>
        </p:nvSpPr>
        <p:spPr>
          <a:xfrm>
            <a:off x="5988555" y="3105838"/>
            <a:ext cx="184731" cy="646331"/>
          </a:xfrm>
          <a:prstGeom prst="rect">
            <a:avLst/>
          </a:prstGeom>
          <a:solidFill>
            <a:schemeClr val="bg1"/>
          </a:solidFill>
        </p:spPr>
        <p:txBody>
          <a:bodyPr wrap="square" rtlCol="0" anchor="ctr">
            <a:spAutoFit/>
          </a:bodyPr>
          <a:lstStyle/>
          <a:p>
            <a:pPr algn="ctr"/>
            <a:endParaRPr lang="en-US" sz="3582" b="1" spc="-150" dirty="0">
              <a:solidFill>
                <a:srgbClr val="FFFFFF"/>
              </a:solidFill>
              <a:latin typeface="Arial" pitchFamily="34" charset="0"/>
              <a:cs typeface="Arial" pitchFamily="34" charset="0"/>
            </a:endParaRPr>
          </a:p>
        </p:txBody>
      </p:sp>
    </p:spTree>
    <p:extLst>
      <p:ext uri="{BB962C8B-B14F-4D97-AF65-F5344CB8AC3E}">
        <p14:creationId xmlns:p14="http://schemas.microsoft.com/office/powerpoint/2010/main" val="30504996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A69F942-079D-B141-BFFD-761565A1DA68}"/>
              </a:ext>
            </a:extLst>
          </p:cNvPr>
          <p:cNvSpPr/>
          <p:nvPr userDrawn="1"/>
        </p:nvSpPr>
        <p:spPr>
          <a:xfrm>
            <a:off x="0" y="800220"/>
            <a:ext cx="12161838" cy="644920"/>
          </a:xfrm>
          <a:prstGeom prst="rect">
            <a:avLst/>
          </a:prstGeom>
          <a:solidFill>
            <a:schemeClr val="bg2">
              <a:lumMod val="10000"/>
            </a:schemeClr>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3" name="Rectangle 2">
            <a:extLst>
              <a:ext uri="{FF2B5EF4-FFF2-40B4-BE49-F238E27FC236}">
                <a16:creationId xmlns:a16="http://schemas.microsoft.com/office/drawing/2014/main" id="{2F14FC6A-EED9-E44F-AEF8-53B3967ABE1A}"/>
              </a:ext>
            </a:extLst>
          </p:cNvPr>
          <p:cNvSpPr/>
          <p:nvPr userDrawn="1"/>
        </p:nvSpPr>
        <p:spPr>
          <a:xfrm>
            <a:off x="640079" y="16846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CB88D2E-DAB7-F842-9A6E-0E2EB120D065}"/>
              </a:ext>
            </a:extLst>
          </p:cNvPr>
          <p:cNvSpPr>
            <a:spLocks noGrp="1"/>
          </p:cNvSpPr>
          <p:nvPr>
            <p:ph type="body" sz="quarter" idx="14"/>
          </p:nvPr>
        </p:nvSpPr>
        <p:spPr>
          <a:xfrm>
            <a:off x="64008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19" name="Title 1">
            <a:extLst>
              <a:ext uri="{FF2B5EF4-FFF2-40B4-BE49-F238E27FC236}">
                <a16:creationId xmlns:a16="http://schemas.microsoft.com/office/drawing/2014/main" id="{F666C84A-E025-3E4B-888D-A8A6704ED762}"/>
              </a:ext>
            </a:extLst>
          </p:cNvPr>
          <p:cNvSpPr>
            <a:spLocks noGrp="1"/>
          </p:cNvSpPr>
          <p:nvPr>
            <p:ph type="title"/>
          </p:nvPr>
        </p:nvSpPr>
        <p:spPr>
          <a:xfrm>
            <a:off x="640081" y="1122680"/>
            <a:ext cx="5669279" cy="1137920"/>
          </a:xfrm>
        </p:spPr>
        <p:txBody>
          <a:bodyPr/>
          <a:lstStyle>
            <a:lvl1pPr>
              <a:lnSpc>
                <a:spcPct val="90000"/>
              </a:lnSpc>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5155925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309E7AB-3959-D843-8C2E-AE3365E479FA}"/>
              </a:ext>
            </a:extLst>
          </p:cNvPr>
          <p:cNvSpPr/>
          <p:nvPr userDrawn="1"/>
        </p:nvSpPr>
        <p:spPr>
          <a:xfrm>
            <a:off x="1392554" y="2363025"/>
            <a:ext cx="548640" cy="644920"/>
          </a:xfrm>
          <a:prstGeom prst="rect">
            <a:avLst/>
          </a:prstGeom>
          <a:solidFill>
            <a:schemeClr val="bg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A20A33B5-4649-DC47-A824-031B9B701DF0}"/>
              </a:ext>
            </a:extLst>
          </p:cNvPr>
          <p:cNvSpPr>
            <a:spLocks noGrp="1"/>
          </p:cNvSpPr>
          <p:nvPr>
            <p:ph type="body" sz="quarter" idx="14"/>
          </p:nvPr>
        </p:nvSpPr>
        <p:spPr>
          <a:xfrm>
            <a:off x="1392556" y="3017520"/>
            <a:ext cx="3657600" cy="182880"/>
          </a:xfrm>
        </p:spPr>
        <p:txBody>
          <a:bodyPr/>
          <a:lstStyle>
            <a:lvl1pPr marL="0" indent="0">
              <a:buNone/>
              <a:defRPr sz="1097" b="1" cap="all" spc="299" baseline="0">
                <a:solidFill>
                  <a:schemeClr val="bg1"/>
                </a:solidFill>
              </a:defRPr>
            </a:lvl1pPr>
          </a:lstStyle>
          <a:p>
            <a:pPr lvl="0"/>
            <a:endParaRPr lang="en-US" dirty="0"/>
          </a:p>
        </p:txBody>
      </p:sp>
      <p:sp>
        <p:nvSpPr>
          <p:cNvPr id="7" name="Title 1">
            <a:extLst>
              <a:ext uri="{FF2B5EF4-FFF2-40B4-BE49-F238E27FC236}">
                <a16:creationId xmlns:a16="http://schemas.microsoft.com/office/drawing/2014/main" id="{5659A074-DAE4-AA41-8E5C-8283986188A7}"/>
              </a:ext>
            </a:extLst>
          </p:cNvPr>
          <p:cNvSpPr>
            <a:spLocks noGrp="1"/>
          </p:cNvSpPr>
          <p:nvPr>
            <p:ph type="title"/>
          </p:nvPr>
        </p:nvSpPr>
        <p:spPr>
          <a:xfrm>
            <a:off x="1392555" y="3215640"/>
            <a:ext cx="3657600" cy="1051560"/>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3462466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Content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216B7BD-D344-0E4F-B0F0-7ACEF72284BB}"/>
              </a:ext>
            </a:extLst>
          </p:cNvPr>
          <p:cNvSpPr/>
          <p:nvPr userDrawn="1"/>
        </p:nvSpPr>
        <p:spPr>
          <a:xfrm>
            <a:off x="0" y="866260"/>
            <a:ext cx="12161838" cy="644920"/>
          </a:xfrm>
          <a:prstGeom prst="rect">
            <a:avLst/>
          </a:prstGeom>
          <a:solidFill>
            <a:schemeClr val="bg2">
              <a:lumMod val="10000"/>
            </a:schemeClr>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10" name="Rectangle 9">
            <a:extLst>
              <a:ext uri="{FF2B5EF4-FFF2-40B4-BE49-F238E27FC236}">
                <a16:creationId xmlns:a16="http://schemas.microsoft.com/office/drawing/2014/main" id="{4EA44DA3-0D2D-AD4B-8B0F-35FF77DB667D}"/>
              </a:ext>
            </a:extLst>
          </p:cNvPr>
          <p:cNvSpPr/>
          <p:nvPr userDrawn="1"/>
        </p:nvSpPr>
        <p:spPr>
          <a:xfrm>
            <a:off x="640079" y="16846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13" name="Text Placeholder 21">
            <a:extLst>
              <a:ext uri="{FF2B5EF4-FFF2-40B4-BE49-F238E27FC236}">
                <a16:creationId xmlns:a16="http://schemas.microsoft.com/office/drawing/2014/main" id="{880EDDC5-78F4-8144-A1DB-614D6D7F57F5}"/>
              </a:ext>
            </a:extLst>
          </p:cNvPr>
          <p:cNvSpPr>
            <a:spLocks noGrp="1"/>
          </p:cNvSpPr>
          <p:nvPr>
            <p:ph type="body" sz="quarter" idx="14"/>
          </p:nvPr>
        </p:nvSpPr>
        <p:spPr>
          <a:xfrm>
            <a:off x="64008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14" name="Title 1">
            <a:extLst>
              <a:ext uri="{FF2B5EF4-FFF2-40B4-BE49-F238E27FC236}">
                <a16:creationId xmlns:a16="http://schemas.microsoft.com/office/drawing/2014/main" id="{8A5B1DE9-8430-2640-B38D-5C241A52686A}"/>
              </a:ext>
            </a:extLst>
          </p:cNvPr>
          <p:cNvSpPr>
            <a:spLocks noGrp="1"/>
          </p:cNvSpPr>
          <p:nvPr>
            <p:ph type="title"/>
          </p:nvPr>
        </p:nvSpPr>
        <p:spPr>
          <a:xfrm>
            <a:off x="640081" y="1122680"/>
            <a:ext cx="5669279" cy="1137920"/>
          </a:xfrm>
        </p:spPr>
        <p:txBody>
          <a:bodyPr/>
          <a:lstStyle>
            <a:lvl1pPr>
              <a:lnSpc>
                <a:spcPct val="90000"/>
              </a:lnSpc>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8473152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B16DD36-E308-6043-AFFC-C8166C6C2E60}"/>
              </a:ext>
            </a:extLst>
          </p:cNvPr>
          <p:cNvSpPr/>
          <p:nvPr userDrawn="1"/>
        </p:nvSpPr>
        <p:spPr>
          <a:xfrm>
            <a:off x="365758" y="178404"/>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20" name="Text Placeholder 21">
            <a:extLst>
              <a:ext uri="{FF2B5EF4-FFF2-40B4-BE49-F238E27FC236}">
                <a16:creationId xmlns:a16="http://schemas.microsoft.com/office/drawing/2014/main" id="{03BB3241-0653-DB40-9E36-626B8F0B9CDE}"/>
              </a:ext>
            </a:extLst>
          </p:cNvPr>
          <p:cNvSpPr>
            <a:spLocks noGrp="1"/>
          </p:cNvSpPr>
          <p:nvPr>
            <p:ph type="body" sz="quarter" idx="14"/>
          </p:nvPr>
        </p:nvSpPr>
        <p:spPr>
          <a:xfrm>
            <a:off x="640079" y="822960"/>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21" name="Title 1">
            <a:extLst>
              <a:ext uri="{FF2B5EF4-FFF2-40B4-BE49-F238E27FC236}">
                <a16:creationId xmlns:a16="http://schemas.microsoft.com/office/drawing/2014/main" id="{B4FC81DA-287D-2A4B-B266-7B57032D25F9}"/>
              </a:ext>
            </a:extLst>
          </p:cNvPr>
          <p:cNvSpPr>
            <a:spLocks noGrp="1"/>
          </p:cNvSpPr>
          <p:nvPr>
            <p:ph type="title"/>
          </p:nvPr>
        </p:nvSpPr>
        <p:spPr>
          <a:xfrm>
            <a:off x="640078" y="1097280"/>
            <a:ext cx="3421284" cy="1121270"/>
          </a:xfrm>
        </p:spPr>
        <p:txBody>
          <a:bodyPr/>
          <a:lstStyle>
            <a:lvl1pPr>
              <a:defRPr sz="3591">
                <a:solidFill>
                  <a:schemeClr val="bg2">
                    <a:lumMod val="10000"/>
                  </a:schemeClr>
                </a:solidFill>
              </a:defRPr>
            </a:lvl1pPr>
          </a:lstStyle>
          <a:p>
            <a:r>
              <a:rPr lang="en-US" dirty="0"/>
              <a:t>Click to edit Master title style</a:t>
            </a:r>
          </a:p>
        </p:txBody>
      </p:sp>
      <p:sp>
        <p:nvSpPr>
          <p:cNvPr id="22" name="Text Placeholder 12">
            <a:extLst>
              <a:ext uri="{FF2B5EF4-FFF2-40B4-BE49-F238E27FC236}">
                <a16:creationId xmlns:a16="http://schemas.microsoft.com/office/drawing/2014/main" id="{CE789321-94A0-474C-8651-9A41E08C9621}"/>
              </a:ext>
            </a:extLst>
          </p:cNvPr>
          <p:cNvSpPr>
            <a:spLocks noGrp="1"/>
          </p:cNvSpPr>
          <p:nvPr>
            <p:ph type="body" sz="quarter" idx="16"/>
          </p:nvPr>
        </p:nvSpPr>
        <p:spPr>
          <a:xfrm>
            <a:off x="640078" y="2286000"/>
            <a:ext cx="3421284" cy="3383280"/>
          </a:xfr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Rectangle 22">
            <a:extLst>
              <a:ext uri="{FF2B5EF4-FFF2-40B4-BE49-F238E27FC236}">
                <a16:creationId xmlns:a16="http://schemas.microsoft.com/office/drawing/2014/main" id="{0B472DE0-83E1-6945-BEB2-60E305654C37}"/>
              </a:ext>
            </a:extLst>
          </p:cNvPr>
          <p:cNvSpPr/>
          <p:nvPr userDrawn="1"/>
        </p:nvSpPr>
        <p:spPr>
          <a:xfrm>
            <a:off x="4242816" y="3102297"/>
            <a:ext cx="3956623" cy="644920"/>
          </a:xfrm>
          <a:prstGeom prst="rect">
            <a:avLst/>
          </a:prstGeom>
          <a:solidFill>
            <a:schemeClr val="bg2">
              <a:lumMod val="10000"/>
            </a:schemeClr>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24" name="Picture Placeholder 14">
            <a:extLst>
              <a:ext uri="{FF2B5EF4-FFF2-40B4-BE49-F238E27FC236}">
                <a16:creationId xmlns:a16="http://schemas.microsoft.com/office/drawing/2014/main" id="{59471DDA-59CD-A44B-9647-F7BFB817798E}"/>
              </a:ext>
            </a:extLst>
          </p:cNvPr>
          <p:cNvSpPr>
            <a:spLocks noGrp="1"/>
          </p:cNvSpPr>
          <p:nvPr>
            <p:ph type="pic" sz="quarter" idx="17"/>
          </p:nvPr>
        </p:nvSpPr>
        <p:spPr>
          <a:xfrm>
            <a:off x="8199438" y="0"/>
            <a:ext cx="3962400" cy="6858000"/>
          </a:xfrm>
        </p:spPr>
        <p:txBody>
          <a:bodyPr/>
          <a:lstStyle/>
          <a:p>
            <a:endParaRPr lang="en-US"/>
          </a:p>
        </p:txBody>
      </p:sp>
    </p:spTree>
    <p:extLst>
      <p:ext uri="{BB962C8B-B14F-4D97-AF65-F5344CB8AC3E}">
        <p14:creationId xmlns:p14="http://schemas.microsoft.com/office/powerpoint/2010/main" val="25650601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4925ADF-9B98-3042-8602-7FB8CCFDB03E}"/>
              </a:ext>
            </a:extLst>
          </p:cNvPr>
          <p:cNvSpPr/>
          <p:nvPr userDrawn="1"/>
        </p:nvSpPr>
        <p:spPr>
          <a:xfrm>
            <a:off x="640077" y="1352105"/>
            <a:ext cx="548640" cy="644920"/>
          </a:xfrm>
          <a:prstGeom prst="rect">
            <a:avLst/>
          </a:prstGeom>
          <a:solidFill>
            <a:schemeClr val="bg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11" name="Rectangle 10">
            <a:extLst>
              <a:ext uri="{FF2B5EF4-FFF2-40B4-BE49-F238E27FC236}">
                <a16:creationId xmlns:a16="http://schemas.microsoft.com/office/drawing/2014/main" id="{3686990B-7FE0-9F44-A842-D4FF1D4357AD}"/>
              </a:ext>
            </a:extLst>
          </p:cNvPr>
          <p:cNvSpPr/>
          <p:nvPr userDrawn="1"/>
        </p:nvSpPr>
        <p:spPr>
          <a:xfrm>
            <a:off x="640079" y="1435925"/>
            <a:ext cx="548640" cy="644920"/>
          </a:xfrm>
          <a:prstGeom prst="rect">
            <a:avLst/>
          </a:prstGeom>
          <a:solidFill>
            <a:schemeClr val="bg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12" name="Text Placeholder 21">
            <a:extLst>
              <a:ext uri="{FF2B5EF4-FFF2-40B4-BE49-F238E27FC236}">
                <a16:creationId xmlns:a16="http://schemas.microsoft.com/office/drawing/2014/main" id="{0F67163A-C7AA-FE40-A71F-61793A4B0E71}"/>
              </a:ext>
            </a:extLst>
          </p:cNvPr>
          <p:cNvSpPr>
            <a:spLocks noGrp="1"/>
          </p:cNvSpPr>
          <p:nvPr>
            <p:ph type="body" sz="quarter" idx="14"/>
          </p:nvPr>
        </p:nvSpPr>
        <p:spPr>
          <a:xfrm>
            <a:off x="640079" y="2090420"/>
            <a:ext cx="3421283" cy="206870"/>
          </a:xfrm>
        </p:spPr>
        <p:txBody>
          <a:bodyPr/>
          <a:lstStyle>
            <a:lvl1pPr marL="0" indent="0">
              <a:buNone/>
              <a:defRPr sz="1097" b="1" cap="all" spc="299" baseline="0">
                <a:solidFill>
                  <a:schemeClr val="bg1"/>
                </a:solidFill>
              </a:defRPr>
            </a:lvl1pPr>
          </a:lstStyle>
          <a:p>
            <a:pPr lvl="0"/>
            <a:endParaRPr lang="en-US" dirty="0"/>
          </a:p>
        </p:txBody>
      </p:sp>
      <p:sp>
        <p:nvSpPr>
          <p:cNvPr id="13" name="Title 1">
            <a:extLst>
              <a:ext uri="{FF2B5EF4-FFF2-40B4-BE49-F238E27FC236}">
                <a16:creationId xmlns:a16="http://schemas.microsoft.com/office/drawing/2014/main" id="{696EA418-9A48-0645-97DE-249A48542058}"/>
              </a:ext>
            </a:extLst>
          </p:cNvPr>
          <p:cNvSpPr>
            <a:spLocks noGrp="1"/>
          </p:cNvSpPr>
          <p:nvPr>
            <p:ph type="title" hasCustomPrompt="1"/>
          </p:nvPr>
        </p:nvSpPr>
        <p:spPr>
          <a:xfrm>
            <a:off x="640078" y="2364740"/>
            <a:ext cx="4958082" cy="1121270"/>
          </a:xfrm>
        </p:spPr>
        <p:txBody>
          <a:bodyPr/>
          <a:lstStyle>
            <a:lvl1pPr>
              <a:defRPr sz="3591">
                <a:solidFill>
                  <a:schemeClr val="bg1"/>
                </a:solidFill>
              </a:defRPr>
            </a:lvl1pPr>
          </a:lstStyle>
          <a:p>
            <a:r>
              <a:rPr lang="en-US" dirty="0"/>
              <a:t>Click to edit master title style</a:t>
            </a:r>
          </a:p>
        </p:txBody>
      </p:sp>
      <p:sp>
        <p:nvSpPr>
          <p:cNvPr id="14" name="Text Placeholder 12">
            <a:extLst>
              <a:ext uri="{FF2B5EF4-FFF2-40B4-BE49-F238E27FC236}">
                <a16:creationId xmlns:a16="http://schemas.microsoft.com/office/drawing/2014/main" id="{107A6AD6-8F94-9D4C-AF2E-2020B52EADB9}"/>
              </a:ext>
            </a:extLst>
          </p:cNvPr>
          <p:cNvSpPr>
            <a:spLocks noGrp="1"/>
          </p:cNvSpPr>
          <p:nvPr>
            <p:ph type="body" sz="quarter" idx="16"/>
          </p:nvPr>
        </p:nvSpPr>
        <p:spPr>
          <a:xfrm>
            <a:off x="640078" y="3553460"/>
            <a:ext cx="4958082" cy="1638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95767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249842" y="1754077"/>
            <a:ext cx="7863840" cy="906880"/>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230507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22930987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250570" y="1770537"/>
            <a:ext cx="7863840" cy="906880"/>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56570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135855" y="1784866"/>
            <a:ext cx="7863840" cy="906880"/>
          </a:xfrm>
          <a:prstGeom prst="ellipse">
            <a:avLst/>
          </a:prstGeom>
          <a:blipFill>
            <a:blip r:embed="rId2"/>
            <a:stretch>
              <a:fillRect/>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4364406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263288" y="1754878"/>
            <a:ext cx="7863840" cy="906880"/>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5469742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241805" y="1784866"/>
            <a:ext cx="7863840" cy="906880"/>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6976672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241805" y="1786840"/>
            <a:ext cx="7863840" cy="906880"/>
          </a:xfrm>
          <a:prstGeom prst="ellipse">
            <a:avLst/>
          </a:prstGeom>
          <a:blipFill>
            <a:blip r:embed="rId2"/>
            <a:stretch>
              <a:fillRect t="-25" b="25"/>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33810536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241805" y="1786840"/>
            <a:ext cx="7863840" cy="906880"/>
          </a:xfrm>
          <a:prstGeom prst="ellipse">
            <a:avLst/>
          </a:prstGeom>
          <a:blipFill>
            <a:blip r:embed="rId2"/>
            <a:stretch>
              <a:fillRect t="-25" b="25"/>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12817292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241805" y="1784866"/>
            <a:ext cx="7863840" cy="906880"/>
          </a:xfrm>
          <a:prstGeom prst="ellipse">
            <a:avLst/>
          </a:prstGeom>
          <a:blipFill>
            <a:blip r:embed="rId2"/>
            <a:stretch>
              <a:fillRect/>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39365715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120640" y="1786840"/>
            <a:ext cx="7863840" cy="906880"/>
          </a:xfrm>
          <a:prstGeom prst="ellipse">
            <a:avLst/>
          </a:prstGeom>
          <a:blipFill>
            <a:blip r:embed="rId2" cstate="email">
              <a:extLst>
                <a:ext uri="{28A0092B-C50C-407E-A947-70E740481C1C}">
                  <a14:useLocalDpi xmlns:a14="http://schemas.microsoft.com/office/drawing/2010/main" val="0"/>
                </a:ext>
              </a:extLst>
            </a:blip>
            <a:stretch>
              <a:fillRect l="3488" t="20930" r="3488" b="-13954"/>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28801451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241805" y="1784866"/>
            <a:ext cx="7863840" cy="906880"/>
          </a:xfrm>
          <a:prstGeom prst="ellipse">
            <a:avLst/>
          </a:prstGeom>
          <a:blipFill>
            <a:blip r:embed="rId2"/>
            <a:stretch>
              <a:fillRect/>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25221539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263288" y="1754878"/>
            <a:ext cx="7863840" cy="906880"/>
          </a:xfrm>
          <a:prstGeom prst="ellipse">
            <a:avLst/>
          </a:prstGeom>
          <a:blipFill>
            <a:blip r:embed="rId2" cstate="email">
              <a:extLst>
                <a:ext uri="{28A0092B-C50C-407E-A947-70E740481C1C}">
                  <a14:useLocalDpi xmlns:a14="http://schemas.microsoft.com/office/drawing/2010/main" val="0"/>
                </a:ext>
              </a:extLst>
            </a:blip>
            <a:stretch>
              <a:fillRect l="-1163" t="-5814" r="1163" b="5814"/>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20495474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135855" y="1784866"/>
            <a:ext cx="7863840" cy="906880"/>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18891407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094670" y="1784866"/>
            <a:ext cx="7863840" cy="906880"/>
          </a:xfrm>
          <a:prstGeom prst="ellipse">
            <a:avLst/>
          </a:prstGeom>
          <a:blipFill>
            <a:blip r:embed="rId2"/>
            <a:stretch>
              <a:fillRect/>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8321354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5094670" y="1784866"/>
            <a:ext cx="7863840" cy="906880"/>
          </a:xfrm>
          <a:prstGeom prst="ellipse">
            <a:avLst/>
          </a:prstGeom>
          <a:blipFill>
            <a:blip r:embed="rId2"/>
            <a:stretch>
              <a:fillRect/>
            </a:stretch>
          </a:blip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2394"/>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2394"/>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2394"/>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2394"/>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23253481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2394"/>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2394"/>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2394"/>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2394"/>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2394"/>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2394"/>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2394"/>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2394"/>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2394"/>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2394"/>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2394"/>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2394"/>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2394"/>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2394"/>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2394"/>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2394"/>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2394"/>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2394"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2394"/>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2394"/>
            </a:p>
          </p:txBody>
        </p:sp>
      </p:grpSp>
    </p:spTree>
    <p:extLst>
      <p:ext uri="{BB962C8B-B14F-4D97-AF65-F5344CB8AC3E}">
        <p14:creationId xmlns:p14="http://schemas.microsoft.com/office/powerpoint/2010/main" val="20143103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6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309E7AB-3959-D843-8C2E-AE3365E479FA}"/>
              </a:ext>
            </a:extLst>
          </p:cNvPr>
          <p:cNvSpPr/>
          <p:nvPr userDrawn="1"/>
        </p:nvSpPr>
        <p:spPr>
          <a:xfrm>
            <a:off x="1392554" y="2363025"/>
            <a:ext cx="548640" cy="644920"/>
          </a:xfrm>
          <a:prstGeom prst="rect">
            <a:avLst/>
          </a:prstGeom>
          <a:solidFill>
            <a:schemeClr val="bg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A20A33B5-4649-DC47-A824-031B9B701DF0}"/>
              </a:ext>
            </a:extLst>
          </p:cNvPr>
          <p:cNvSpPr>
            <a:spLocks noGrp="1"/>
          </p:cNvSpPr>
          <p:nvPr>
            <p:ph type="body" sz="quarter" idx="14"/>
          </p:nvPr>
        </p:nvSpPr>
        <p:spPr>
          <a:xfrm>
            <a:off x="1392556" y="3017520"/>
            <a:ext cx="3657600" cy="182880"/>
          </a:xfrm>
        </p:spPr>
        <p:txBody>
          <a:bodyPr/>
          <a:lstStyle>
            <a:lvl1pPr marL="0" indent="0">
              <a:buNone/>
              <a:defRPr sz="1097" b="1" cap="all" spc="299" baseline="0">
                <a:solidFill>
                  <a:schemeClr val="bg1"/>
                </a:solidFill>
              </a:defRPr>
            </a:lvl1pPr>
          </a:lstStyle>
          <a:p>
            <a:pPr lvl="0"/>
            <a:endParaRPr lang="en-US" dirty="0"/>
          </a:p>
        </p:txBody>
      </p:sp>
      <p:sp>
        <p:nvSpPr>
          <p:cNvPr id="7" name="Title 1">
            <a:extLst>
              <a:ext uri="{FF2B5EF4-FFF2-40B4-BE49-F238E27FC236}">
                <a16:creationId xmlns:a16="http://schemas.microsoft.com/office/drawing/2014/main" id="{5659A074-DAE4-AA41-8E5C-8283986188A7}"/>
              </a:ext>
            </a:extLst>
          </p:cNvPr>
          <p:cNvSpPr>
            <a:spLocks noGrp="1"/>
          </p:cNvSpPr>
          <p:nvPr>
            <p:ph type="title"/>
          </p:nvPr>
        </p:nvSpPr>
        <p:spPr>
          <a:xfrm>
            <a:off x="1392555" y="3215640"/>
            <a:ext cx="3657600" cy="1051560"/>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9720090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6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5A129EF-9AF2-EE4B-8EFA-09862AE55B7D}"/>
              </a:ext>
            </a:extLst>
          </p:cNvPr>
          <p:cNvSpPr/>
          <p:nvPr userDrawn="1"/>
        </p:nvSpPr>
        <p:spPr>
          <a:xfrm>
            <a:off x="1392554" y="236302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D62041C-FB45-184E-AFE2-C46DF550BDE9}"/>
              </a:ext>
            </a:extLst>
          </p:cNvPr>
          <p:cNvSpPr>
            <a:spLocks noGrp="1"/>
          </p:cNvSpPr>
          <p:nvPr>
            <p:ph type="body" sz="quarter" idx="14"/>
          </p:nvPr>
        </p:nvSpPr>
        <p:spPr>
          <a:xfrm>
            <a:off x="1392556" y="3017520"/>
            <a:ext cx="3657600" cy="182880"/>
          </a:xfrm>
        </p:spPr>
        <p:txBody>
          <a:bodyPr/>
          <a:lstStyle>
            <a:lvl1pPr marL="0" indent="0">
              <a:buNone/>
              <a:defRPr sz="1097" b="1" cap="all" spc="299" baseline="0">
                <a:solidFill>
                  <a:schemeClr val="tx2"/>
                </a:solidFill>
              </a:defRPr>
            </a:lvl1pPr>
          </a:lstStyle>
          <a:p>
            <a:pPr lvl="0"/>
            <a:endParaRPr lang="en-US" dirty="0"/>
          </a:p>
        </p:txBody>
      </p:sp>
      <p:sp>
        <p:nvSpPr>
          <p:cNvPr id="10" name="Title 1">
            <a:extLst>
              <a:ext uri="{FF2B5EF4-FFF2-40B4-BE49-F238E27FC236}">
                <a16:creationId xmlns:a16="http://schemas.microsoft.com/office/drawing/2014/main" id="{2D14D34B-2A11-854D-8ADB-A32648D7D8A1}"/>
              </a:ext>
            </a:extLst>
          </p:cNvPr>
          <p:cNvSpPr>
            <a:spLocks noGrp="1"/>
          </p:cNvSpPr>
          <p:nvPr>
            <p:ph type="title"/>
          </p:nvPr>
        </p:nvSpPr>
        <p:spPr>
          <a:xfrm>
            <a:off x="1392555" y="3215640"/>
            <a:ext cx="3657600" cy="1051560"/>
          </a:xfrm>
        </p:spPr>
        <p:txBody>
          <a:bodyPr/>
          <a:lstStyle>
            <a:lvl1pPr>
              <a:defRPr sz="3591">
                <a:solidFill>
                  <a:schemeClr val="bg2">
                    <a:lumMod val="10000"/>
                  </a:schemeClr>
                </a:solidFill>
              </a:defRPr>
            </a:lvl1pPr>
          </a:lstStyle>
          <a:p>
            <a:r>
              <a:rPr lang="en-US" dirty="0"/>
              <a:t>Click to edit Master title style</a:t>
            </a:r>
          </a:p>
        </p:txBody>
      </p:sp>
    </p:spTree>
    <p:extLst>
      <p:ext uri="{BB962C8B-B14F-4D97-AF65-F5344CB8AC3E}">
        <p14:creationId xmlns:p14="http://schemas.microsoft.com/office/powerpoint/2010/main" val="18453469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0FCAD499-10CE-3C41-8249-CA3A49DC21D5}"/>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16966"/>
            <a:ext cx="12161838" cy="6841034"/>
          </a:xfrm>
          <a:prstGeom prst="rect">
            <a:avLst/>
          </a:prstGeom>
        </p:spPr>
      </p:pic>
      <p:sp>
        <p:nvSpPr>
          <p:cNvPr id="10" name="Rectangle 9">
            <a:extLst>
              <a:ext uri="{FF2B5EF4-FFF2-40B4-BE49-F238E27FC236}">
                <a16:creationId xmlns:a16="http://schemas.microsoft.com/office/drawing/2014/main" id="{1DFA7D65-7AE0-DB4F-BE52-38E526514984}"/>
              </a:ext>
            </a:extLst>
          </p:cNvPr>
          <p:cNvSpPr/>
          <p:nvPr userDrawn="1"/>
        </p:nvSpPr>
        <p:spPr>
          <a:xfrm>
            <a:off x="1392554" y="236302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11" name="Text Placeholder 21">
            <a:extLst>
              <a:ext uri="{FF2B5EF4-FFF2-40B4-BE49-F238E27FC236}">
                <a16:creationId xmlns:a16="http://schemas.microsoft.com/office/drawing/2014/main" id="{6BA30C99-0178-7D41-AD07-E2CFC9B58A90}"/>
              </a:ext>
            </a:extLst>
          </p:cNvPr>
          <p:cNvSpPr>
            <a:spLocks noGrp="1"/>
          </p:cNvSpPr>
          <p:nvPr>
            <p:ph type="body" sz="quarter" idx="14"/>
          </p:nvPr>
        </p:nvSpPr>
        <p:spPr>
          <a:xfrm>
            <a:off x="1392556" y="3017520"/>
            <a:ext cx="3657600" cy="182880"/>
          </a:xfrm>
        </p:spPr>
        <p:txBody>
          <a:bodyPr/>
          <a:lstStyle>
            <a:lvl1pPr marL="0" indent="0">
              <a:buNone/>
              <a:defRPr sz="1097" b="1" cap="all" spc="299" baseline="0">
                <a:solidFill>
                  <a:schemeClr val="bg1"/>
                </a:solidFill>
              </a:defRPr>
            </a:lvl1pPr>
          </a:lstStyle>
          <a:p>
            <a:pPr lvl="0"/>
            <a:endParaRPr lang="en-US" dirty="0"/>
          </a:p>
        </p:txBody>
      </p:sp>
      <p:sp>
        <p:nvSpPr>
          <p:cNvPr id="12" name="Title 1">
            <a:extLst>
              <a:ext uri="{FF2B5EF4-FFF2-40B4-BE49-F238E27FC236}">
                <a16:creationId xmlns:a16="http://schemas.microsoft.com/office/drawing/2014/main" id="{86A358CA-299D-E846-AF68-154D9F13B66B}"/>
              </a:ext>
            </a:extLst>
          </p:cNvPr>
          <p:cNvSpPr>
            <a:spLocks noGrp="1"/>
          </p:cNvSpPr>
          <p:nvPr>
            <p:ph type="title"/>
          </p:nvPr>
        </p:nvSpPr>
        <p:spPr>
          <a:xfrm>
            <a:off x="1392555" y="3215640"/>
            <a:ext cx="3657600" cy="1051560"/>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12167248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9051879" y="1753085"/>
            <a:ext cx="259765" cy="908864"/>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230507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13168273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9052607" y="1769545"/>
            <a:ext cx="259765" cy="908864"/>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15125471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8937893" y="1783874"/>
            <a:ext cx="259765" cy="908864"/>
          </a:xfrm>
          <a:prstGeom prst="ellipse">
            <a:avLst/>
          </a:prstGeom>
          <a:blipFill>
            <a:blip r:embed="rId2"/>
            <a:stretch>
              <a:fillRect/>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12084455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9065326" y="1753886"/>
            <a:ext cx="259765" cy="908864"/>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27281347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9043842" y="1783874"/>
            <a:ext cx="259765" cy="908864"/>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23504323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9043842" y="1785848"/>
            <a:ext cx="259765" cy="908864"/>
          </a:xfrm>
          <a:prstGeom prst="ellipse">
            <a:avLst/>
          </a:prstGeom>
          <a:blipFill>
            <a:blip r:embed="rId2"/>
            <a:stretch>
              <a:fillRect t="-25" b="25"/>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25147493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9043842" y="1785848"/>
            <a:ext cx="259765" cy="908864"/>
          </a:xfrm>
          <a:prstGeom prst="ellipse">
            <a:avLst/>
          </a:prstGeom>
          <a:blipFill>
            <a:blip r:embed="rId2"/>
            <a:stretch>
              <a:fillRect t="-25" b="25"/>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133793817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9043842" y="1783874"/>
            <a:ext cx="259765" cy="908864"/>
          </a:xfrm>
          <a:prstGeom prst="ellipse">
            <a:avLst/>
          </a:prstGeom>
          <a:blipFill>
            <a:blip r:embed="rId2"/>
            <a:stretch>
              <a:fillRect/>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2613261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8922678" y="1785848"/>
            <a:ext cx="259765" cy="908864"/>
          </a:xfrm>
          <a:prstGeom prst="ellipse">
            <a:avLst/>
          </a:prstGeom>
          <a:blipFill>
            <a:blip r:embed="rId2" cstate="email">
              <a:extLst>
                <a:ext uri="{28A0092B-C50C-407E-A947-70E740481C1C}">
                  <a14:useLocalDpi xmlns:a14="http://schemas.microsoft.com/office/drawing/2010/main" val="0"/>
                </a:ext>
              </a:extLst>
            </a:blip>
            <a:stretch>
              <a:fillRect l="3488" t="20930" r="3488" b="-13954"/>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3269882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9043842" y="1783874"/>
            <a:ext cx="259765" cy="908864"/>
          </a:xfrm>
          <a:prstGeom prst="ellipse">
            <a:avLst/>
          </a:prstGeom>
          <a:blipFill>
            <a:blip r:embed="rId2"/>
            <a:stretch>
              <a:fillRect/>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229670265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7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9065326" y="1753886"/>
            <a:ext cx="259765" cy="908864"/>
          </a:xfrm>
          <a:prstGeom prst="ellipse">
            <a:avLst/>
          </a:prstGeom>
          <a:blipFill>
            <a:blip r:embed="rId2" cstate="email">
              <a:extLst>
                <a:ext uri="{28A0092B-C50C-407E-A947-70E740481C1C}">
                  <a14:useLocalDpi xmlns:a14="http://schemas.microsoft.com/office/drawing/2010/main" val="0"/>
                </a:ext>
              </a:extLst>
            </a:blip>
            <a:stretch>
              <a:fillRect l="-1163" t="-5814" r="1163" b="5814"/>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234624447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8937893" y="1783874"/>
            <a:ext cx="259765" cy="908864"/>
          </a:xfrm>
          <a:prstGeom prst="ellipse">
            <a:avLst/>
          </a:prstGeom>
          <a:blipFill>
            <a:blip r:embed="rId2" cstate="email">
              <a:extLst>
                <a:ext uri="{28A0092B-C50C-407E-A947-70E740481C1C}">
                  <a14:useLocalDpi xmlns:a14="http://schemas.microsoft.com/office/drawing/2010/main" val="0"/>
                </a:ext>
              </a:extLst>
            </a:blip>
            <a:stretch>
              <a:fillRect/>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38063748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9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8896707" y="1783874"/>
            <a:ext cx="259765" cy="908864"/>
          </a:xfrm>
          <a:prstGeom prst="ellipse">
            <a:avLst/>
          </a:prstGeom>
          <a:blipFill>
            <a:blip r:embed="rId2"/>
            <a:stretch>
              <a:fillRect/>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35460740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0_Custom Layou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40A44CF2-B308-C04F-B6FB-E012302443BC}"/>
              </a:ext>
            </a:extLst>
          </p:cNvPr>
          <p:cNvSpPr>
            <a:spLocks noChangeAspect="1"/>
          </p:cNvSpPr>
          <p:nvPr userDrawn="1"/>
        </p:nvSpPr>
        <p:spPr>
          <a:xfrm>
            <a:off x="8896707" y="1783874"/>
            <a:ext cx="259765" cy="908864"/>
          </a:xfrm>
          <a:prstGeom prst="ellipse">
            <a:avLst/>
          </a:prstGeom>
          <a:blipFill>
            <a:blip r:embed="rId2"/>
            <a:stretch>
              <a:fillRect/>
            </a:stretch>
          </a:blip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9287F9A-4ADD-C74C-A7CC-BDC447D7DF74}"/>
              </a:ext>
            </a:extLst>
          </p:cNvPr>
          <p:cNvSpPr>
            <a:spLocks noGrp="1"/>
          </p:cNvSpPr>
          <p:nvPr>
            <p:ph type="body" sz="quarter" idx="14"/>
          </p:nvPr>
        </p:nvSpPr>
        <p:spPr>
          <a:xfrm>
            <a:off x="670457" y="4655129"/>
            <a:ext cx="4532243" cy="212569"/>
          </a:xfrm>
        </p:spPr>
        <p:txBody>
          <a:bodyPr/>
          <a:lstStyle>
            <a:lvl1pPr marL="0" indent="0">
              <a:buNone/>
              <a:defRPr sz="1097" b="1" cap="all" spc="299" baseline="0">
                <a:solidFill>
                  <a:schemeClr val="tx2"/>
                </a:solidFill>
              </a:defRPr>
            </a:lvl1pPr>
          </a:lstStyle>
          <a:p>
            <a:pPr lvl="0"/>
            <a:endParaRPr lang="en-US" dirty="0"/>
          </a:p>
        </p:txBody>
      </p:sp>
      <p:sp>
        <p:nvSpPr>
          <p:cNvPr id="10" name="Title 20">
            <a:extLst>
              <a:ext uri="{FF2B5EF4-FFF2-40B4-BE49-F238E27FC236}">
                <a16:creationId xmlns:a16="http://schemas.microsoft.com/office/drawing/2014/main" id="{19BA1642-0B95-3F47-9087-402C176A42FD}"/>
              </a:ext>
            </a:extLst>
          </p:cNvPr>
          <p:cNvSpPr>
            <a:spLocks noGrp="1"/>
          </p:cNvSpPr>
          <p:nvPr>
            <p:ph type="title"/>
          </p:nvPr>
        </p:nvSpPr>
        <p:spPr>
          <a:xfrm>
            <a:off x="670457" y="4959136"/>
            <a:ext cx="4532243" cy="1166854"/>
          </a:xfrm>
        </p:spPr>
        <p:txBody>
          <a:bodyPr/>
          <a:lstStyle>
            <a:lvl1pPr>
              <a:defRPr sz="3591">
                <a:solidFill>
                  <a:schemeClr val="bg2">
                    <a:lumMod val="10000"/>
                  </a:schemeClr>
                </a:solidFill>
              </a:defRPr>
            </a:lvl1pPr>
          </a:lstStyle>
          <a:p>
            <a:r>
              <a:rPr lang="en-US" dirty="0"/>
              <a:t>Click to edit Master title style</a:t>
            </a:r>
          </a:p>
        </p:txBody>
      </p:sp>
      <p:sp>
        <p:nvSpPr>
          <p:cNvPr id="16" name="Freeform 15">
            <a:extLst>
              <a:ext uri="{FF2B5EF4-FFF2-40B4-BE49-F238E27FC236}">
                <a16:creationId xmlns:a16="http://schemas.microsoft.com/office/drawing/2014/main" id="{43777B97-C1FA-734B-AEF5-87C573E77351}"/>
              </a:ext>
            </a:extLst>
          </p:cNvPr>
          <p:cNvSpPr/>
          <p:nvPr/>
        </p:nvSpPr>
        <p:spPr>
          <a:xfrm>
            <a:off x="5094669" y="-1948812"/>
            <a:ext cx="3839150" cy="8310589"/>
          </a:xfrm>
          <a:custGeom>
            <a:avLst/>
            <a:gdLst>
              <a:gd name="connsiteX0" fmla="*/ 365489 w 3839150"/>
              <a:gd name="connsiteY0" fmla="*/ 4155295 h 8310589"/>
              <a:gd name="connsiteX1" fmla="*/ 3839151 w 3839150"/>
              <a:gd name="connsiteY1" fmla="*/ 366692 h 8310589"/>
              <a:gd name="connsiteX2" fmla="*/ 3839151 w 3839150"/>
              <a:gd name="connsiteY2" fmla="*/ 0 h 8310589"/>
              <a:gd name="connsiteX3" fmla="*/ 0 w 3839150"/>
              <a:gd name="connsiteY3" fmla="*/ 4155295 h 8310589"/>
              <a:gd name="connsiteX4" fmla="*/ 3839087 w 3839150"/>
              <a:gd name="connsiteY4" fmla="*/ 8310590 h 8310589"/>
              <a:gd name="connsiteX5" fmla="*/ 3839087 w 3839150"/>
              <a:gd name="connsiteY5" fmla="*/ 7943708 h 8310589"/>
              <a:gd name="connsiteX6" fmla="*/ 365489 w 3839150"/>
              <a:gd name="connsiteY6" fmla="*/ 4155295 h 831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9150" h="8310589">
                <a:moveTo>
                  <a:pt x="365489" y="4155295"/>
                </a:moveTo>
                <a:cubicBezTo>
                  <a:pt x="365489" y="2166328"/>
                  <a:pt x="1893066" y="533474"/>
                  <a:pt x="3839151" y="366692"/>
                </a:cubicBezTo>
                <a:lnTo>
                  <a:pt x="3839151" y="0"/>
                </a:lnTo>
                <a:cubicBezTo>
                  <a:pt x="1690939" y="167605"/>
                  <a:pt x="0" y="1963630"/>
                  <a:pt x="0" y="4155295"/>
                </a:cubicBezTo>
                <a:cubicBezTo>
                  <a:pt x="0" y="6346960"/>
                  <a:pt x="1691256" y="8142858"/>
                  <a:pt x="3839087" y="8310590"/>
                </a:cubicBezTo>
                <a:lnTo>
                  <a:pt x="3839087" y="7943708"/>
                </a:lnTo>
                <a:cubicBezTo>
                  <a:pt x="1893003" y="7776926"/>
                  <a:pt x="365489" y="6144262"/>
                  <a:pt x="365489" y="4155295"/>
                </a:cubicBezTo>
                <a:close/>
              </a:path>
            </a:pathLst>
          </a:custGeom>
          <a:solidFill>
            <a:srgbClr val="1E1D1C"/>
          </a:solidFill>
          <a:ln w="6330" cap="flat">
            <a:noFill/>
            <a:prstDash val="solid"/>
            <a:miter/>
          </a:ln>
        </p:spPr>
        <p:txBody>
          <a:bodyPr rtlCol="0" anchor="ctr"/>
          <a:lstStyle/>
          <a:p>
            <a:endParaRPr lang="en-US" sz="1795"/>
          </a:p>
        </p:txBody>
      </p:sp>
      <p:sp>
        <p:nvSpPr>
          <p:cNvPr id="17" name="Freeform 16">
            <a:extLst>
              <a:ext uri="{FF2B5EF4-FFF2-40B4-BE49-F238E27FC236}">
                <a16:creationId xmlns:a16="http://schemas.microsoft.com/office/drawing/2014/main" id="{05F7220F-547A-3C4B-BF3E-C4E3233A1EED}"/>
              </a:ext>
            </a:extLst>
          </p:cNvPr>
          <p:cNvSpPr/>
          <p:nvPr/>
        </p:nvSpPr>
        <p:spPr>
          <a:xfrm>
            <a:off x="8933756" y="-1596372"/>
            <a:ext cx="4131730" cy="7605392"/>
          </a:xfrm>
          <a:custGeom>
            <a:avLst/>
            <a:gdLst>
              <a:gd name="connsiteX0" fmla="*/ 329003 w 4131730"/>
              <a:gd name="connsiteY0" fmla="*/ 0 h 7605392"/>
              <a:gd name="connsiteX1" fmla="*/ 0 w 4131730"/>
              <a:gd name="connsiteY1" fmla="*/ 14062 h 7605392"/>
              <a:gd name="connsiteX2" fmla="*/ 0 w 4131730"/>
              <a:gd name="connsiteY2" fmla="*/ 7591268 h 7605392"/>
              <a:gd name="connsiteX3" fmla="*/ 329003 w 4131730"/>
              <a:gd name="connsiteY3" fmla="*/ 7605393 h 7605392"/>
              <a:gd name="connsiteX4" fmla="*/ 4131731 w 4131730"/>
              <a:gd name="connsiteY4" fmla="*/ 3802665 h 7605392"/>
              <a:gd name="connsiteX5" fmla="*/ 329003 w 4131730"/>
              <a:gd name="connsiteY5" fmla="*/ 0 h 760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1730" h="7605392">
                <a:moveTo>
                  <a:pt x="329003" y="0"/>
                </a:moveTo>
                <a:cubicBezTo>
                  <a:pt x="218153" y="0"/>
                  <a:pt x="108486" y="4687"/>
                  <a:pt x="0" y="14062"/>
                </a:cubicBezTo>
                <a:lnTo>
                  <a:pt x="0" y="7591268"/>
                </a:lnTo>
                <a:cubicBezTo>
                  <a:pt x="108443" y="7600558"/>
                  <a:pt x="218111" y="7605266"/>
                  <a:pt x="329003" y="7605393"/>
                </a:cubicBezTo>
                <a:cubicBezTo>
                  <a:pt x="2429201" y="7605393"/>
                  <a:pt x="4131731" y="5902863"/>
                  <a:pt x="4131731" y="3802665"/>
                </a:cubicBezTo>
                <a:cubicBezTo>
                  <a:pt x="4131731" y="1702467"/>
                  <a:pt x="2429201" y="0"/>
                  <a:pt x="329003" y="0"/>
                </a:cubicBezTo>
                <a:close/>
              </a:path>
            </a:pathLst>
          </a:custGeom>
          <a:noFill/>
          <a:ln w="6330" cap="flat">
            <a:noFill/>
            <a:prstDash val="solid"/>
            <a:miter/>
          </a:ln>
        </p:spPr>
        <p:txBody>
          <a:bodyPr rtlCol="0" anchor="ctr"/>
          <a:lstStyle/>
          <a:p>
            <a:endParaRPr lang="en-US" sz="1795"/>
          </a:p>
        </p:txBody>
      </p:sp>
      <p:sp>
        <p:nvSpPr>
          <p:cNvPr id="18" name="Freeform 17">
            <a:extLst>
              <a:ext uri="{FF2B5EF4-FFF2-40B4-BE49-F238E27FC236}">
                <a16:creationId xmlns:a16="http://schemas.microsoft.com/office/drawing/2014/main" id="{347AAA17-A585-684E-B37B-5C7C4C97B386}"/>
              </a:ext>
            </a:extLst>
          </p:cNvPr>
          <p:cNvSpPr/>
          <p:nvPr/>
        </p:nvSpPr>
        <p:spPr>
          <a:xfrm>
            <a:off x="5263288" y="2208318"/>
            <a:ext cx="3961972" cy="3961908"/>
          </a:xfrm>
          <a:custGeom>
            <a:avLst/>
            <a:gdLst>
              <a:gd name="connsiteX0" fmla="*/ 3961972 w 3961972"/>
              <a:gd name="connsiteY0" fmla="*/ 3961909 h 3961908"/>
              <a:gd name="connsiteX1" fmla="*/ 0 w 3961972"/>
              <a:gd name="connsiteY1" fmla="*/ 0 h 3961908"/>
            </a:gdLst>
            <a:ahLst/>
            <a:cxnLst>
              <a:cxn ang="0">
                <a:pos x="connsiteX0" y="connsiteY0"/>
              </a:cxn>
              <a:cxn ang="0">
                <a:pos x="connsiteX1" y="connsiteY1"/>
              </a:cxn>
            </a:cxnLst>
            <a:rect l="l" t="t" r="r" b="b"/>
            <a:pathLst>
              <a:path w="3961972" h="3961908">
                <a:moveTo>
                  <a:pt x="3961972" y="3961909"/>
                </a:moveTo>
                <a:cubicBezTo>
                  <a:pt x="1773855" y="3961909"/>
                  <a:pt x="0" y="2188308"/>
                  <a:pt x="0" y="0"/>
                </a:cubicBezTo>
              </a:path>
            </a:pathLst>
          </a:custGeom>
          <a:noFill/>
          <a:ln w="740628" cap="flat">
            <a:solidFill>
              <a:srgbClr val="B3B3B4"/>
            </a:solidFill>
            <a:prstDash val="solid"/>
            <a:miter/>
          </a:ln>
        </p:spPr>
        <p:txBody>
          <a:bodyPr rtlCol="0" anchor="ctr"/>
          <a:lstStyle/>
          <a:p>
            <a:endParaRPr lang="en-US" sz="1795"/>
          </a:p>
        </p:txBody>
      </p:sp>
      <p:sp>
        <p:nvSpPr>
          <p:cNvPr id="19" name="Freeform 18">
            <a:extLst>
              <a:ext uri="{FF2B5EF4-FFF2-40B4-BE49-F238E27FC236}">
                <a16:creationId xmlns:a16="http://schemas.microsoft.com/office/drawing/2014/main" id="{B59F4D28-7BD5-A744-B75C-FE552C29C622}"/>
              </a:ext>
            </a:extLst>
          </p:cNvPr>
          <p:cNvSpPr/>
          <p:nvPr/>
        </p:nvSpPr>
        <p:spPr>
          <a:xfrm>
            <a:off x="6374767" y="-713845"/>
            <a:ext cx="5776272" cy="5840559"/>
          </a:xfrm>
          <a:custGeom>
            <a:avLst/>
            <a:gdLst>
              <a:gd name="connsiteX0" fmla="*/ 3287053 w 5776272"/>
              <a:gd name="connsiteY0" fmla="*/ 891010 h 5840559"/>
              <a:gd name="connsiteX1" fmla="*/ 4884941 w 5776272"/>
              <a:gd name="connsiteY1" fmla="*/ 3351819 h 5840559"/>
              <a:gd name="connsiteX2" fmla="*/ 5380853 w 5776272"/>
              <a:gd name="connsiteY2" fmla="*/ 3457222 h 5840559"/>
              <a:gd name="connsiteX3" fmla="*/ 5380853 w 5776272"/>
              <a:gd name="connsiteY3" fmla="*/ 3457222 h 5840559"/>
              <a:gd name="connsiteX4" fmla="*/ 2319428 w 5776272"/>
              <a:gd name="connsiteY4" fmla="*/ 5446189 h 5840559"/>
              <a:gd name="connsiteX5" fmla="*/ 2248356 w 5776272"/>
              <a:gd name="connsiteY5" fmla="*/ 5776016 h 5840559"/>
              <a:gd name="connsiteX6" fmla="*/ 5711820 w 5776272"/>
              <a:gd name="connsiteY6" fmla="*/ 3527342 h 5840559"/>
              <a:gd name="connsiteX7" fmla="*/ 3462387 w 5776272"/>
              <a:gd name="connsiteY7" fmla="*/ 64449 h 5840559"/>
              <a:gd name="connsiteX8" fmla="*/ 0 w 5776272"/>
              <a:gd name="connsiteY8" fmla="*/ 2313692 h 5840559"/>
              <a:gd name="connsiteX9" fmla="*/ 825992 w 5776272"/>
              <a:gd name="connsiteY9" fmla="*/ 2488962 h 5840559"/>
              <a:gd name="connsiteX10" fmla="*/ 3287053 w 5776272"/>
              <a:gd name="connsiteY10" fmla="*/ 891010 h 584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272" h="5840559">
                <a:moveTo>
                  <a:pt x="3287053" y="891010"/>
                </a:moveTo>
                <a:cubicBezTo>
                  <a:pt x="4407589" y="1129180"/>
                  <a:pt x="5123237" y="2230966"/>
                  <a:pt x="4884941" y="3351819"/>
                </a:cubicBezTo>
                <a:lnTo>
                  <a:pt x="5380853" y="3457222"/>
                </a:lnTo>
                <a:lnTo>
                  <a:pt x="5380853" y="3457222"/>
                </a:lnTo>
                <a:cubicBezTo>
                  <a:pt x="5084282" y="4851273"/>
                  <a:pt x="3713858" y="5741747"/>
                  <a:pt x="2319428" y="5446189"/>
                </a:cubicBezTo>
                <a:lnTo>
                  <a:pt x="2248356" y="5776016"/>
                </a:lnTo>
                <a:cubicBezTo>
                  <a:pt x="3826038" y="6111733"/>
                  <a:pt x="5376293" y="5104581"/>
                  <a:pt x="5711820" y="3527342"/>
                </a:cubicBezTo>
                <a:cubicBezTo>
                  <a:pt x="6047347" y="1950104"/>
                  <a:pt x="5039625" y="399913"/>
                  <a:pt x="3462387" y="64449"/>
                </a:cubicBezTo>
                <a:cubicBezTo>
                  <a:pt x="1885148" y="-271015"/>
                  <a:pt x="335148" y="736327"/>
                  <a:pt x="0" y="2313692"/>
                </a:cubicBezTo>
                <a:lnTo>
                  <a:pt x="825992" y="2488962"/>
                </a:lnTo>
                <a:cubicBezTo>
                  <a:pt x="1064541" y="1368426"/>
                  <a:pt x="2166010" y="652651"/>
                  <a:pt x="3287053" y="891010"/>
                </a:cubicBezTo>
                <a:close/>
              </a:path>
            </a:pathLst>
          </a:custGeom>
          <a:solidFill>
            <a:srgbClr val="D62E20">
              <a:alpha val="90000"/>
            </a:srgbClr>
          </a:solidFill>
          <a:ln w="6330" cap="flat">
            <a:noFill/>
            <a:prstDash val="solid"/>
            <a:miter/>
          </a:ln>
        </p:spPr>
        <p:txBody>
          <a:bodyPr rtlCol="0" anchor="ctr"/>
          <a:lstStyle/>
          <a:p>
            <a:endParaRPr lang="en-US" sz="1795"/>
          </a:p>
        </p:txBody>
      </p:sp>
      <p:sp>
        <p:nvSpPr>
          <p:cNvPr id="20" name="Freeform 19">
            <a:extLst>
              <a:ext uri="{FF2B5EF4-FFF2-40B4-BE49-F238E27FC236}">
                <a16:creationId xmlns:a16="http://schemas.microsoft.com/office/drawing/2014/main" id="{E121C890-335F-2C42-A370-7FD079C11BBD}"/>
              </a:ext>
            </a:extLst>
          </p:cNvPr>
          <p:cNvSpPr/>
          <p:nvPr/>
        </p:nvSpPr>
        <p:spPr>
          <a:xfrm>
            <a:off x="5594096" y="-1759480"/>
            <a:ext cx="7667602" cy="8062253"/>
          </a:xfrm>
          <a:custGeom>
            <a:avLst/>
            <a:gdLst>
              <a:gd name="connsiteX0" fmla="*/ 4438787 w 7667602"/>
              <a:gd name="connsiteY0" fmla="*/ 0 h 8062253"/>
              <a:gd name="connsiteX1" fmla="*/ 4271371 w 7667602"/>
              <a:gd name="connsiteY1" fmla="*/ 788619 h 8062253"/>
              <a:gd name="connsiteX2" fmla="*/ 6789442 w 7667602"/>
              <a:gd name="connsiteY2" fmla="*/ 4666155 h 8062253"/>
              <a:gd name="connsiteX3" fmla="*/ 2912286 w 7667602"/>
              <a:gd name="connsiteY3" fmla="*/ 7183212 h 8062253"/>
              <a:gd name="connsiteX4" fmla="*/ 394152 w 7667602"/>
              <a:gd name="connsiteY4" fmla="*/ 3306627 h 8062253"/>
              <a:gd name="connsiteX5" fmla="*/ 79211 w 7667602"/>
              <a:gd name="connsiteY5" fmla="*/ 3239673 h 8062253"/>
              <a:gd name="connsiteX6" fmla="*/ 2845016 w 7667602"/>
              <a:gd name="connsiteY6" fmla="*/ 7499357 h 8062253"/>
              <a:gd name="connsiteX7" fmla="*/ 2845016 w 7667602"/>
              <a:gd name="connsiteY7" fmla="*/ 7499357 h 8062253"/>
              <a:gd name="connsiteX8" fmla="*/ 2744870 w 7667602"/>
              <a:gd name="connsiteY8" fmla="*/ 7972338 h 8062253"/>
              <a:gd name="connsiteX9" fmla="*/ 7577934 w 7667602"/>
              <a:gd name="connsiteY9" fmla="*/ 4833634 h 8062253"/>
              <a:gd name="connsiteX10" fmla="*/ 4438787 w 7667602"/>
              <a:gd name="connsiteY10" fmla="*/ 0 h 806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7602" h="8062253">
                <a:moveTo>
                  <a:pt x="4438787" y="0"/>
                </a:moveTo>
                <a:lnTo>
                  <a:pt x="4271371" y="788619"/>
                </a:lnTo>
                <a:cubicBezTo>
                  <a:pt x="6037435" y="1164053"/>
                  <a:pt x="7164622" y="2899775"/>
                  <a:pt x="6789442" y="4666155"/>
                </a:cubicBezTo>
                <a:cubicBezTo>
                  <a:pt x="6414262" y="6432536"/>
                  <a:pt x="4678286" y="7559343"/>
                  <a:pt x="2912286" y="7183212"/>
                </a:cubicBezTo>
                <a:cubicBezTo>
                  <a:pt x="1145906" y="6808286"/>
                  <a:pt x="18718" y="5072437"/>
                  <a:pt x="394152" y="3306627"/>
                </a:cubicBezTo>
                <a:lnTo>
                  <a:pt x="79211" y="3239673"/>
                </a:lnTo>
                <a:cubicBezTo>
                  <a:pt x="-333088" y="5179423"/>
                  <a:pt x="904886" y="7086868"/>
                  <a:pt x="2845016" y="7499357"/>
                </a:cubicBezTo>
                <a:lnTo>
                  <a:pt x="2845016" y="7499357"/>
                </a:lnTo>
                <a:lnTo>
                  <a:pt x="2744870" y="7972338"/>
                </a:lnTo>
                <a:cubicBezTo>
                  <a:pt x="4946544" y="8440379"/>
                  <a:pt x="7110084" y="7034863"/>
                  <a:pt x="7577934" y="4833634"/>
                </a:cubicBezTo>
                <a:cubicBezTo>
                  <a:pt x="8045152" y="2632151"/>
                  <a:pt x="6640396" y="467914"/>
                  <a:pt x="4438787" y="0"/>
                </a:cubicBezTo>
                <a:close/>
              </a:path>
            </a:pathLst>
          </a:custGeom>
          <a:solidFill>
            <a:srgbClr val="D62E20"/>
          </a:solidFill>
          <a:ln w="6330" cap="flat">
            <a:noFill/>
            <a:prstDash val="solid"/>
            <a:miter/>
          </a:ln>
        </p:spPr>
        <p:txBody>
          <a:bodyPr rtlCol="0" anchor="ctr"/>
          <a:lstStyle/>
          <a:p>
            <a:endParaRPr lang="en-US" sz="1795"/>
          </a:p>
        </p:txBody>
      </p:sp>
      <p:sp>
        <p:nvSpPr>
          <p:cNvPr id="21" name="Freeform 20">
            <a:extLst>
              <a:ext uri="{FF2B5EF4-FFF2-40B4-BE49-F238E27FC236}">
                <a16:creationId xmlns:a16="http://schemas.microsoft.com/office/drawing/2014/main" id="{08986066-F8F5-BE48-BA1E-5CAE6E4AE959}"/>
              </a:ext>
            </a:extLst>
          </p:cNvPr>
          <p:cNvSpPr/>
          <p:nvPr/>
        </p:nvSpPr>
        <p:spPr>
          <a:xfrm>
            <a:off x="9853876" y="787602"/>
            <a:ext cx="2581353" cy="4598821"/>
          </a:xfrm>
          <a:custGeom>
            <a:avLst/>
            <a:gdLst>
              <a:gd name="connsiteX0" fmla="*/ 2126358 w 2581353"/>
              <a:gd name="connsiteY0" fmla="*/ 0 h 4598821"/>
              <a:gd name="connsiteX1" fmla="*/ 2581350 w 2581353"/>
              <a:gd name="connsiteY1" fmla="*/ 1598712 h 4598821"/>
              <a:gd name="connsiteX2" fmla="*/ 0 w 2581353"/>
              <a:gd name="connsiteY2" fmla="*/ 4598822 h 4598821"/>
            </a:gdLst>
            <a:ahLst/>
            <a:cxnLst>
              <a:cxn ang="0">
                <a:pos x="connsiteX0" y="connsiteY0"/>
              </a:cxn>
              <a:cxn ang="0">
                <a:pos x="connsiteX1" y="connsiteY1"/>
              </a:cxn>
              <a:cxn ang="0">
                <a:pos x="connsiteX2" y="connsiteY2"/>
              </a:cxn>
            </a:cxnLst>
            <a:rect l="l" t="t" r="r" b="b"/>
            <a:pathLst>
              <a:path w="2581353" h="4598821">
                <a:moveTo>
                  <a:pt x="2126358" y="0"/>
                </a:moveTo>
                <a:cubicBezTo>
                  <a:pt x="2424602" y="479843"/>
                  <a:pt x="2582240" y="1033736"/>
                  <a:pt x="2581350" y="1598712"/>
                </a:cubicBezTo>
                <a:cubicBezTo>
                  <a:pt x="2581350" y="3120398"/>
                  <a:pt x="1460878" y="4380416"/>
                  <a:pt x="0" y="4598822"/>
                </a:cubicBezTo>
              </a:path>
            </a:pathLst>
          </a:custGeom>
          <a:noFill/>
          <a:ln w="740628" cap="flat">
            <a:solidFill>
              <a:srgbClr val="1E1D1C"/>
            </a:solidFill>
            <a:prstDash val="solid"/>
            <a:miter/>
          </a:ln>
        </p:spPr>
        <p:txBody>
          <a:bodyPr rtlCol="0" anchor="ctr"/>
          <a:lstStyle/>
          <a:p>
            <a:endParaRPr lang="en-US" sz="1795"/>
          </a:p>
        </p:txBody>
      </p:sp>
      <p:grpSp>
        <p:nvGrpSpPr>
          <p:cNvPr id="23" name="Graphic 19">
            <a:extLst>
              <a:ext uri="{FF2B5EF4-FFF2-40B4-BE49-F238E27FC236}">
                <a16:creationId xmlns:a16="http://schemas.microsoft.com/office/drawing/2014/main" id="{C296BF8D-4301-874A-BAAF-90CE54A555F6}"/>
              </a:ext>
            </a:extLst>
          </p:cNvPr>
          <p:cNvGrpSpPr/>
          <p:nvPr userDrawn="1"/>
        </p:nvGrpSpPr>
        <p:grpSpPr>
          <a:xfrm>
            <a:off x="670456" y="907915"/>
            <a:ext cx="1616120" cy="550725"/>
            <a:chOff x="9418385" y="5579588"/>
            <a:chExt cx="2377388" cy="810142"/>
          </a:xfrm>
        </p:grpSpPr>
        <p:sp>
          <p:nvSpPr>
            <p:cNvPr id="24" name="Freeform 23">
              <a:extLst>
                <a:ext uri="{FF2B5EF4-FFF2-40B4-BE49-F238E27FC236}">
                  <a16:creationId xmlns:a16="http://schemas.microsoft.com/office/drawing/2014/main" id="{086B9BF0-E021-DA40-B931-1C4FDC5E8C41}"/>
                </a:ext>
              </a:extLst>
            </p:cNvPr>
            <p:cNvSpPr/>
            <p:nvPr/>
          </p:nvSpPr>
          <p:spPr>
            <a:xfrm>
              <a:off x="10300769" y="5818451"/>
              <a:ext cx="437379" cy="295711"/>
            </a:xfrm>
            <a:custGeom>
              <a:avLst/>
              <a:gdLst>
                <a:gd name="connsiteX0" fmla="*/ 0 w 437379"/>
                <a:gd name="connsiteY0" fmla="*/ 140 h 295711"/>
                <a:gd name="connsiteX1" fmla="*/ 104887 w 437379"/>
                <a:gd name="connsiteY1" fmla="*/ 140 h 295711"/>
                <a:gd name="connsiteX2" fmla="*/ 90273 w 437379"/>
                <a:gd name="connsiteY2" fmla="*/ 185930 h 295711"/>
                <a:gd name="connsiteX3" fmla="*/ 91112 w 437379"/>
                <a:gd name="connsiteY3" fmla="*/ 185930 h 295711"/>
                <a:gd name="connsiteX4" fmla="*/ 158030 w 437379"/>
                <a:gd name="connsiteY4" fmla="*/ 0 h 295711"/>
                <a:gd name="connsiteX5" fmla="*/ 279209 w 437379"/>
                <a:gd name="connsiteY5" fmla="*/ 0 h 295711"/>
                <a:gd name="connsiteX6" fmla="*/ 267112 w 437379"/>
                <a:gd name="connsiteY6" fmla="*/ 185930 h 295711"/>
                <a:gd name="connsiteX7" fmla="*/ 267952 w 437379"/>
                <a:gd name="connsiteY7" fmla="*/ 185930 h 295711"/>
                <a:gd name="connsiteX8" fmla="*/ 332492 w 437379"/>
                <a:gd name="connsiteY8" fmla="*/ 0 h 295711"/>
                <a:gd name="connsiteX9" fmla="*/ 437379 w 437379"/>
                <a:gd name="connsiteY9" fmla="*/ 0 h 295711"/>
                <a:gd name="connsiteX10" fmla="*/ 310466 w 437379"/>
                <a:gd name="connsiteY10" fmla="*/ 295712 h 295711"/>
                <a:gd name="connsiteX11" fmla="*/ 183622 w 437379"/>
                <a:gd name="connsiteY11" fmla="*/ 295712 h 295711"/>
                <a:gd name="connsiteX12" fmla="*/ 196908 w 437379"/>
                <a:gd name="connsiteY12" fmla="*/ 104118 h 295711"/>
                <a:gd name="connsiteX13" fmla="*/ 196069 w 437379"/>
                <a:gd name="connsiteY13" fmla="*/ 104118 h 295711"/>
                <a:gd name="connsiteX14" fmla="*/ 127962 w 437379"/>
                <a:gd name="connsiteY14" fmla="*/ 295712 h 295711"/>
                <a:gd name="connsiteX15" fmla="*/ 979 w 437379"/>
                <a:gd name="connsiteY15" fmla="*/ 295712 h 29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379" h="295711">
                  <a:moveTo>
                    <a:pt x="0" y="140"/>
                  </a:moveTo>
                  <a:lnTo>
                    <a:pt x="104887" y="140"/>
                  </a:lnTo>
                  <a:lnTo>
                    <a:pt x="90273" y="185930"/>
                  </a:lnTo>
                  <a:lnTo>
                    <a:pt x="91112" y="185930"/>
                  </a:lnTo>
                  <a:lnTo>
                    <a:pt x="158030" y="0"/>
                  </a:lnTo>
                  <a:lnTo>
                    <a:pt x="279209" y="0"/>
                  </a:lnTo>
                  <a:lnTo>
                    <a:pt x="267112" y="185930"/>
                  </a:lnTo>
                  <a:lnTo>
                    <a:pt x="267952" y="185930"/>
                  </a:lnTo>
                  <a:lnTo>
                    <a:pt x="332492" y="0"/>
                  </a:lnTo>
                  <a:lnTo>
                    <a:pt x="437379" y="0"/>
                  </a:lnTo>
                  <a:lnTo>
                    <a:pt x="310466" y="295712"/>
                  </a:lnTo>
                  <a:lnTo>
                    <a:pt x="183622" y="295712"/>
                  </a:lnTo>
                  <a:lnTo>
                    <a:pt x="196908" y="104118"/>
                  </a:lnTo>
                  <a:lnTo>
                    <a:pt x="196069" y="104118"/>
                  </a:lnTo>
                  <a:lnTo>
                    <a:pt x="127962" y="295712"/>
                  </a:lnTo>
                  <a:lnTo>
                    <a:pt x="979" y="295712"/>
                  </a:lnTo>
                  <a:close/>
                </a:path>
              </a:pathLst>
            </a:custGeom>
            <a:solidFill>
              <a:srgbClr val="221F1F"/>
            </a:solidFill>
            <a:ln w="6976" cap="flat">
              <a:noFill/>
              <a:prstDash val="solid"/>
              <a:miter/>
            </a:ln>
          </p:spPr>
          <p:txBody>
            <a:bodyPr rtlCol="0" anchor="ctr"/>
            <a:lstStyle/>
            <a:p>
              <a:endParaRPr lang="en-US" sz="1795"/>
            </a:p>
          </p:txBody>
        </p:sp>
        <p:sp>
          <p:nvSpPr>
            <p:cNvPr id="25" name="Freeform 24">
              <a:extLst>
                <a:ext uri="{FF2B5EF4-FFF2-40B4-BE49-F238E27FC236}">
                  <a16:creationId xmlns:a16="http://schemas.microsoft.com/office/drawing/2014/main" id="{EAFF99C8-8796-634D-A706-030EAEA3CD81}"/>
                </a:ext>
              </a:extLst>
            </p:cNvPr>
            <p:cNvSpPr/>
            <p:nvPr/>
          </p:nvSpPr>
          <p:spPr>
            <a:xfrm>
              <a:off x="10656056" y="5902570"/>
              <a:ext cx="240665" cy="217842"/>
            </a:xfrm>
            <a:custGeom>
              <a:avLst/>
              <a:gdLst>
                <a:gd name="connsiteX0" fmla="*/ 134886 w 240665"/>
                <a:gd name="connsiteY0" fmla="*/ 139150 h 217842"/>
                <a:gd name="connsiteX1" fmla="*/ 106426 w 240665"/>
                <a:gd name="connsiteY1" fmla="*/ 167120 h 217842"/>
                <a:gd name="connsiteX2" fmla="*/ 87966 w 240665"/>
                <a:gd name="connsiteY2" fmla="*/ 146143 h 217842"/>
                <a:gd name="connsiteX3" fmla="*/ 125026 w 240665"/>
                <a:gd name="connsiteY3" fmla="*/ 122368 h 217842"/>
                <a:gd name="connsiteX4" fmla="*/ 138522 w 240665"/>
                <a:gd name="connsiteY4" fmla="*/ 122368 h 217842"/>
                <a:gd name="connsiteX5" fmla="*/ 146703 w 240665"/>
                <a:gd name="connsiteY5" fmla="*/ 83210 h 217842"/>
                <a:gd name="connsiteX6" fmla="*/ 134886 w 240665"/>
                <a:gd name="connsiteY6" fmla="*/ 83210 h 217842"/>
                <a:gd name="connsiteX7" fmla="*/ 1679 w 240665"/>
                <a:gd name="connsiteY7" fmla="*/ 154883 h 217842"/>
                <a:gd name="connsiteX8" fmla="*/ 59647 w 240665"/>
                <a:gd name="connsiteY8" fmla="*/ 217816 h 217842"/>
                <a:gd name="connsiteX9" fmla="*/ 123628 w 240665"/>
                <a:gd name="connsiteY9" fmla="*/ 192013 h 217842"/>
                <a:gd name="connsiteX10" fmla="*/ 121950 w 240665"/>
                <a:gd name="connsiteY10" fmla="*/ 211662 h 217842"/>
                <a:gd name="connsiteX11" fmla="*/ 208796 w 240665"/>
                <a:gd name="connsiteY11" fmla="*/ 211662 h 217842"/>
                <a:gd name="connsiteX12" fmla="*/ 238234 w 240665"/>
                <a:gd name="connsiteY12" fmla="*/ 72932 h 217842"/>
                <a:gd name="connsiteX13" fmla="*/ 149360 w 240665"/>
                <a:gd name="connsiteY13" fmla="*/ 0 h 217842"/>
                <a:gd name="connsiteX14" fmla="*/ 29020 w 240665"/>
                <a:gd name="connsiteY14" fmla="*/ 67128 h 217842"/>
                <a:gd name="connsiteX15" fmla="*/ 110901 w 240665"/>
                <a:gd name="connsiteY15" fmla="*/ 67128 h 217842"/>
                <a:gd name="connsiteX16" fmla="*/ 135445 w 240665"/>
                <a:gd name="connsiteY16" fmla="*/ 46150 h 217842"/>
                <a:gd name="connsiteX17" fmla="*/ 151248 w 240665"/>
                <a:gd name="connsiteY17" fmla="*/ 62513 h 21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0665" h="217842">
                  <a:moveTo>
                    <a:pt x="134886" y="139150"/>
                  </a:moveTo>
                  <a:cubicBezTo>
                    <a:pt x="131319" y="155932"/>
                    <a:pt x="123628" y="167120"/>
                    <a:pt x="106426" y="167120"/>
                  </a:cubicBezTo>
                  <a:cubicBezTo>
                    <a:pt x="91253" y="167120"/>
                    <a:pt x="85449" y="158939"/>
                    <a:pt x="87966" y="146143"/>
                  </a:cubicBezTo>
                  <a:cubicBezTo>
                    <a:pt x="90414" y="134675"/>
                    <a:pt x="98804" y="122368"/>
                    <a:pt x="125026" y="122368"/>
                  </a:cubicBezTo>
                  <a:lnTo>
                    <a:pt x="138522" y="122368"/>
                  </a:lnTo>
                  <a:close/>
                  <a:moveTo>
                    <a:pt x="146703" y="83210"/>
                  </a:moveTo>
                  <a:lnTo>
                    <a:pt x="134886" y="83210"/>
                  </a:lnTo>
                  <a:cubicBezTo>
                    <a:pt x="57968" y="83210"/>
                    <a:pt x="12517" y="104188"/>
                    <a:pt x="1679" y="154883"/>
                  </a:cubicBezTo>
                  <a:cubicBezTo>
                    <a:pt x="-6852" y="195370"/>
                    <a:pt x="17832" y="217816"/>
                    <a:pt x="59647" y="217816"/>
                  </a:cubicBezTo>
                  <a:cubicBezTo>
                    <a:pt x="83617" y="218409"/>
                    <a:pt x="106776" y="209072"/>
                    <a:pt x="123628" y="192013"/>
                  </a:cubicBezTo>
                  <a:lnTo>
                    <a:pt x="121950" y="211662"/>
                  </a:lnTo>
                  <a:lnTo>
                    <a:pt x="208796" y="211662"/>
                  </a:lnTo>
                  <a:lnTo>
                    <a:pt x="238234" y="72932"/>
                  </a:lnTo>
                  <a:cubicBezTo>
                    <a:pt x="248373" y="24963"/>
                    <a:pt x="228305" y="0"/>
                    <a:pt x="149360" y="0"/>
                  </a:cubicBezTo>
                  <a:cubicBezTo>
                    <a:pt x="97336" y="0"/>
                    <a:pt x="43984" y="11887"/>
                    <a:pt x="29020" y="67128"/>
                  </a:cubicBezTo>
                  <a:lnTo>
                    <a:pt x="110901" y="67128"/>
                  </a:lnTo>
                  <a:cubicBezTo>
                    <a:pt x="115796" y="49926"/>
                    <a:pt x="123208" y="46150"/>
                    <a:pt x="135445" y="46150"/>
                  </a:cubicBezTo>
                  <a:cubicBezTo>
                    <a:pt x="149430" y="46150"/>
                    <a:pt x="153416" y="52234"/>
                    <a:pt x="151248" y="62513"/>
                  </a:cubicBezTo>
                  <a:close/>
                </a:path>
              </a:pathLst>
            </a:custGeom>
            <a:solidFill>
              <a:srgbClr val="221F1F"/>
            </a:solidFill>
            <a:ln w="6976" cap="flat">
              <a:noFill/>
              <a:prstDash val="solid"/>
              <a:miter/>
            </a:ln>
          </p:spPr>
          <p:txBody>
            <a:bodyPr rtlCol="0" anchor="ctr"/>
            <a:lstStyle/>
            <a:p>
              <a:endParaRPr lang="en-US" sz="1795"/>
            </a:p>
          </p:txBody>
        </p:sp>
        <p:sp>
          <p:nvSpPr>
            <p:cNvPr id="26" name="Freeform 25">
              <a:extLst>
                <a:ext uri="{FF2B5EF4-FFF2-40B4-BE49-F238E27FC236}">
                  <a16:creationId xmlns:a16="http://schemas.microsoft.com/office/drawing/2014/main" id="{E32E97F1-1AE5-004A-AE86-FADD4DD5E72F}"/>
                </a:ext>
              </a:extLst>
            </p:cNvPr>
            <p:cNvSpPr/>
            <p:nvPr/>
          </p:nvSpPr>
          <p:spPr>
            <a:xfrm>
              <a:off x="10884850" y="5818590"/>
              <a:ext cx="271061" cy="301725"/>
            </a:xfrm>
            <a:custGeom>
              <a:avLst/>
              <a:gdLst>
                <a:gd name="connsiteX0" fmla="*/ 120760 w 271061"/>
                <a:gd name="connsiteY0" fmla="*/ 192783 h 301725"/>
                <a:gd name="connsiteX1" fmla="*/ 129151 w 271061"/>
                <a:gd name="connsiteY1" fmla="*/ 160897 h 301725"/>
                <a:gd name="connsiteX2" fmla="*/ 154534 w 271061"/>
                <a:gd name="connsiteY2" fmla="*/ 142017 h 301725"/>
                <a:gd name="connsiteX3" fmla="*/ 167050 w 271061"/>
                <a:gd name="connsiteY3" fmla="*/ 192783 h 301725"/>
                <a:gd name="connsiteX4" fmla="*/ 132437 w 271061"/>
                <a:gd name="connsiteY4" fmla="*/ 243548 h 301725"/>
                <a:gd name="connsiteX5" fmla="*/ 116425 w 271061"/>
                <a:gd name="connsiteY5" fmla="*/ 232500 h 301725"/>
                <a:gd name="connsiteX6" fmla="*/ 120760 w 271061"/>
                <a:gd name="connsiteY6" fmla="*/ 192783 h 301725"/>
                <a:gd name="connsiteX7" fmla="*/ 0 w 271061"/>
                <a:gd name="connsiteY7" fmla="*/ 295572 h 301725"/>
                <a:gd name="connsiteX8" fmla="*/ 93350 w 271061"/>
                <a:gd name="connsiteY8" fmla="*/ 295572 h 301725"/>
                <a:gd name="connsiteX9" fmla="*/ 99992 w 271061"/>
                <a:gd name="connsiteY9" fmla="*/ 271798 h 301725"/>
                <a:gd name="connsiteX10" fmla="*/ 157540 w 271061"/>
                <a:gd name="connsiteY10" fmla="*/ 301725 h 301725"/>
                <a:gd name="connsiteX11" fmla="*/ 266763 w 271061"/>
                <a:gd name="connsiteY11" fmla="*/ 190335 h 301725"/>
                <a:gd name="connsiteX12" fmla="*/ 205089 w 271061"/>
                <a:gd name="connsiteY12" fmla="*/ 83910 h 301725"/>
                <a:gd name="connsiteX13" fmla="*/ 138731 w 271061"/>
                <a:gd name="connsiteY13" fmla="*/ 108873 h 301725"/>
                <a:gd name="connsiteX14" fmla="*/ 161946 w 271061"/>
                <a:gd name="connsiteY14" fmla="*/ 0 h 301725"/>
                <a:gd name="connsiteX15" fmla="*/ 62792 w 271061"/>
                <a:gd name="connsiteY15" fmla="*/ 0 h 30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1061" h="301725">
                  <a:moveTo>
                    <a:pt x="120760" y="192783"/>
                  </a:moveTo>
                  <a:cubicBezTo>
                    <a:pt x="122550" y="181914"/>
                    <a:pt x="125361" y="171239"/>
                    <a:pt x="129151" y="160897"/>
                  </a:cubicBezTo>
                  <a:cubicBezTo>
                    <a:pt x="132899" y="149964"/>
                    <a:pt x="142982" y="142462"/>
                    <a:pt x="154534" y="142017"/>
                  </a:cubicBezTo>
                  <a:cubicBezTo>
                    <a:pt x="174952" y="142017"/>
                    <a:pt x="174043" y="159988"/>
                    <a:pt x="167050" y="192783"/>
                  </a:cubicBezTo>
                  <a:cubicBezTo>
                    <a:pt x="161107" y="220752"/>
                    <a:pt x="153764" y="243548"/>
                    <a:pt x="132437" y="243548"/>
                  </a:cubicBezTo>
                  <a:cubicBezTo>
                    <a:pt x="121459" y="243548"/>
                    <a:pt x="118033" y="238653"/>
                    <a:pt x="116425" y="232500"/>
                  </a:cubicBezTo>
                  <a:cubicBezTo>
                    <a:pt x="114816" y="226346"/>
                    <a:pt x="116425" y="213760"/>
                    <a:pt x="120760" y="192783"/>
                  </a:cubicBezTo>
                  <a:close/>
                  <a:moveTo>
                    <a:pt x="0" y="295572"/>
                  </a:moveTo>
                  <a:lnTo>
                    <a:pt x="93350" y="295572"/>
                  </a:lnTo>
                  <a:lnTo>
                    <a:pt x="99992" y="271798"/>
                  </a:lnTo>
                  <a:cubicBezTo>
                    <a:pt x="112229" y="295152"/>
                    <a:pt x="134955" y="301725"/>
                    <a:pt x="157540" y="301725"/>
                  </a:cubicBezTo>
                  <a:cubicBezTo>
                    <a:pt x="207467" y="301725"/>
                    <a:pt x="251240" y="263197"/>
                    <a:pt x="266763" y="190335"/>
                  </a:cubicBezTo>
                  <a:cubicBezTo>
                    <a:pt x="283335" y="112579"/>
                    <a:pt x="249701" y="83910"/>
                    <a:pt x="205089" y="83910"/>
                  </a:cubicBezTo>
                  <a:cubicBezTo>
                    <a:pt x="180588" y="83402"/>
                    <a:pt x="156827" y="92341"/>
                    <a:pt x="138731" y="108873"/>
                  </a:cubicBezTo>
                  <a:lnTo>
                    <a:pt x="161946" y="0"/>
                  </a:lnTo>
                  <a:lnTo>
                    <a:pt x="62792" y="0"/>
                  </a:lnTo>
                  <a:close/>
                </a:path>
              </a:pathLst>
            </a:custGeom>
            <a:solidFill>
              <a:srgbClr val="221F1F"/>
            </a:solidFill>
            <a:ln w="6976" cap="flat">
              <a:noFill/>
              <a:prstDash val="solid"/>
              <a:miter/>
            </a:ln>
          </p:spPr>
          <p:txBody>
            <a:bodyPr rtlCol="0" anchor="ctr"/>
            <a:lstStyle/>
            <a:p>
              <a:endParaRPr lang="en-US" sz="1795"/>
            </a:p>
          </p:txBody>
        </p:sp>
        <p:sp>
          <p:nvSpPr>
            <p:cNvPr id="27" name="Freeform 26">
              <a:extLst>
                <a:ext uri="{FF2B5EF4-FFF2-40B4-BE49-F238E27FC236}">
                  <a16:creationId xmlns:a16="http://schemas.microsoft.com/office/drawing/2014/main" id="{D6E6F75D-E03C-744F-8AC9-5C18F6C96AF6}"/>
                </a:ext>
              </a:extLst>
            </p:cNvPr>
            <p:cNvSpPr/>
            <p:nvPr/>
          </p:nvSpPr>
          <p:spPr>
            <a:xfrm>
              <a:off x="11158396" y="5841316"/>
              <a:ext cx="183202" cy="279139"/>
            </a:xfrm>
            <a:custGeom>
              <a:avLst/>
              <a:gdLst>
                <a:gd name="connsiteX0" fmla="*/ 26641 w 183202"/>
                <a:gd name="connsiteY0" fmla="*/ 128102 h 279139"/>
                <a:gd name="connsiteX1" fmla="*/ 0 w 183202"/>
                <a:gd name="connsiteY1" fmla="*/ 128102 h 279139"/>
                <a:gd name="connsiteX2" fmla="*/ 12936 w 183202"/>
                <a:gd name="connsiteY2" fmla="*/ 67547 h 279139"/>
                <a:gd name="connsiteX3" fmla="*/ 39507 w 183202"/>
                <a:gd name="connsiteY3" fmla="*/ 67547 h 279139"/>
                <a:gd name="connsiteX4" fmla="*/ 46500 w 183202"/>
                <a:gd name="connsiteY4" fmla="*/ 34403 h 279139"/>
                <a:gd name="connsiteX5" fmla="*/ 152995 w 183202"/>
                <a:gd name="connsiteY5" fmla="*/ 0 h 279139"/>
                <a:gd name="connsiteX6" fmla="*/ 138661 w 183202"/>
                <a:gd name="connsiteY6" fmla="*/ 67547 h 279139"/>
                <a:gd name="connsiteX7" fmla="*/ 183203 w 183202"/>
                <a:gd name="connsiteY7" fmla="*/ 67547 h 279139"/>
                <a:gd name="connsiteX8" fmla="*/ 170336 w 183202"/>
                <a:gd name="connsiteY8" fmla="*/ 128102 h 279139"/>
                <a:gd name="connsiteX9" fmla="*/ 125724 w 183202"/>
                <a:gd name="connsiteY9" fmla="*/ 128102 h 279139"/>
                <a:gd name="connsiteX10" fmla="*/ 112229 w 183202"/>
                <a:gd name="connsiteY10" fmla="*/ 191034 h 279139"/>
                <a:gd name="connsiteX11" fmla="*/ 124676 w 183202"/>
                <a:gd name="connsiteY11" fmla="*/ 212012 h 279139"/>
                <a:gd name="connsiteX12" fmla="*/ 149359 w 183202"/>
                <a:gd name="connsiteY12" fmla="*/ 209564 h 279139"/>
                <a:gd name="connsiteX13" fmla="*/ 136423 w 183202"/>
                <a:gd name="connsiteY13" fmla="*/ 270119 h 279139"/>
                <a:gd name="connsiteX14" fmla="*/ 68596 w 183202"/>
                <a:gd name="connsiteY14" fmla="*/ 279140 h 279139"/>
                <a:gd name="connsiteX15" fmla="*/ 6783 w 183202"/>
                <a:gd name="connsiteY15" fmla="*/ 221382 h 2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202" h="279139">
                  <a:moveTo>
                    <a:pt x="26641" y="128102"/>
                  </a:moveTo>
                  <a:lnTo>
                    <a:pt x="0" y="128102"/>
                  </a:lnTo>
                  <a:lnTo>
                    <a:pt x="12936" y="67547"/>
                  </a:lnTo>
                  <a:lnTo>
                    <a:pt x="39507" y="67547"/>
                  </a:lnTo>
                  <a:lnTo>
                    <a:pt x="46500" y="34403"/>
                  </a:lnTo>
                  <a:lnTo>
                    <a:pt x="152995" y="0"/>
                  </a:lnTo>
                  <a:lnTo>
                    <a:pt x="138661" y="67547"/>
                  </a:lnTo>
                  <a:lnTo>
                    <a:pt x="183203" y="67547"/>
                  </a:lnTo>
                  <a:lnTo>
                    <a:pt x="170336" y="128102"/>
                  </a:lnTo>
                  <a:lnTo>
                    <a:pt x="125724" y="128102"/>
                  </a:lnTo>
                  <a:lnTo>
                    <a:pt x="112229" y="191034"/>
                  </a:lnTo>
                  <a:cubicBezTo>
                    <a:pt x="109013" y="206558"/>
                    <a:pt x="112789" y="212012"/>
                    <a:pt x="124676" y="212012"/>
                  </a:cubicBezTo>
                  <a:cubicBezTo>
                    <a:pt x="132976" y="212289"/>
                    <a:pt x="141276" y="211466"/>
                    <a:pt x="149359" y="209564"/>
                  </a:cubicBezTo>
                  <a:lnTo>
                    <a:pt x="136423" y="270119"/>
                  </a:lnTo>
                  <a:cubicBezTo>
                    <a:pt x="114152" y="275278"/>
                    <a:pt x="91441" y="278298"/>
                    <a:pt x="68596" y="279140"/>
                  </a:cubicBezTo>
                  <a:cubicBezTo>
                    <a:pt x="30068" y="279140"/>
                    <a:pt x="-3007" y="267322"/>
                    <a:pt x="6783" y="221382"/>
                  </a:cubicBezTo>
                  <a:close/>
                </a:path>
              </a:pathLst>
            </a:custGeom>
            <a:solidFill>
              <a:srgbClr val="221F1F"/>
            </a:solidFill>
            <a:ln w="6976" cap="flat">
              <a:noFill/>
              <a:prstDash val="solid"/>
              <a:miter/>
            </a:ln>
          </p:spPr>
          <p:txBody>
            <a:bodyPr rtlCol="0" anchor="ctr"/>
            <a:lstStyle/>
            <a:p>
              <a:endParaRPr lang="en-US" sz="1795"/>
            </a:p>
          </p:txBody>
        </p:sp>
        <p:sp>
          <p:nvSpPr>
            <p:cNvPr id="28" name="Freeform 27">
              <a:extLst>
                <a:ext uri="{FF2B5EF4-FFF2-40B4-BE49-F238E27FC236}">
                  <a16:creationId xmlns:a16="http://schemas.microsoft.com/office/drawing/2014/main" id="{8E2128F4-607A-A548-B9F0-F939AE8A3C73}"/>
                </a:ext>
              </a:extLst>
            </p:cNvPr>
            <p:cNvSpPr/>
            <p:nvPr/>
          </p:nvSpPr>
          <p:spPr>
            <a:xfrm>
              <a:off x="11314917" y="5902220"/>
              <a:ext cx="243125" cy="217815"/>
            </a:xfrm>
            <a:custGeom>
              <a:avLst/>
              <a:gdLst>
                <a:gd name="connsiteX0" fmla="*/ 103598 w 243125"/>
                <a:gd name="connsiteY0" fmla="*/ 83840 h 217815"/>
                <a:gd name="connsiteX1" fmla="*/ 104158 w 243125"/>
                <a:gd name="connsiteY1" fmla="*/ 80973 h 217815"/>
                <a:gd name="connsiteX2" fmla="*/ 137092 w 243125"/>
                <a:gd name="connsiteY2" fmla="*/ 51045 h 217815"/>
                <a:gd name="connsiteX3" fmla="*/ 156532 w 243125"/>
                <a:gd name="connsiteY3" fmla="*/ 80973 h 217815"/>
                <a:gd name="connsiteX4" fmla="*/ 155972 w 243125"/>
                <a:gd name="connsiteY4" fmla="*/ 83840 h 217815"/>
                <a:gd name="connsiteX5" fmla="*/ 142756 w 243125"/>
                <a:gd name="connsiteY5" fmla="*/ 146073 h 217815"/>
                <a:gd name="connsiteX6" fmla="*/ 113668 w 243125"/>
                <a:gd name="connsiteY6" fmla="*/ 167050 h 217815"/>
                <a:gd name="connsiteX7" fmla="*/ 93040 w 243125"/>
                <a:gd name="connsiteY7" fmla="*/ 133067 h 217815"/>
                <a:gd name="connsiteX8" fmla="*/ 94369 w 243125"/>
                <a:gd name="connsiteY8" fmla="*/ 126983 h 217815"/>
                <a:gd name="connsiteX9" fmla="*/ 236106 w 243125"/>
                <a:gd name="connsiteY9" fmla="*/ 126983 h 217815"/>
                <a:gd name="connsiteX10" fmla="*/ 239043 w 243125"/>
                <a:gd name="connsiteY10" fmla="*/ 112998 h 217815"/>
                <a:gd name="connsiteX11" fmla="*/ 148141 w 243125"/>
                <a:gd name="connsiteY11" fmla="*/ 0 h 217815"/>
                <a:gd name="connsiteX12" fmla="*/ 3676 w 243125"/>
                <a:gd name="connsiteY12" fmla="*/ 107684 h 217815"/>
                <a:gd name="connsiteX13" fmla="*/ 94578 w 243125"/>
                <a:gd name="connsiteY13" fmla="*/ 217816 h 217815"/>
                <a:gd name="connsiteX14" fmla="*/ 229813 w 243125"/>
                <a:gd name="connsiteY14" fmla="*/ 14579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125" h="217815">
                  <a:moveTo>
                    <a:pt x="103598" y="83840"/>
                  </a:moveTo>
                  <a:lnTo>
                    <a:pt x="104158" y="80973"/>
                  </a:lnTo>
                  <a:cubicBezTo>
                    <a:pt x="108354" y="61324"/>
                    <a:pt x="121220" y="51045"/>
                    <a:pt x="137092" y="51045"/>
                  </a:cubicBezTo>
                  <a:cubicBezTo>
                    <a:pt x="152965" y="51045"/>
                    <a:pt x="160797" y="61324"/>
                    <a:pt x="156532" y="80973"/>
                  </a:cubicBezTo>
                  <a:lnTo>
                    <a:pt x="155972" y="83840"/>
                  </a:lnTo>
                  <a:close/>
                  <a:moveTo>
                    <a:pt x="142756" y="146073"/>
                  </a:moveTo>
                  <a:cubicBezTo>
                    <a:pt x="138330" y="158410"/>
                    <a:pt x="126772" y="166749"/>
                    <a:pt x="113668" y="167050"/>
                  </a:cubicBezTo>
                  <a:cubicBezTo>
                    <a:pt x="94019" y="167050"/>
                    <a:pt x="88005" y="156841"/>
                    <a:pt x="93040" y="133067"/>
                  </a:cubicBezTo>
                  <a:lnTo>
                    <a:pt x="94369" y="126983"/>
                  </a:lnTo>
                  <a:lnTo>
                    <a:pt x="236106" y="126983"/>
                  </a:lnTo>
                  <a:lnTo>
                    <a:pt x="239043" y="112998"/>
                  </a:lnTo>
                  <a:cubicBezTo>
                    <a:pt x="254636" y="39717"/>
                    <a:pt x="225827" y="0"/>
                    <a:pt x="148141" y="0"/>
                  </a:cubicBezTo>
                  <a:cubicBezTo>
                    <a:pt x="74440" y="0"/>
                    <a:pt x="18780" y="36850"/>
                    <a:pt x="3676" y="107684"/>
                  </a:cubicBezTo>
                  <a:cubicBezTo>
                    <a:pt x="-13945" y="190755"/>
                    <a:pt x="34303" y="217816"/>
                    <a:pt x="94578" y="217816"/>
                  </a:cubicBezTo>
                  <a:cubicBezTo>
                    <a:pt x="171496" y="217816"/>
                    <a:pt x="212541" y="192433"/>
                    <a:pt x="229813" y="145793"/>
                  </a:cubicBezTo>
                  <a:close/>
                </a:path>
              </a:pathLst>
            </a:custGeom>
            <a:solidFill>
              <a:srgbClr val="221F1F"/>
            </a:solidFill>
            <a:ln w="6976" cap="flat">
              <a:noFill/>
              <a:prstDash val="solid"/>
              <a:miter/>
            </a:ln>
          </p:spPr>
          <p:txBody>
            <a:bodyPr rtlCol="0" anchor="ctr"/>
            <a:lstStyle/>
            <a:p>
              <a:endParaRPr lang="en-US" sz="1795"/>
            </a:p>
          </p:txBody>
        </p:sp>
        <p:sp>
          <p:nvSpPr>
            <p:cNvPr id="29" name="Freeform 28">
              <a:extLst>
                <a:ext uri="{FF2B5EF4-FFF2-40B4-BE49-F238E27FC236}">
                  <a16:creationId xmlns:a16="http://schemas.microsoft.com/office/drawing/2014/main" id="{C3B2D5CA-2525-3C49-8FCE-5D51E5FF08B5}"/>
                </a:ext>
              </a:extLst>
            </p:cNvPr>
            <p:cNvSpPr/>
            <p:nvPr/>
          </p:nvSpPr>
          <p:spPr>
            <a:xfrm>
              <a:off x="11550133" y="5902500"/>
              <a:ext cx="245640" cy="217815"/>
            </a:xfrm>
            <a:custGeom>
              <a:avLst/>
              <a:gdLst>
                <a:gd name="connsiteX0" fmla="*/ 152277 w 245640"/>
                <a:gd name="connsiteY0" fmla="*/ 90483 h 217815"/>
                <a:gd name="connsiteX1" fmla="*/ 139411 w 245640"/>
                <a:gd name="connsiteY1" fmla="*/ 50765 h 217815"/>
                <a:gd name="connsiteX2" fmla="*/ 101861 w 245640"/>
                <a:gd name="connsiteY2" fmla="*/ 111810 h 217815"/>
                <a:gd name="connsiteX3" fmla="*/ 113469 w 245640"/>
                <a:gd name="connsiteY3" fmla="*/ 167050 h 217815"/>
                <a:gd name="connsiteX4" fmla="*/ 144165 w 245640"/>
                <a:gd name="connsiteY4" fmla="*/ 128592 h 217815"/>
                <a:gd name="connsiteX5" fmla="*/ 235837 w 245640"/>
                <a:gd name="connsiteY5" fmla="*/ 128592 h 217815"/>
                <a:gd name="connsiteX6" fmla="*/ 98575 w 245640"/>
                <a:gd name="connsiteY6" fmla="*/ 217816 h 217815"/>
                <a:gd name="connsiteX7" fmla="*/ 3687 w 245640"/>
                <a:gd name="connsiteY7" fmla="*/ 107684 h 217815"/>
                <a:gd name="connsiteX8" fmla="*/ 147312 w 245640"/>
                <a:gd name="connsiteY8" fmla="*/ 0 h 217815"/>
                <a:gd name="connsiteX9" fmla="*/ 243948 w 245640"/>
                <a:gd name="connsiteY9" fmla="*/ 90483 h 2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5640" h="217815">
                  <a:moveTo>
                    <a:pt x="152277" y="90483"/>
                  </a:moveTo>
                  <a:cubicBezTo>
                    <a:pt x="156962" y="64680"/>
                    <a:pt x="156612" y="50765"/>
                    <a:pt x="139411" y="50765"/>
                  </a:cubicBezTo>
                  <a:cubicBezTo>
                    <a:pt x="122209" y="50765"/>
                    <a:pt x="112979" y="59366"/>
                    <a:pt x="101861" y="111810"/>
                  </a:cubicBezTo>
                  <a:cubicBezTo>
                    <a:pt x="91722" y="159638"/>
                    <a:pt x="98225" y="167050"/>
                    <a:pt x="113469" y="167050"/>
                  </a:cubicBezTo>
                  <a:cubicBezTo>
                    <a:pt x="128712" y="167050"/>
                    <a:pt x="136404" y="155233"/>
                    <a:pt x="144165" y="128592"/>
                  </a:cubicBezTo>
                  <a:lnTo>
                    <a:pt x="235837" y="128592"/>
                  </a:lnTo>
                  <a:cubicBezTo>
                    <a:pt x="222411" y="185930"/>
                    <a:pt x="179897" y="217816"/>
                    <a:pt x="98575" y="217816"/>
                  </a:cubicBezTo>
                  <a:cubicBezTo>
                    <a:pt x="34314" y="217816"/>
                    <a:pt x="-14004" y="190755"/>
                    <a:pt x="3687" y="107684"/>
                  </a:cubicBezTo>
                  <a:cubicBezTo>
                    <a:pt x="18651" y="36850"/>
                    <a:pt x="74450" y="0"/>
                    <a:pt x="147312" y="0"/>
                  </a:cubicBezTo>
                  <a:cubicBezTo>
                    <a:pt x="227166" y="0"/>
                    <a:pt x="252898" y="34962"/>
                    <a:pt x="243948" y="90483"/>
                  </a:cubicBezTo>
                  <a:close/>
                </a:path>
              </a:pathLst>
            </a:custGeom>
            <a:solidFill>
              <a:srgbClr val="221F1F"/>
            </a:solidFill>
            <a:ln w="6976" cap="flat">
              <a:noFill/>
              <a:prstDash val="solid"/>
              <a:miter/>
            </a:ln>
          </p:spPr>
          <p:txBody>
            <a:bodyPr rtlCol="0" anchor="ctr"/>
            <a:lstStyle/>
            <a:p>
              <a:endParaRPr lang="en-US" sz="1795"/>
            </a:p>
          </p:txBody>
        </p:sp>
        <p:sp>
          <p:nvSpPr>
            <p:cNvPr id="30" name="Freeform 29">
              <a:extLst>
                <a:ext uri="{FF2B5EF4-FFF2-40B4-BE49-F238E27FC236}">
                  <a16:creationId xmlns:a16="http://schemas.microsoft.com/office/drawing/2014/main" id="{02692A5C-E36E-5C4A-838D-464DC712EF02}"/>
                </a:ext>
              </a:extLst>
            </p:cNvPr>
            <p:cNvSpPr/>
            <p:nvPr/>
          </p:nvSpPr>
          <p:spPr>
            <a:xfrm>
              <a:off x="10282488" y="6212880"/>
              <a:ext cx="80467" cy="96372"/>
            </a:xfrm>
            <a:custGeom>
              <a:avLst/>
              <a:gdLst>
                <a:gd name="connsiteX0" fmla="*/ 66670 w 80467"/>
                <a:gd name="connsiteY0" fmla="*/ 25749 h 96372"/>
                <a:gd name="connsiteX1" fmla="*/ 50237 w 80467"/>
                <a:gd name="connsiteY1" fmla="*/ 11065 h 96372"/>
                <a:gd name="connsiteX2" fmla="*/ 15275 w 80467"/>
                <a:gd name="connsiteY2" fmla="*/ 48195 h 96372"/>
                <a:gd name="connsiteX3" fmla="*/ 33246 w 80467"/>
                <a:gd name="connsiteY3" fmla="*/ 85395 h 96372"/>
                <a:gd name="connsiteX4" fmla="*/ 56810 w 80467"/>
                <a:gd name="connsiteY4" fmla="*/ 70640 h 96372"/>
                <a:gd name="connsiteX5" fmla="*/ 70306 w 80467"/>
                <a:gd name="connsiteY5" fmla="*/ 70640 h 96372"/>
                <a:gd name="connsiteX6" fmla="*/ 29819 w 80467"/>
                <a:gd name="connsiteY6" fmla="*/ 96373 h 96372"/>
                <a:gd name="connsiteX7" fmla="*/ 1849 w 80467"/>
                <a:gd name="connsiteY7" fmla="*/ 48195 h 96372"/>
                <a:gd name="connsiteX8" fmla="*/ 53104 w 80467"/>
                <a:gd name="connsiteY8" fmla="*/ 16 h 96372"/>
                <a:gd name="connsiteX9" fmla="*/ 80235 w 80467"/>
                <a:gd name="connsiteY9" fmla="*/ 25749 h 9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 h="96372">
                  <a:moveTo>
                    <a:pt x="66670" y="25749"/>
                  </a:moveTo>
                  <a:cubicBezTo>
                    <a:pt x="67998" y="16938"/>
                    <a:pt x="59677" y="11065"/>
                    <a:pt x="50237" y="11065"/>
                  </a:cubicBezTo>
                  <a:cubicBezTo>
                    <a:pt x="27442" y="11065"/>
                    <a:pt x="18771" y="32042"/>
                    <a:pt x="15275" y="48195"/>
                  </a:cubicBezTo>
                  <a:cubicBezTo>
                    <a:pt x="11219" y="67284"/>
                    <a:pt x="13177" y="85395"/>
                    <a:pt x="33246" y="85395"/>
                  </a:cubicBezTo>
                  <a:cubicBezTo>
                    <a:pt x="43434" y="85975"/>
                    <a:pt x="52880" y="80059"/>
                    <a:pt x="56810" y="70640"/>
                  </a:cubicBezTo>
                  <a:lnTo>
                    <a:pt x="70306" y="70640"/>
                  </a:lnTo>
                  <a:cubicBezTo>
                    <a:pt x="65691" y="86164"/>
                    <a:pt x="47860" y="96373"/>
                    <a:pt x="29819" y="96373"/>
                  </a:cubicBezTo>
                  <a:cubicBezTo>
                    <a:pt x="2479" y="96373"/>
                    <a:pt x="-3675" y="74137"/>
                    <a:pt x="1849" y="48195"/>
                  </a:cubicBezTo>
                  <a:cubicBezTo>
                    <a:pt x="6744" y="25539"/>
                    <a:pt x="22267" y="-753"/>
                    <a:pt x="53104" y="16"/>
                  </a:cubicBezTo>
                  <a:cubicBezTo>
                    <a:pt x="70865" y="576"/>
                    <a:pt x="82263" y="9247"/>
                    <a:pt x="80235" y="25749"/>
                  </a:cubicBezTo>
                  <a:close/>
                </a:path>
              </a:pathLst>
            </a:custGeom>
            <a:solidFill>
              <a:srgbClr val="221F1F"/>
            </a:solidFill>
            <a:ln w="6976" cap="flat">
              <a:noFill/>
              <a:prstDash val="solid"/>
              <a:miter/>
            </a:ln>
          </p:spPr>
          <p:txBody>
            <a:bodyPr rtlCol="0" anchor="ctr"/>
            <a:lstStyle/>
            <a:p>
              <a:endParaRPr lang="en-US" sz="1795"/>
            </a:p>
          </p:txBody>
        </p:sp>
        <p:sp>
          <p:nvSpPr>
            <p:cNvPr id="31" name="Freeform 30">
              <a:extLst>
                <a:ext uri="{FF2B5EF4-FFF2-40B4-BE49-F238E27FC236}">
                  <a16:creationId xmlns:a16="http://schemas.microsoft.com/office/drawing/2014/main" id="{BC1F226A-40A0-2249-B166-12BDBDE2ECEC}"/>
                </a:ext>
              </a:extLst>
            </p:cNvPr>
            <p:cNvSpPr/>
            <p:nvPr/>
          </p:nvSpPr>
          <p:spPr>
            <a:xfrm>
              <a:off x="10400588" y="6212896"/>
              <a:ext cx="87798" cy="96356"/>
            </a:xfrm>
            <a:custGeom>
              <a:avLst/>
              <a:gdLst>
                <a:gd name="connsiteX0" fmla="*/ 15068 w 87798"/>
                <a:gd name="connsiteY0" fmla="*/ 48178 h 96356"/>
                <a:gd name="connsiteX1" fmla="*/ 51848 w 87798"/>
                <a:gd name="connsiteY1" fmla="*/ 11048 h 96356"/>
                <a:gd name="connsiteX2" fmla="*/ 72826 w 87798"/>
                <a:gd name="connsiteY2" fmla="*/ 48178 h 96356"/>
                <a:gd name="connsiteX3" fmla="*/ 36046 w 87798"/>
                <a:gd name="connsiteY3" fmla="*/ 85168 h 96356"/>
                <a:gd name="connsiteX4" fmla="*/ 15068 w 87798"/>
                <a:gd name="connsiteY4" fmla="*/ 48178 h 96356"/>
                <a:gd name="connsiteX5" fmla="*/ 1643 w 87798"/>
                <a:gd name="connsiteY5" fmla="*/ 48178 h 96356"/>
                <a:gd name="connsiteX6" fmla="*/ 33668 w 87798"/>
                <a:gd name="connsiteY6" fmla="*/ 96356 h 96356"/>
                <a:gd name="connsiteX7" fmla="*/ 86182 w 87798"/>
                <a:gd name="connsiteY7" fmla="*/ 48178 h 96356"/>
                <a:gd name="connsiteX8" fmla="*/ 54156 w 87798"/>
                <a:gd name="connsiteY8" fmla="*/ 0 h 96356"/>
                <a:gd name="connsiteX9" fmla="*/ 1643 w 87798"/>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798" h="96356">
                  <a:moveTo>
                    <a:pt x="15068" y="48178"/>
                  </a:moveTo>
                  <a:cubicBezTo>
                    <a:pt x="19334" y="28459"/>
                    <a:pt x="28424" y="11048"/>
                    <a:pt x="51848" y="11048"/>
                  </a:cubicBezTo>
                  <a:cubicBezTo>
                    <a:pt x="75273" y="11048"/>
                    <a:pt x="76951" y="28459"/>
                    <a:pt x="72826" y="48178"/>
                  </a:cubicBezTo>
                  <a:cubicBezTo>
                    <a:pt x="68700" y="67897"/>
                    <a:pt x="59610" y="85168"/>
                    <a:pt x="36046" y="85168"/>
                  </a:cubicBezTo>
                  <a:cubicBezTo>
                    <a:pt x="12481" y="85168"/>
                    <a:pt x="11082" y="67407"/>
                    <a:pt x="15068" y="48178"/>
                  </a:cubicBezTo>
                  <a:close/>
                  <a:moveTo>
                    <a:pt x="1643" y="48178"/>
                  </a:moveTo>
                  <a:cubicBezTo>
                    <a:pt x="-4091" y="75169"/>
                    <a:pt x="4859" y="96356"/>
                    <a:pt x="33668" y="96356"/>
                  </a:cubicBezTo>
                  <a:cubicBezTo>
                    <a:pt x="62477" y="96356"/>
                    <a:pt x="80518" y="75379"/>
                    <a:pt x="86182" y="48178"/>
                  </a:cubicBezTo>
                  <a:cubicBezTo>
                    <a:pt x="91845" y="20977"/>
                    <a:pt x="82965" y="0"/>
                    <a:pt x="54156" y="0"/>
                  </a:cubicBezTo>
                  <a:cubicBezTo>
                    <a:pt x="25347" y="0"/>
                    <a:pt x="7446" y="21187"/>
                    <a:pt x="1643" y="48178"/>
                  </a:cubicBezTo>
                  <a:close/>
                </a:path>
              </a:pathLst>
            </a:custGeom>
            <a:solidFill>
              <a:srgbClr val="221F1F"/>
            </a:solidFill>
            <a:ln w="6976" cap="flat">
              <a:noFill/>
              <a:prstDash val="solid"/>
              <a:miter/>
            </a:ln>
          </p:spPr>
          <p:txBody>
            <a:bodyPr rtlCol="0" anchor="ctr"/>
            <a:lstStyle/>
            <a:p>
              <a:endParaRPr lang="en-US" sz="1795"/>
            </a:p>
          </p:txBody>
        </p:sp>
        <p:sp>
          <p:nvSpPr>
            <p:cNvPr id="32" name="Freeform 31">
              <a:extLst>
                <a:ext uri="{FF2B5EF4-FFF2-40B4-BE49-F238E27FC236}">
                  <a16:creationId xmlns:a16="http://schemas.microsoft.com/office/drawing/2014/main" id="{5C1FBD50-782A-3447-83E3-252692657560}"/>
                </a:ext>
              </a:extLst>
            </p:cNvPr>
            <p:cNvSpPr/>
            <p:nvPr/>
          </p:nvSpPr>
          <p:spPr>
            <a:xfrm>
              <a:off x="10527745" y="6214854"/>
              <a:ext cx="79925" cy="92510"/>
            </a:xfrm>
            <a:custGeom>
              <a:avLst/>
              <a:gdLst>
                <a:gd name="connsiteX0" fmla="*/ 29718 w 79925"/>
                <a:gd name="connsiteY0" fmla="*/ 10978 h 92510"/>
                <a:gd name="connsiteX1" fmla="*/ 50695 w 79925"/>
                <a:gd name="connsiteY1" fmla="*/ 10978 h 92510"/>
                <a:gd name="connsiteX2" fmla="*/ 65170 w 79925"/>
                <a:gd name="connsiteY2" fmla="*/ 24963 h 92510"/>
                <a:gd name="connsiteX3" fmla="*/ 44682 w 79925"/>
                <a:gd name="connsiteY3" fmla="*/ 39368 h 92510"/>
                <a:gd name="connsiteX4" fmla="*/ 23704 w 79925"/>
                <a:gd name="connsiteY4" fmla="*/ 39368 h 92510"/>
                <a:gd name="connsiteX5" fmla="*/ 39507 w 79925"/>
                <a:gd name="connsiteY5" fmla="*/ 50695 h 92510"/>
                <a:gd name="connsiteX6" fmla="*/ 52583 w 79925"/>
                <a:gd name="connsiteY6" fmla="*/ 54961 h 92510"/>
                <a:gd name="connsiteX7" fmla="*/ 53422 w 79925"/>
                <a:gd name="connsiteY7" fmla="*/ 75449 h 92510"/>
                <a:gd name="connsiteX8" fmla="*/ 53422 w 79925"/>
                <a:gd name="connsiteY8" fmla="*/ 92510 h 92510"/>
                <a:gd name="connsiteX9" fmla="*/ 67058 w 79925"/>
                <a:gd name="connsiteY9" fmla="*/ 92510 h 92510"/>
                <a:gd name="connsiteX10" fmla="*/ 67058 w 79925"/>
                <a:gd name="connsiteY10" fmla="*/ 64541 h 92510"/>
                <a:gd name="connsiteX11" fmla="*/ 56919 w 79925"/>
                <a:gd name="connsiteY11" fmla="*/ 45591 h 92510"/>
                <a:gd name="connsiteX12" fmla="*/ 56919 w 79925"/>
                <a:gd name="connsiteY12" fmla="*/ 45591 h 92510"/>
                <a:gd name="connsiteX13" fmla="*/ 79295 w 79925"/>
                <a:gd name="connsiteY13" fmla="*/ 23215 h 92510"/>
                <a:gd name="connsiteX14" fmla="*/ 52723 w 79925"/>
                <a:gd name="connsiteY14" fmla="*/ 0 h 92510"/>
                <a:gd name="connsiteX15" fmla="*/ 19649 w 79925"/>
                <a:gd name="connsiteY15" fmla="*/ 0 h 92510"/>
                <a:gd name="connsiteX16" fmla="*/ 0 w 79925"/>
                <a:gd name="connsiteY16" fmla="*/ 92510 h 92510"/>
                <a:gd name="connsiteX17" fmla="*/ 12796 w 79925"/>
                <a:gd name="connsiteY17" fmla="*/ 92510 h 92510"/>
                <a:gd name="connsiteX18" fmla="*/ 21747 w 79925"/>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25" h="92510">
                  <a:moveTo>
                    <a:pt x="29718" y="10978"/>
                  </a:moveTo>
                  <a:lnTo>
                    <a:pt x="50695" y="10978"/>
                  </a:lnTo>
                  <a:cubicBezTo>
                    <a:pt x="64680" y="11608"/>
                    <a:pt x="66638" y="17971"/>
                    <a:pt x="65170" y="24963"/>
                  </a:cubicBezTo>
                  <a:cubicBezTo>
                    <a:pt x="63701" y="31956"/>
                    <a:pt x="59016" y="38948"/>
                    <a:pt x="44682" y="39368"/>
                  </a:cubicBezTo>
                  <a:lnTo>
                    <a:pt x="23704" y="39368"/>
                  </a:lnTo>
                  <a:close/>
                  <a:moveTo>
                    <a:pt x="39507" y="50695"/>
                  </a:moveTo>
                  <a:cubicBezTo>
                    <a:pt x="44472" y="51045"/>
                    <a:pt x="49716" y="50695"/>
                    <a:pt x="52583" y="54961"/>
                  </a:cubicBezTo>
                  <a:cubicBezTo>
                    <a:pt x="55450" y="59226"/>
                    <a:pt x="54192" y="67058"/>
                    <a:pt x="53422" y="75449"/>
                  </a:cubicBezTo>
                  <a:cubicBezTo>
                    <a:pt x="52933" y="80973"/>
                    <a:pt x="53422" y="86986"/>
                    <a:pt x="53422" y="92510"/>
                  </a:cubicBezTo>
                  <a:lnTo>
                    <a:pt x="67058" y="92510"/>
                  </a:lnTo>
                  <a:cubicBezTo>
                    <a:pt x="66037" y="83217"/>
                    <a:pt x="66037" y="73834"/>
                    <a:pt x="67058" y="64541"/>
                  </a:cubicBezTo>
                  <a:cubicBezTo>
                    <a:pt x="67757" y="54192"/>
                    <a:pt x="67477" y="48248"/>
                    <a:pt x="56919" y="45591"/>
                  </a:cubicBezTo>
                  <a:lnTo>
                    <a:pt x="56919" y="45591"/>
                  </a:lnTo>
                  <a:cubicBezTo>
                    <a:pt x="68170" y="43263"/>
                    <a:pt x="76966" y="34469"/>
                    <a:pt x="79295" y="23215"/>
                  </a:cubicBezTo>
                  <a:cubicBezTo>
                    <a:pt x="83210" y="4825"/>
                    <a:pt x="68246" y="0"/>
                    <a:pt x="52723" y="0"/>
                  </a:cubicBezTo>
                  <a:lnTo>
                    <a:pt x="19649" y="0"/>
                  </a:lnTo>
                  <a:lnTo>
                    <a:pt x="0" y="92510"/>
                  </a:lnTo>
                  <a:lnTo>
                    <a:pt x="12796" y="92510"/>
                  </a:lnTo>
                  <a:lnTo>
                    <a:pt x="21747" y="50556"/>
                  </a:lnTo>
                  <a:close/>
                </a:path>
              </a:pathLst>
            </a:custGeom>
            <a:solidFill>
              <a:srgbClr val="221F1F"/>
            </a:solidFill>
            <a:ln w="6976" cap="flat">
              <a:noFill/>
              <a:prstDash val="solid"/>
              <a:miter/>
            </a:ln>
          </p:spPr>
          <p:txBody>
            <a:bodyPr rtlCol="0" anchor="ctr"/>
            <a:lstStyle/>
            <a:p>
              <a:endParaRPr lang="en-US" sz="1795"/>
            </a:p>
          </p:txBody>
        </p:sp>
        <p:sp>
          <p:nvSpPr>
            <p:cNvPr id="33" name="Freeform 32">
              <a:extLst>
                <a:ext uri="{FF2B5EF4-FFF2-40B4-BE49-F238E27FC236}">
                  <a16:creationId xmlns:a16="http://schemas.microsoft.com/office/drawing/2014/main" id="{75C72EE9-E613-3B42-89D7-435EB023B520}"/>
                </a:ext>
              </a:extLst>
            </p:cNvPr>
            <p:cNvSpPr/>
            <p:nvPr/>
          </p:nvSpPr>
          <p:spPr>
            <a:xfrm>
              <a:off x="10645288" y="6214802"/>
              <a:ext cx="77724" cy="92562"/>
            </a:xfrm>
            <a:custGeom>
              <a:avLst/>
              <a:gdLst>
                <a:gd name="connsiteX0" fmla="*/ 23844 w 77724"/>
                <a:gd name="connsiteY0" fmla="*/ 40818 h 92562"/>
                <a:gd name="connsiteX1" fmla="*/ 30207 w 77724"/>
                <a:gd name="connsiteY1" fmla="*/ 11030 h 92562"/>
                <a:gd name="connsiteX2" fmla="*/ 50346 w 77724"/>
                <a:gd name="connsiteY2" fmla="*/ 11030 h 92562"/>
                <a:gd name="connsiteX3" fmla="*/ 63771 w 77724"/>
                <a:gd name="connsiteY3" fmla="*/ 25924 h 92562"/>
                <a:gd name="connsiteX4" fmla="*/ 44053 w 77724"/>
                <a:gd name="connsiteY4" fmla="*/ 40818 h 92562"/>
                <a:gd name="connsiteX5" fmla="*/ 0 w 77724"/>
                <a:gd name="connsiteY5" fmla="*/ 92563 h 92562"/>
                <a:gd name="connsiteX6" fmla="*/ 12866 w 77724"/>
                <a:gd name="connsiteY6" fmla="*/ 92563 h 92562"/>
                <a:gd name="connsiteX7" fmla="*/ 21537 w 77724"/>
                <a:gd name="connsiteY7" fmla="*/ 51866 h 92562"/>
                <a:gd name="connsiteX8" fmla="*/ 38668 w 77724"/>
                <a:gd name="connsiteY8" fmla="*/ 51866 h 92562"/>
                <a:gd name="connsiteX9" fmla="*/ 76987 w 77724"/>
                <a:gd name="connsiteY9" fmla="*/ 25924 h 92562"/>
                <a:gd name="connsiteX10" fmla="*/ 50416 w 77724"/>
                <a:gd name="connsiteY10" fmla="*/ 52 h 92562"/>
                <a:gd name="connsiteX11" fmla="*/ 19439 w 77724"/>
                <a:gd name="connsiteY11" fmla="*/ 52 h 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 h="92562">
                  <a:moveTo>
                    <a:pt x="23844" y="40818"/>
                  </a:moveTo>
                  <a:lnTo>
                    <a:pt x="30207" y="11030"/>
                  </a:lnTo>
                  <a:lnTo>
                    <a:pt x="50346" y="11030"/>
                  </a:lnTo>
                  <a:cubicBezTo>
                    <a:pt x="51884" y="11030"/>
                    <a:pt x="67128" y="10261"/>
                    <a:pt x="63771" y="25924"/>
                  </a:cubicBezTo>
                  <a:cubicBezTo>
                    <a:pt x="61953" y="35187"/>
                    <a:pt x="53457" y="41601"/>
                    <a:pt x="44053" y="40818"/>
                  </a:cubicBezTo>
                  <a:close/>
                  <a:moveTo>
                    <a:pt x="0" y="92563"/>
                  </a:moveTo>
                  <a:lnTo>
                    <a:pt x="12866" y="92563"/>
                  </a:lnTo>
                  <a:lnTo>
                    <a:pt x="21537" y="51866"/>
                  </a:lnTo>
                  <a:lnTo>
                    <a:pt x="38668" y="51866"/>
                  </a:lnTo>
                  <a:cubicBezTo>
                    <a:pt x="55800" y="51377"/>
                    <a:pt x="72931" y="44874"/>
                    <a:pt x="76987" y="25924"/>
                  </a:cubicBezTo>
                  <a:cubicBezTo>
                    <a:pt x="81043" y="6975"/>
                    <a:pt x="67827" y="-717"/>
                    <a:pt x="50416" y="52"/>
                  </a:cubicBezTo>
                  <a:lnTo>
                    <a:pt x="19439" y="52"/>
                  </a:lnTo>
                  <a:close/>
                </a:path>
              </a:pathLst>
            </a:custGeom>
            <a:solidFill>
              <a:srgbClr val="221F1F"/>
            </a:solidFill>
            <a:ln w="6976" cap="flat">
              <a:noFill/>
              <a:prstDash val="solid"/>
              <a:miter/>
            </a:ln>
          </p:spPr>
          <p:txBody>
            <a:bodyPr rtlCol="0" anchor="ctr"/>
            <a:lstStyle/>
            <a:p>
              <a:endParaRPr lang="en-US" sz="1795"/>
            </a:p>
          </p:txBody>
        </p:sp>
        <p:sp>
          <p:nvSpPr>
            <p:cNvPr id="34" name="Freeform 33">
              <a:extLst>
                <a:ext uri="{FF2B5EF4-FFF2-40B4-BE49-F238E27FC236}">
                  <a16:creationId xmlns:a16="http://schemas.microsoft.com/office/drawing/2014/main" id="{78364D2C-01A7-EB4D-9903-99360D77C54C}"/>
                </a:ext>
              </a:extLst>
            </p:cNvPr>
            <p:cNvSpPr/>
            <p:nvPr/>
          </p:nvSpPr>
          <p:spPr>
            <a:xfrm>
              <a:off x="10760178" y="6212896"/>
              <a:ext cx="87876" cy="96356"/>
            </a:xfrm>
            <a:custGeom>
              <a:avLst/>
              <a:gdLst>
                <a:gd name="connsiteX0" fmla="*/ 15101 w 87876"/>
                <a:gd name="connsiteY0" fmla="*/ 48178 h 96356"/>
                <a:gd name="connsiteX1" fmla="*/ 51811 w 87876"/>
                <a:gd name="connsiteY1" fmla="*/ 11048 h 96356"/>
                <a:gd name="connsiteX2" fmla="*/ 72789 w 87876"/>
                <a:gd name="connsiteY2" fmla="*/ 48178 h 96356"/>
                <a:gd name="connsiteX3" fmla="*/ 36008 w 87876"/>
                <a:gd name="connsiteY3" fmla="*/ 85168 h 96356"/>
                <a:gd name="connsiteX4" fmla="*/ 15101 w 87876"/>
                <a:gd name="connsiteY4" fmla="*/ 48178 h 96356"/>
                <a:gd name="connsiteX5" fmla="*/ 1675 w 87876"/>
                <a:gd name="connsiteY5" fmla="*/ 48178 h 96356"/>
                <a:gd name="connsiteX6" fmla="*/ 33631 w 87876"/>
                <a:gd name="connsiteY6" fmla="*/ 96356 h 96356"/>
                <a:gd name="connsiteX7" fmla="*/ 86214 w 87876"/>
                <a:gd name="connsiteY7" fmla="*/ 48178 h 96356"/>
                <a:gd name="connsiteX8" fmla="*/ 54119 w 87876"/>
                <a:gd name="connsiteY8" fmla="*/ 0 h 96356"/>
                <a:gd name="connsiteX9" fmla="*/ 1675 w 8787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76" h="96356">
                  <a:moveTo>
                    <a:pt x="15101" y="48178"/>
                  </a:moveTo>
                  <a:cubicBezTo>
                    <a:pt x="19296" y="28459"/>
                    <a:pt x="28387" y="11048"/>
                    <a:pt x="51811" y="11048"/>
                  </a:cubicBezTo>
                  <a:cubicBezTo>
                    <a:pt x="75236" y="11048"/>
                    <a:pt x="76984" y="28459"/>
                    <a:pt x="72789" y="48178"/>
                  </a:cubicBezTo>
                  <a:cubicBezTo>
                    <a:pt x="68593" y="67897"/>
                    <a:pt x="59433" y="85168"/>
                    <a:pt x="36008" y="85168"/>
                  </a:cubicBezTo>
                  <a:cubicBezTo>
                    <a:pt x="12584" y="85168"/>
                    <a:pt x="10975" y="67407"/>
                    <a:pt x="15101" y="48178"/>
                  </a:cubicBezTo>
                  <a:close/>
                  <a:moveTo>
                    <a:pt x="1675" y="48178"/>
                  </a:moveTo>
                  <a:cubicBezTo>
                    <a:pt x="-4128" y="75169"/>
                    <a:pt x="4822" y="96356"/>
                    <a:pt x="33631" y="96356"/>
                  </a:cubicBezTo>
                  <a:cubicBezTo>
                    <a:pt x="62440" y="96356"/>
                    <a:pt x="80410" y="75379"/>
                    <a:pt x="86214" y="48178"/>
                  </a:cubicBezTo>
                  <a:cubicBezTo>
                    <a:pt x="92018" y="20977"/>
                    <a:pt x="82928" y="0"/>
                    <a:pt x="54119" y="0"/>
                  </a:cubicBezTo>
                  <a:cubicBezTo>
                    <a:pt x="25310" y="0"/>
                    <a:pt x="768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35" name="Freeform 34">
              <a:extLst>
                <a:ext uri="{FF2B5EF4-FFF2-40B4-BE49-F238E27FC236}">
                  <a16:creationId xmlns:a16="http://schemas.microsoft.com/office/drawing/2014/main" id="{862B38E9-C145-5D47-AB97-17028EE75C32}"/>
                </a:ext>
              </a:extLst>
            </p:cNvPr>
            <p:cNvSpPr/>
            <p:nvPr/>
          </p:nvSpPr>
          <p:spPr>
            <a:xfrm>
              <a:off x="10887577" y="6214994"/>
              <a:ext cx="79907" cy="92510"/>
            </a:xfrm>
            <a:custGeom>
              <a:avLst/>
              <a:gdLst>
                <a:gd name="connsiteX0" fmla="*/ 29438 w 79907"/>
                <a:gd name="connsiteY0" fmla="*/ 10838 h 92510"/>
                <a:gd name="connsiteX1" fmla="*/ 50416 w 79907"/>
                <a:gd name="connsiteY1" fmla="*/ 10838 h 92510"/>
                <a:gd name="connsiteX2" fmla="*/ 64820 w 79907"/>
                <a:gd name="connsiteY2" fmla="*/ 24823 h 92510"/>
                <a:gd name="connsiteX3" fmla="*/ 44262 w 79907"/>
                <a:gd name="connsiteY3" fmla="*/ 39228 h 92510"/>
                <a:gd name="connsiteX4" fmla="*/ 23285 w 79907"/>
                <a:gd name="connsiteY4" fmla="*/ 39228 h 92510"/>
                <a:gd name="connsiteX5" fmla="*/ 39228 w 79907"/>
                <a:gd name="connsiteY5" fmla="*/ 50556 h 92510"/>
                <a:gd name="connsiteX6" fmla="*/ 52304 w 79907"/>
                <a:gd name="connsiteY6" fmla="*/ 54821 h 92510"/>
                <a:gd name="connsiteX7" fmla="*/ 53143 w 79907"/>
                <a:gd name="connsiteY7" fmla="*/ 75309 h 92510"/>
                <a:gd name="connsiteX8" fmla="*/ 53143 w 79907"/>
                <a:gd name="connsiteY8" fmla="*/ 92371 h 92510"/>
                <a:gd name="connsiteX9" fmla="*/ 67128 w 79907"/>
                <a:gd name="connsiteY9" fmla="*/ 92371 h 92510"/>
                <a:gd name="connsiteX10" fmla="*/ 67128 w 79907"/>
                <a:gd name="connsiteY10" fmla="*/ 64401 h 92510"/>
                <a:gd name="connsiteX11" fmla="*/ 57128 w 79907"/>
                <a:gd name="connsiteY11" fmla="*/ 45451 h 92510"/>
                <a:gd name="connsiteX12" fmla="*/ 57128 w 79907"/>
                <a:gd name="connsiteY12" fmla="*/ 45451 h 92510"/>
                <a:gd name="connsiteX13" fmla="*/ 79295 w 79907"/>
                <a:gd name="connsiteY13" fmla="*/ 23215 h 92510"/>
                <a:gd name="connsiteX14" fmla="*/ 52723 w 79907"/>
                <a:gd name="connsiteY14" fmla="*/ 0 h 92510"/>
                <a:gd name="connsiteX15" fmla="*/ 19649 w 79907"/>
                <a:gd name="connsiteY15" fmla="*/ 0 h 92510"/>
                <a:gd name="connsiteX16" fmla="*/ 0 w 79907"/>
                <a:gd name="connsiteY16" fmla="*/ 92510 h 92510"/>
                <a:gd name="connsiteX17" fmla="*/ 12866 w 79907"/>
                <a:gd name="connsiteY17" fmla="*/ 92510 h 92510"/>
                <a:gd name="connsiteX18" fmla="*/ 21677 w 79907"/>
                <a:gd name="connsiteY18" fmla="*/ 50556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907" h="92510">
                  <a:moveTo>
                    <a:pt x="29438" y="10838"/>
                  </a:moveTo>
                  <a:lnTo>
                    <a:pt x="50416" y="10838"/>
                  </a:lnTo>
                  <a:cubicBezTo>
                    <a:pt x="64401" y="11468"/>
                    <a:pt x="66359" y="17831"/>
                    <a:pt x="64820" y="24823"/>
                  </a:cubicBezTo>
                  <a:cubicBezTo>
                    <a:pt x="63282" y="31816"/>
                    <a:pt x="58667" y="38808"/>
                    <a:pt x="44262" y="39228"/>
                  </a:cubicBezTo>
                  <a:lnTo>
                    <a:pt x="23285" y="39228"/>
                  </a:lnTo>
                  <a:close/>
                  <a:moveTo>
                    <a:pt x="39228" y="50556"/>
                  </a:moveTo>
                  <a:cubicBezTo>
                    <a:pt x="44262" y="50905"/>
                    <a:pt x="49437" y="50556"/>
                    <a:pt x="52304" y="54821"/>
                  </a:cubicBezTo>
                  <a:cubicBezTo>
                    <a:pt x="55171" y="59086"/>
                    <a:pt x="53842" y="66918"/>
                    <a:pt x="53143" y="75309"/>
                  </a:cubicBezTo>
                  <a:cubicBezTo>
                    <a:pt x="52653" y="80833"/>
                    <a:pt x="53143" y="86847"/>
                    <a:pt x="53143" y="92371"/>
                  </a:cubicBezTo>
                  <a:lnTo>
                    <a:pt x="67128" y="92371"/>
                  </a:lnTo>
                  <a:cubicBezTo>
                    <a:pt x="66107" y="83078"/>
                    <a:pt x="66107" y="73694"/>
                    <a:pt x="67128" y="64401"/>
                  </a:cubicBezTo>
                  <a:cubicBezTo>
                    <a:pt x="67967" y="54052"/>
                    <a:pt x="67687" y="48108"/>
                    <a:pt x="57128" y="45451"/>
                  </a:cubicBezTo>
                  <a:lnTo>
                    <a:pt x="57128" y="45451"/>
                  </a:lnTo>
                  <a:cubicBezTo>
                    <a:pt x="68267" y="43087"/>
                    <a:pt x="76966" y="34364"/>
                    <a:pt x="79295" y="23215"/>
                  </a:cubicBezTo>
                  <a:cubicBezTo>
                    <a:pt x="83140" y="4825"/>
                    <a:pt x="68247" y="0"/>
                    <a:pt x="52723" y="0"/>
                  </a:cubicBezTo>
                  <a:lnTo>
                    <a:pt x="19649" y="0"/>
                  </a:lnTo>
                  <a:lnTo>
                    <a:pt x="0" y="92510"/>
                  </a:lnTo>
                  <a:lnTo>
                    <a:pt x="12866" y="92510"/>
                  </a:lnTo>
                  <a:lnTo>
                    <a:pt x="21677" y="50556"/>
                  </a:lnTo>
                  <a:close/>
                </a:path>
              </a:pathLst>
            </a:custGeom>
            <a:solidFill>
              <a:srgbClr val="221F1F"/>
            </a:solidFill>
            <a:ln w="6976" cap="flat">
              <a:noFill/>
              <a:prstDash val="solid"/>
              <a:miter/>
            </a:ln>
          </p:spPr>
          <p:txBody>
            <a:bodyPr rtlCol="0" anchor="ctr"/>
            <a:lstStyle/>
            <a:p>
              <a:endParaRPr lang="en-US" sz="1795"/>
            </a:p>
          </p:txBody>
        </p:sp>
        <p:sp>
          <p:nvSpPr>
            <p:cNvPr id="36" name="Freeform 35">
              <a:extLst>
                <a:ext uri="{FF2B5EF4-FFF2-40B4-BE49-F238E27FC236}">
                  <a16:creationId xmlns:a16="http://schemas.microsoft.com/office/drawing/2014/main" id="{3F9F8638-B788-6848-8BBA-00613E52F6C9}"/>
                </a:ext>
              </a:extLst>
            </p:cNvPr>
            <p:cNvSpPr/>
            <p:nvPr/>
          </p:nvSpPr>
          <p:spPr>
            <a:xfrm>
              <a:off x="10994772" y="6214854"/>
              <a:ext cx="90202" cy="92510"/>
            </a:xfrm>
            <a:custGeom>
              <a:avLst/>
              <a:gdLst>
                <a:gd name="connsiteX0" fmla="*/ 62233 w 90202"/>
                <a:gd name="connsiteY0" fmla="*/ 12656 h 92510"/>
                <a:gd name="connsiteX1" fmla="*/ 69226 w 90202"/>
                <a:gd name="connsiteY1" fmla="*/ 57408 h 92510"/>
                <a:gd name="connsiteX2" fmla="*/ 34753 w 90202"/>
                <a:gd name="connsiteY2" fmla="*/ 57408 h 92510"/>
                <a:gd name="connsiteX3" fmla="*/ 13286 w 90202"/>
                <a:gd name="connsiteY3" fmla="*/ 92510 h 92510"/>
                <a:gd name="connsiteX4" fmla="*/ 28389 w 90202"/>
                <a:gd name="connsiteY4" fmla="*/ 68456 h 92510"/>
                <a:gd name="connsiteX5" fmla="*/ 71323 w 90202"/>
                <a:gd name="connsiteY5" fmla="*/ 68456 h 92510"/>
                <a:gd name="connsiteX6" fmla="*/ 76218 w 90202"/>
                <a:gd name="connsiteY6" fmla="*/ 92510 h 92510"/>
                <a:gd name="connsiteX7" fmla="*/ 90203 w 90202"/>
                <a:gd name="connsiteY7" fmla="*/ 92510 h 92510"/>
                <a:gd name="connsiteX8" fmla="*/ 72302 w 90202"/>
                <a:gd name="connsiteY8" fmla="*/ 0 h 92510"/>
                <a:gd name="connsiteX9" fmla="*/ 58667 w 90202"/>
                <a:gd name="connsiteY9" fmla="*/ 0 h 92510"/>
                <a:gd name="connsiteX10" fmla="*/ 0 w 90202"/>
                <a:gd name="connsiteY10"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202" h="92510">
                  <a:moveTo>
                    <a:pt x="62233" y="12656"/>
                  </a:moveTo>
                  <a:lnTo>
                    <a:pt x="69226" y="57408"/>
                  </a:lnTo>
                  <a:lnTo>
                    <a:pt x="34753" y="57408"/>
                  </a:lnTo>
                  <a:close/>
                  <a:moveTo>
                    <a:pt x="13286" y="92510"/>
                  </a:moveTo>
                  <a:lnTo>
                    <a:pt x="28389" y="68456"/>
                  </a:lnTo>
                  <a:lnTo>
                    <a:pt x="71323" y="68456"/>
                  </a:lnTo>
                  <a:lnTo>
                    <a:pt x="76218" y="92510"/>
                  </a:lnTo>
                  <a:lnTo>
                    <a:pt x="90203" y="92510"/>
                  </a:lnTo>
                  <a:lnTo>
                    <a:pt x="72302" y="0"/>
                  </a:lnTo>
                  <a:lnTo>
                    <a:pt x="58667" y="0"/>
                  </a:lnTo>
                  <a:lnTo>
                    <a:pt x="0" y="92510"/>
                  </a:lnTo>
                  <a:close/>
                </a:path>
              </a:pathLst>
            </a:custGeom>
            <a:solidFill>
              <a:srgbClr val="221F1F"/>
            </a:solidFill>
            <a:ln w="6976" cap="flat">
              <a:noFill/>
              <a:prstDash val="solid"/>
              <a:miter/>
            </a:ln>
          </p:spPr>
          <p:txBody>
            <a:bodyPr rtlCol="0" anchor="ctr"/>
            <a:lstStyle/>
            <a:p>
              <a:endParaRPr lang="en-US" sz="1795"/>
            </a:p>
          </p:txBody>
        </p:sp>
        <p:sp>
          <p:nvSpPr>
            <p:cNvPr id="37" name="Freeform 36">
              <a:extLst>
                <a:ext uri="{FF2B5EF4-FFF2-40B4-BE49-F238E27FC236}">
                  <a16:creationId xmlns:a16="http://schemas.microsoft.com/office/drawing/2014/main" id="{73CAA1F9-97E9-DA47-9A4F-7928E914CBD1}"/>
                </a:ext>
              </a:extLst>
            </p:cNvPr>
            <p:cNvSpPr/>
            <p:nvPr/>
          </p:nvSpPr>
          <p:spPr>
            <a:xfrm>
              <a:off x="11127769" y="6214854"/>
              <a:ext cx="77266" cy="92510"/>
            </a:xfrm>
            <a:custGeom>
              <a:avLst/>
              <a:gdLst>
                <a:gd name="connsiteX0" fmla="*/ 31047 w 77266"/>
                <a:gd name="connsiteY0" fmla="*/ 10978 h 92510"/>
                <a:gd name="connsiteX1" fmla="*/ 0 w 77266"/>
                <a:gd name="connsiteY1" fmla="*/ 10978 h 92510"/>
                <a:gd name="connsiteX2" fmla="*/ 2377 w 77266"/>
                <a:gd name="connsiteY2" fmla="*/ 0 h 92510"/>
                <a:gd name="connsiteX3" fmla="*/ 77267 w 77266"/>
                <a:gd name="connsiteY3" fmla="*/ 0 h 92510"/>
                <a:gd name="connsiteX4" fmla="*/ 74889 w 77266"/>
                <a:gd name="connsiteY4" fmla="*/ 10978 h 92510"/>
                <a:gd name="connsiteX5" fmla="*/ 43913 w 77266"/>
                <a:gd name="connsiteY5" fmla="*/ 10978 h 92510"/>
                <a:gd name="connsiteX6" fmla="*/ 26571 w 77266"/>
                <a:gd name="connsiteY6" fmla="*/ 92510 h 92510"/>
                <a:gd name="connsiteX7" fmla="*/ 13775 w 77266"/>
                <a:gd name="connsiteY7" fmla="*/ 92510 h 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66" h="92510">
                  <a:moveTo>
                    <a:pt x="31047" y="10978"/>
                  </a:moveTo>
                  <a:lnTo>
                    <a:pt x="0" y="10978"/>
                  </a:lnTo>
                  <a:lnTo>
                    <a:pt x="2377" y="0"/>
                  </a:lnTo>
                  <a:lnTo>
                    <a:pt x="77267" y="0"/>
                  </a:lnTo>
                  <a:lnTo>
                    <a:pt x="74889" y="10978"/>
                  </a:lnTo>
                  <a:lnTo>
                    <a:pt x="43913" y="10978"/>
                  </a:lnTo>
                  <a:lnTo>
                    <a:pt x="26571" y="92510"/>
                  </a:lnTo>
                  <a:lnTo>
                    <a:pt x="13775" y="92510"/>
                  </a:lnTo>
                  <a:close/>
                </a:path>
              </a:pathLst>
            </a:custGeom>
            <a:solidFill>
              <a:srgbClr val="221F1F"/>
            </a:solidFill>
            <a:ln w="6976" cap="flat">
              <a:noFill/>
              <a:prstDash val="solid"/>
              <a:miter/>
            </a:ln>
          </p:spPr>
          <p:txBody>
            <a:bodyPr rtlCol="0" anchor="ctr"/>
            <a:lstStyle/>
            <a:p>
              <a:endParaRPr lang="en-US" sz="1795"/>
            </a:p>
          </p:txBody>
        </p:sp>
        <p:sp>
          <p:nvSpPr>
            <p:cNvPr id="38" name="Freeform 37">
              <a:extLst>
                <a:ext uri="{FF2B5EF4-FFF2-40B4-BE49-F238E27FC236}">
                  <a16:creationId xmlns:a16="http://schemas.microsoft.com/office/drawing/2014/main" id="{8A72682A-1EE7-2C49-A71C-287D3A87128E}"/>
                </a:ext>
              </a:extLst>
            </p:cNvPr>
            <p:cNvSpPr/>
            <p:nvPr/>
          </p:nvSpPr>
          <p:spPr>
            <a:xfrm>
              <a:off x="11230488" y="6214854"/>
              <a:ext cx="32724" cy="92510"/>
            </a:xfrm>
            <a:custGeom>
              <a:avLst/>
              <a:gdLst>
                <a:gd name="connsiteX0" fmla="*/ 0 w 32724"/>
                <a:gd name="connsiteY0" fmla="*/ 92510 h 92510"/>
                <a:gd name="connsiteX1" fmla="*/ 19859 w 32724"/>
                <a:gd name="connsiteY1" fmla="*/ 0 h 92510"/>
                <a:gd name="connsiteX2" fmla="*/ 32725 w 32724"/>
                <a:gd name="connsiteY2" fmla="*/ 0 h 92510"/>
                <a:gd name="connsiteX3" fmla="*/ 12866 w 32724"/>
                <a:gd name="connsiteY3" fmla="*/ 92510 h 92510"/>
              </a:gdLst>
              <a:ahLst/>
              <a:cxnLst>
                <a:cxn ang="0">
                  <a:pos x="connsiteX0" y="connsiteY0"/>
                </a:cxn>
                <a:cxn ang="0">
                  <a:pos x="connsiteX1" y="connsiteY1"/>
                </a:cxn>
                <a:cxn ang="0">
                  <a:pos x="connsiteX2" y="connsiteY2"/>
                </a:cxn>
                <a:cxn ang="0">
                  <a:pos x="connsiteX3" y="connsiteY3"/>
                </a:cxn>
              </a:cxnLst>
              <a:rect l="l" t="t" r="r" b="b"/>
              <a:pathLst>
                <a:path w="32724" h="92510">
                  <a:moveTo>
                    <a:pt x="0" y="92510"/>
                  </a:moveTo>
                  <a:lnTo>
                    <a:pt x="19859" y="0"/>
                  </a:lnTo>
                  <a:lnTo>
                    <a:pt x="32725" y="0"/>
                  </a:lnTo>
                  <a:lnTo>
                    <a:pt x="12866" y="92510"/>
                  </a:lnTo>
                  <a:close/>
                </a:path>
              </a:pathLst>
            </a:custGeom>
            <a:solidFill>
              <a:srgbClr val="221F1F"/>
            </a:solidFill>
            <a:ln w="6976" cap="flat">
              <a:noFill/>
              <a:prstDash val="solid"/>
              <a:miter/>
            </a:ln>
          </p:spPr>
          <p:txBody>
            <a:bodyPr rtlCol="0" anchor="ctr"/>
            <a:lstStyle/>
            <a:p>
              <a:endParaRPr lang="en-US" sz="1795"/>
            </a:p>
          </p:txBody>
        </p:sp>
        <p:sp>
          <p:nvSpPr>
            <p:cNvPr id="39" name="Freeform 38">
              <a:extLst>
                <a:ext uri="{FF2B5EF4-FFF2-40B4-BE49-F238E27FC236}">
                  <a16:creationId xmlns:a16="http://schemas.microsoft.com/office/drawing/2014/main" id="{4B912FD6-E83D-D144-8326-30E8C000298A}"/>
                </a:ext>
              </a:extLst>
            </p:cNvPr>
            <p:cNvSpPr/>
            <p:nvPr/>
          </p:nvSpPr>
          <p:spPr>
            <a:xfrm>
              <a:off x="11302444" y="6212896"/>
              <a:ext cx="87856" cy="96356"/>
            </a:xfrm>
            <a:custGeom>
              <a:avLst/>
              <a:gdLst>
                <a:gd name="connsiteX0" fmla="*/ 15101 w 87856"/>
                <a:gd name="connsiteY0" fmla="*/ 48178 h 96356"/>
                <a:gd name="connsiteX1" fmla="*/ 51811 w 87856"/>
                <a:gd name="connsiteY1" fmla="*/ 11048 h 96356"/>
                <a:gd name="connsiteX2" fmla="*/ 72789 w 87856"/>
                <a:gd name="connsiteY2" fmla="*/ 48178 h 96356"/>
                <a:gd name="connsiteX3" fmla="*/ 36008 w 87856"/>
                <a:gd name="connsiteY3" fmla="*/ 85168 h 96356"/>
                <a:gd name="connsiteX4" fmla="*/ 15101 w 87856"/>
                <a:gd name="connsiteY4" fmla="*/ 48178 h 96356"/>
                <a:gd name="connsiteX5" fmla="*/ 1675 w 87856"/>
                <a:gd name="connsiteY5" fmla="*/ 48178 h 96356"/>
                <a:gd name="connsiteX6" fmla="*/ 33631 w 87856"/>
                <a:gd name="connsiteY6" fmla="*/ 96356 h 96356"/>
                <a:gd name="connsiteX7" fmla="*/ 86214 w 87856"/>
                <a:gd name="connsiteY7" fmla="*/ 48178 h 96356"/>
                <a:gd name="connsiteX8" fmla="*/ 54189 w 87856"/>
                <a:gd name="connsiteY8" fmla="*/ 0 h 96356"/>
                <a:gd name="connsiteX9" fmla="*/ 1675 w 87856"/>
                <a:gd name="connsiteY9" fmla="*/ 48178 h 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856" h="96356">
                  <a:moveTo>
                    <a:pt x="15101" y="48178"/>
                  </a:moveTo>
                  <a:cubicBezTo>
                    <a:pt x="19296" y="28459"/>
                    <a:pt x="28387" y="11048"/>
                    <a:pt x="51811" y="11048"/>
                  </a:cubicBezTo>
                  <a:cubicBezTo>
                    <a:pt x="75236" y="11048"/>
                    <a:pt x="76914" y="28459"/>
                    <a:pt x="72789" y="48178"/>
                  </a:cubicBezTo>
                  <a:cubicBezTo>
                    <a:pt x="68663" y="67897"/>
                    <a:pt x="59783" y="85168"/>
                    <a:pt x="36008" y="85168"/>
                  </a:cubicBezTo>
                  <a:cubicBezTo>
                    <a:pt x="12234" y="85168"/>
                    <a:pt x="10835" y="67407"/>
                    <a:pt x="15101" y="48178"/>
                  </a:cubicBezTo>
                  <a:close/>
                  <a:moveTo>
                    <a:pt x="1675" y="48178"/>
                  </a:moveTo>
                  <a:cubicBezTo>
                    <a:pt x="-4129" y="75169"/>
                    <a:pt x="4822" y="96356"/>
                    <a:pt x="33631" y="96356"/>
                  </a:cubicBezTo>
                  <a:cubicBezTo>
                    <a:pt x="62440" y="96356"/>
                    <a:pt x="80480" y="75379"/>
                    <a:pt x="86214" y="48178"/>
                  </a:cubicBezTo>
                  <a:cubicBezTo>
                    <a:pt x="91948" y="20977"/>
                    <a:pt x="82998" y="0"/>
                    <a:pt x="54189" y="0"/>
                  </a:cubicBezTo>
                  <a:cubicBezTo>
                    <a:pt x="25380" y="0"/>
                    <a:pt x="7409" y="21187"/>
                    <a:pt x="1675" y="48178"/>
                  </a:cubicBezTo>
                  <a:close/>
                </a:path>
              </a:pathLst>
            </a:custGeom>
            <a:solidFill>
              <a:srgbClr val="221F1F"/>
            </a:solidFill>
            <a:ln w="6976" cap="flat">
              <a:noFill/>
              <a:prstDash val="solid"/>
              <a:miter/>
            </a:ln>
          </p:spPr>
          <p:txBody>
            <a:bodyPr rtlCol="0" anchor="ctr"/>
            <a:lstStyle/>
            <a:p>
              <a:endParaRPr lang="en-US" sz="1795"/>
            </a:p>
          </p:txBody>
        </p:sp>
        <p:sp>
          <p:nvSpPr>
            <p:cNvPr id="40" name="Freeform 39">
              <a:extLst>
                <a:ext uri="{FF2B5EF4-FFF2-40B4-BE49-F238E27FC236}">
                  <a16:creationId xmlns:a16="http://schemas.microsoft.com/office/drawing/2014/main" id="{40A8957A-2544-2745-B625-99EAFB001CF1}"/>
                </a:ext>
              </a:extLst>
            </p:cNvPr>
            <p:cNvSpPr/>
            <p:nvPr/>
          </p:nvSpPr>
          <p:spPr>
            <a:xfrm>
              <a:off x="11431382" y="6214574"/>
              <a:ext cx="93699" cy="92790"/>
            </a:xfrm>
            <a:custGeom>
              <a:avLst/>
              <a:gdLst>
                <a:gd name="connsiteX0" fmla="*/ 93699 w 93699"/>
                <a:gd name="connsiteY0" fmla="*/ 280 h 92790"/>
                <a:gd name="connsiteX1" fmla="*/ 74050 w 93699"/>
                <a:gd name="connsiteY1" fmla="*/ 92790 h 92790"/>
                <a:gd name="connsiteX2" fmla="*/ 58177 w 93699"/>
                <a:gd name="connsiteY2" fmla="*/ 92790 h 92790"/>
                <a:gd name="connsiteX3" fmla="*/ 28110 w 93699"/>
                <a:gd name="connsiteY3" fmla="*/ 14195 h 92790"/>
                <a:gd name="connsiteX4" fmla="*/ 28110 w 93699"/>
                <a:gd name="connsiteY4" fmla="*/ 14195 h 92790"/>
                <a:gd name="connsiteX5" fmla="*/ 11328 w 93699"/>
                <a:gd name="connsiteY5" fmla="*/ 92790 h 92790"/>
                <a:gd name="connsiteX6" fmla="*/ 0 w 93699"/>
                <a:gd name="connsiteY6" fmla="*/ 92790 h 92790"/>
                <a:gd name="connsiteX7" fmla="*/ 19719 w 93699"/>
                <a:gd name="connsiteY7" fmla="*/ 280 h 92790"/>
                <a:gd name="connsiteX8" fmla="*/ 37200 w 93699"/>
                <a:gd name="connsiteY8" fmla="*/ 280 h 92790"/>
                <a:gd name="connsiteX9" fmla="*/ 65799 w 93699"/>
                <a:gd name="connsiteY9" fmla="*/ 76498 h 92790"/>
                <a:gd name="connsiteX10" fmla="*/ 65799 w 93699"/>
                <a:gd name="connsiteY10" fmla="*/ 76498 h 92790"/>
                <a:gd name="connsiteX11" fmla="*/ 82092 w 93699"/>
                <a:gd name="connsiteY11" fmla="*/ 0 h 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699" h="92790">
                  <a:moveTo>
                    <a:pt x="93699" y="280"/>
                  </a:moveTo>
                  <a:lnTo>
                    <a:pt x="74050" y="92790"/>
                  </a:lnTo>
                  <a:lnTo>
                    <a:pt x="58177" y="92790"/>
                  </a:lnTo>
                  <a:lnTo>
                    <a:pt x="28110" y="14195"/>
                  </a:lnTo>
                  <a:lnTo>
                    <a:pt x="28110" y="14195"/>
                  </a:lnTo>
                  <a:lnTo>
                    <a:pt x="11328" y="92790"/>
                  </a:lnTo>
                  <a:lnTo>
                    <a:pt x="0" y="92790"/>
                  </a:lnTo>
                  <a:lnTo>
                    <a:pt x="19719" y="280"/>
                  </a:lnTo>
                  <a:lnTo>
                    <a:pt x="37200" y="280"/>
                  </a:lnTo>
                  <a:lnTo>
                    <a:pt x="65799" y="76498"/>
                  </a:lnTo>
                  <a:lnTo>
                    <a:pt x="65799" y="76498"/>
                  </a:lnTo>
                  <a:lnTo>
                    <a:pt x="82092" y="0"/>
                  </a:lnTo>
                  <a:close/>
                </a:path>
              </a:pathLst>
            </a:custGeom>
            <a:solidFill>
              <a:srgbClr val="221F1F"/>
            </a:solidFill>
            <a:ln w="6976" cap="flat">
              <a:noFill/>
              <a:prstDash val="solid"/>
              <a:miter/>
            </a:ln>
          </p:spPr>
          <p:txBody>
            <a:bodyPr rtlCol="0" anchor="ctr"/>
            <a:lstStyle/>
            <a:p>
              <a:endParaRPr lang="en-US" sz="1795"/>
            </a:p>
          </p:txBody>
        </p:sp>
        <p:sp>
          <p:nvSpPr>
            <p:cNvPr id="41" name="Freeform 40">
              <a:extLst>
                <a:ext uri="{FF2B5EF4-FFF2-40B4-BE49-F238E27FC236}">
                  <a16:creationId xmlns:a16="http://schemas.microsoft.com/office/drawing/2014/main" id="{D65D01B7-0B0F-3F4B-98E2-DF0A04A450FE}"/>
                </a:ext>
              </a:extLst>
            </p:cNvPr>
            <p:cNvSpPr/>
            <p:nvPr/>
          </p:nvSpPr>
          <p:spPr>
            <a:xfrm>
              <a:off x="9418385" y="5579588"/>
              <a:ext cx="780938" cy="810142"/>
            </a:xfrm>
            <a:custGeom>
              <a:avLst/>
              <a:gdLst>
                <a:gd name="connsiteX0" fmla="*/ 444585 w 780938"/>
                <a:gd name="connsiteY0" fmla="*/ 0 h 810142"/>
                <a:gd name="connsiteX1" fmla="*/ 427873 w 780938"/>
                <a:gd name="connsiteY1" fmla="*/ 79015 h 810142"/>
                <a:gd name="connsiteX2" fmla="*/ 680037 w 780938"/>
                <a:gd name="connsiteY2" fmla="*/ 467435 h 810142"/>
                <a:gd name="connsiteX3" fmla="*/ 291617 w 780938"/>
                <a:gd name="connsiteY3" fmla="*/ 719603 h 810142"/>
                <a:gd name="connsiteX4" fmla="*/ 39442 w 780938"/>
                <a:gd name="connsiteY4" fmla="*/ 331234 h 810142"/>
                <a:gd name="connsiteX5" fmla="*/ 7906 w 780938"/>
                <a:gd name="connsiteY5" fmla="*/ 324241 h 810142"/>
                <a:gd name="connsiteX6" fmla="*/ 284947 w 780938"/>
                <a:gd name="connsiteY6" fmla="*/ 750782 h 810142"/>
                <a:gd name="connsiteX7" fmla="*/ 284947 w 780938"/>
                <a:gd name="connsiteY7" fmla="*/ 750782 h 810142"/>
                <a:gd name="connsiteX8" fmla="*/ 274948 w 780938"/>
                <a:gd name="connsiteY8" fmla="*/ 798191 h 810142"/>
                <a:gd name="connsiteX9" fmla="*/ 768987 w 780938"/>
                <a:gd name="connsiteY9" fmla="*/ 499500 h 810142"/>
                <a:gd name="connsiteX10" fmla="*/ 470293 w 780938"/>
                <a:gd name="connsiteY10" fmla="*/ 5464 h 810142"/>
                <a:gd name="connsiteX11" fmla="*/ 444585 w 780938"/>
                <a:gd name="connsiteY11" fmla="*/ 0 h 81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0938" h="810142">
                  <a:moveTo>
                    <a:pt x="444585" y="0"/>
                  </a:moveTo>
                  <a:lnTo>
                    <a:pt x="427873" y="79015"/>
                  </a:lnTo>
                  <a:cubicBezTo>
                    <a:pt x="604765" y="116641"/>
                    <a:pt x="717662" y="290543"/>
                    <a:pt x="680037" y="467435"/>
                  </a:cubicBezTo>
                  <a:cubicBezTo>
                    <a:pt x="642411" y="644328"/>
                    <a:pt x="468509" y="757222"/>
                    <a:pt x="291617" y="719603"/>
                  </a:cubicBezTo>
                  <a:cubicBezTo>
                    <a:pt x="114746" y="681977"/>
                    <a:pt x="1850" y="508111"/>
                    <a:pt x="39442" y="331234"/>
                  </a:cubicBezTo>
                  <a:lnTo>
                    <a:pt x="7906" y="324241"/>
                  </a:lnTo>
                  <a:cubicBezTo>
                    <a:pt x="-33308" y="518517"/>
                    <a:pt x="90698" y="709442"/>
                    <a:pt x="284947" y="750782"/>
                  </a:cubicBezTo>
                  <a:lnTo>
                    <a:pt x="284947" y="750782"/>
                  </a:lnTo>
                  <a:lnTo>
                    <a:pt x="274948" y="798191"/>
                  </a:lnTo>
                  <a:cubicBezTo>
                    <a:pt x="493854" y="852131"/>
                    <a:pt x="715040" y="718407"/>
                    <a:pt x="768987" y="499500"/>
                  </a:cubicBezTo>
                  <a:cubicBezTo>
                    <a:pt x="822927" y="280595"/>
                    <a:pt x="689199" y="59407"/>
                    <a:pt x="470293" y="5464"/>
                  </a:cubicBezTo>
                  <a:cubicBezTo>
                    <a:pt x="461785" y="3367"/>
                    <a:pt x="453211" y="1545"/>
                    <a:pt x="444585" y="0"/>
                  </a:cubicBezTo>
                  <a:close/>
                </a:path>
              </a:pathLst>
            </a:custGeom>
            <a:solidFill>
              <a:srgbClr val="E81F27"/>
            </a:solidFill>
            <a:ln w="6976" cap="flat">
              <a:noFill/>
              <a:prstDash val="solid"/>
              <a:miter/>
            </a:ln>
          </p:spPr>
          <p:txBody>
            <a:bodyPr rtlCol="0" anchor="ctr"/>
            <a:lstStyle/>
            <a:p>
              <a:endParaRPr lang="en-US" sz="1795" dirty="0"/>
            </a:p>
          </p:txBody>
        </p:sp>
        <p:sp>
          <p:nvSpPr>
            <p:cNvPr id="42" name="Freeform 41">
              <a:extLst>
                <a:ext uri="{FF2B5EF4-FFF2-40B4-BE49-F238E27FC236}">
                  <a16:creationId xmlns:a16="http://schemas.microsoft.com/office/drawing/2014/main" id="{F0BE8862-FEC4-1B43-82A9-4660BB23BD3D}"/>
                </a:ext>
              </a:extLst>
            </p:cNvPr>
            <p:cNvSpPr/>
            <p:nvPr userDrawn="1"/>
          </p:nvSpPr>
          <p:spPr>
            <a:xfrm>
              <a:off x="9505236" y="5699805"/>
              <a:ext cx="552093" cy="558255"/>
            </a:xfrm>
            <a:custGeom>
              <a:avLst/>
              <a:gdLst>
                <a:gd name="connsiteX0" fmla="*/ 314172 w 552093"/>
                <a:gd name="connsiteY0" fmla="*/ 85152 h 558255"/>
                <a:gd name="connsiteX1" fmla="*/ 466889 w 552093"/>
                <a:gd name="connsiteY1" fmla="*/ 320372 h 558255"/>
                <a:gd name="connsiteX2" fmla="*/ 466887 w 552093"/>
                <a:gd name="connsiteY2" fmla="*/ 320379 h 558255"/>
                <a:gd name="connsiteX3" fmla="*/ 514436 w 552093"/>
                <a:gd name="connsiteY3" fmla="*/ 330448 h 558255"/>
                <a:gd name="connsiteX4" fmla="*/ 514436 w 552093"/>
                <a:gd name="connsiteY4" fmla="*/ 330448 h 558255"/>
                <a:gd name="connsiteX5" fmla="*/ 221661 w 552093"/>
                <a:gd name="connsiteY5" fmla="*/ 520503 h 558255"/>
                <a:gd name="connsiteX6" fmla="*/ 214669 w 552093"/>
                <a:gd name="connsiteY6" fmla="*/ 552040 h 558255"/>
                <a:gd name="connsiteX7" fmla="*/ 545879 w 552093"/>
                <a:gd name="connsiteY7" fmla="*/ 337425 h 558255"/>
                <a:gd name="connsiteX8" fmla="*/ 331266 w 552093"/>
                <a:gd name="connsiteY8" fmla="*/ 6215 h 558255"/>
                <a:gd name="connsiteX9" fmla="*/ 55 w 552093"/>
                <a:gd name="connsiteY9" fmla="*/ 220829 h 558255"/>
                <a:gd name="connsiteX10" fmla="*/ 0 w 552093"/>
                <a:gd name="connsiteY10" fmla="*/ 221086 h 558255"/>
                <a:gd name="connsiteX11" fmla="*/ 78945 w 552093"/>
                <a:gd name="connsiteY11" fmla="*/ 237868 h 558255"/>
                <a:gd name="connsiteX12" fmla="*/ 314165 w 552093"/>
                <a:gd name="connsiteY12" fmla="*/ 85151 h 558255"/>
                <a:gd name="connsiteX13" fmla="*/ 314172 w 552093"/>
                <a:gd name="connsiteY13" fmla="*/ 85152 h 5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093" h="558255">
                  <a:moveTo>
                    <a:pt x="314172" y="85152"/>
                  </a:moveTo>
                  <a:cubicBezTo>
                    <a:pt x="421298" y="107935"/>
                    <a:pt x="489672" y="213246"/>
                    <a:pt x="466889" y="320372"/>
                  </a:cubicBezTo>
                  <a:cubicBezTo>
                    <a:pt x="466888" y="320375"/>
                    <a:pt x="466888" y="320377"/>
                    <a:pt x="466887" y="320379"/>
                  </a:cubicBezTo>
                  <a:lnTo>
                    <a:pt x="514436" y="330448"/>
                  </a:lnTo>
                  <a:lnTo>
                    <a:pt x="514436" y="330448"/>
                  </a:lnTo>
                  <a:cubicBezTo>
                    <a:pt x="486028" y="463749"/>
                    <a:pt x="354982" y="548818"/>
                    <a:pt x="221661" y="520503"/>
                  </a:cubicBezTo>
                  <a:lnTo>
                    <a:pt x="214669" y="552040"/>
                  </a:lnTo>
                  <a:cubicBezTo>
                    <a:pt x="365394" y="584240"/>
                    <a:pt x="513682" y="488151"/>
                    <a:pt x="545879" y="337425"/>
                  </a:cubicBezTo>
                  <a:cubicBezTo>
                    <a:pt x="578077" y="186700"/>
                    <a:pt x="481990" y="38412"/>
                    <a:pt x="331266" y="6215"/>
                  </a:cubicBezTo>
                  <a:cubicBezTo>
                    <a:pt x="180540" y="-25982"/>
                    <a:pt x="32252" y="70104"/>
                    <a:pt x="55" y="220829"/>
                  </a:cubicBezTo>
                  <a:cubicBezTo>
                    <a:pt x="36" y="220914"/>
                    <a:pt x="18" y="221000"/>
                    <a:pt x="0" y="221086"/>
                  </a:cubicBezTo>
                  <a:lnTo>
                    <a:pt x="78945" y="237868"/>
                  </a:lnTo>
                  <a:cubicBezTo>
                    <a:pt x="101728" y="130742"/>
                    <a:pt x="207039" y="62368"/>
                    <a:pt x="314165" y="85151"/>
                  </a:cubicBezTo>
                  <a:cubicBezTo>
                    <a:pt x="314168" y="85151"/>
                    <a:pt x="314170" y="85151"/>
                    <a:pt x="314172" y="85152"/>
                  </a:cubicBezTo>
                  <a:close/>
                </a:path>
              </a:pathLst>
            </a:custGeom>
            <a:solidFill>
              <a:srgbClr val="E81F27"/>
            </a:solidFill>
            <a:ln w="6976" cap="flat">
              <a:noFill/>
              <a:prstDash val="solid"/>
              <a:miter/>
            </a:ln>
          </p:spPr>
          <p:txBody>
            <a:bodyPr rtlCol="0" anchor="ctr"/>
            <a:lstStyle/>
            <a:p>
              <a:endParaRPr lang="en-US" sz="1795"/>
            </a:p>
          </p:txBody>
        </p:sp>
        <p:sp>
          <p:nvSpPr>
            <p:cNvPr id="43" name="Freeform 42">
              <a:extLst>
                <a:ext uri="{FF2B5EF4-FFF2-40B4-BE49-F238E27FC236}">
                  <a16:creationId xmlns:a16="http://schemas.microsoft.com/office/drawing/2014/main" id="{18202470-83B5-D84E-AF34-A45831641C5C}"/>
                </a:ext>
              </a:extLst>
            </p:cNvPr>
            <p:cNvSpPr/>
            <p:nvPr/>
          </p:nvSpPr>
          <p:spPr>
            <a:xfrm>
              <a:off x="9628167" y="5828959"/>
              <a:ext cx="299871" cy="296600"/>
            </a:xfrm>
            <a:custGeom>
              <a:avLst/>
              <a:gdLst>
                <a:gd name="connsiteX0" fmla="*/ 213687 w 299871"/>
                <a:gd name="connsiteY0" fmla="*/ 248702 h 296600"/>
                <a:gd name="connsiteX1" fmla="*/ 231657 w 299871"/>
                <a:gd name="connsiteY1" fmla="*/ 275623 h 296600"/>
                <a:gd name="connsiteX2" fmla="*/ 275623 w 299871"/>
                <a:gd name="connsiteY2" fmla="*/ 68215 h 296600"/>
                <a:gd name="connsiteX3" fmla="*/ 68215 w 299871"/>
                <a:gd name="connsiteY3" fmla="*/ 24249 h 296600"/>
                <a:gd name="connsiteX4" fmla="*/ 24249 w 299871"/>
                <a:gd name="connsiteY4" fmla="*/ 231658 h 296600"/>
                <a:gd name="connsiteX5" fmla="*/ 118869 w 299871"/>
                <a:gd name="connsiteY5" fmla="*/ 296601 h 296600"/>
                <a:gd name="connsiteX6" fmla="*/ 125861 w 299871"/>
                <a:gd name="connsiteY6" fmla="*/ 264995 h 296600"/>
                <a:gd name="connsiteX7" fmla="*/ 125861 w 299871"/>
                <a:gd name="connsiteY7" fmla="*/ 264995 h 296600"/>
                <a:gd name="connsiteX8" fmla="*/ 135651 w 299871"/>
                <a:gd name="connsiteY8" fmla="*/ 217376 h 296600"/>
                <a:gd name="connsiteX9" fmla="*/ 82368 w 299871"/>
                <a:gd name="connsiteY9" fmla="*/ 135424 h 296600"/>
                <a:gd name="connsiteX10" fmla="*/ 164320 w 299871"/>
                <a:gd name="connsiteY10" fmla="*/ 82141 h 296600"/>
                <a:gd name="connsiteX11" fmla="*/ 174739 w 299871"/>
                <a:gd name="connsiteY11" fmla="*/ 35012 h 296600"/>
                <a:gd name="connsiteX12" fmla="*/ 174739 w 299871"/>
                <a:gd name="connsiteY12" fmla="*/ 35012 h 296600"/>
                <a:gd name="connsiteX13" fmla="*/ 265144 w 299871"/>
                <a:gd name="connsiteY13" fmla="*/ 174511 h 296600"/>
                <a:gd name="connsiteX14" fmla="*/ 213966 w 299871"/>
                <a:gd name="connsiteY14" fmla="*/ 248702 h 29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9871" h="296600">
                  <a:moveTo>
                    <a:pt x="213687" y="248702"/>
                  </a:moveTo>
                  <a:lnTo>
                    <a:pt x="231657" y="275623"/>
                  </a:lnTo>
                  <a:cubicBezTo>
                    <a:pt x="301072" y="230490"/>
                    <a:pt x="320756" y="137630"/>
                    <a:pt x="275623" y="68215"/>
                  </a:cubicBezTo>
                  <a:cubicBezTo>
                    <a:pt x="230490" y="-1200"/>
                    <a:pt x="137630" y="-20884"/>
                    <a:pt x="68215" y="24249"/>
                  </a:cubicBezTo>
                  <a:cubicBezTo>
                    <a:pt x="-1200" y="69383"/>
                    <a:pt x="-20884" y="162243"/>
                    <a:pt x="24249" y="231658"/>
                  </a:cubicBezTo>
                  <a:cubicBezTo>
                    <a:pt x="45927" y="264998"/>
                    <a:pt x="79963" y="288359"/>
                    <a:pt x="118869" y="296601"/>
                  </a:cubicBezTo>
                  <a:lnTo>
                    <a:pt x="125861" y="264995"/>
                  </a:lnTo>
                  <a:lnTo>
                    <a:pt x="125861" y="264995"/>
                  </a:lnTo>
                  <a:lnTo>
                    <a:pt x="135651" y="217376"/>
                  </a:lnTo>
                  <a:cubicBezTo>
                    <a:pt x="98307" y="209459"/>
                    <a:pt x="74451" y="172768"/>
                    <a:pt x="82368" y="135424"/>
                  </a:cubicBezTo>
                  <a:cubicBezTo>
                    <a:pt x="90285" y="98080"/>
                    <a:pt x="126976" y="74225"/>
                    <a:pt x="164320" y="82141"/>
                  </a:cubicBezTo>
                  <a:lnTo>
                    <a:pt x="174739" y="35012"/>
                  </a:lnTo>
                  <a:lnTo>
                    <a:pt x="174739" y="35012"/>
                  </a:lnTo>
                  <a:cubicBezTo>
                    <a:pt x="238225" y="48569"/>
                    <a:pt x="278701" y="111025"/>
                    <a:pt x="265144" y="174511"/>
                  </a:cubicBezTo>
                  <a:cubicBezTo>
                    <a:pt x="258620" y="205059"/>
                    <a:pt x="240206" y="231755"/>
                    <a:pt x="213966" y="248702"/>
                  </a:cubicBezTo>
                  <a:close/>
                </a:path>
              </a:pathLst>
            </a:custGeom>
            <a:solidFill>
              <a:srgbClr val="E81F27"/>
            </a:solidFill>
            <a:ln w="6976" cap="flat">
              <a:noFill/>
              <a:prstDash val="solid"/>
              <a:miter/>
            </a:ln>
          </p:spPr>
          <p:txBody>
            <a:bodyPr rtlCol="0" anchor="ctr"/>
            <a:lstStyle/>
            <a:p>
              <a:endParaRPr lang="en-US" sz="1795"/>
            </a:p>
          </p:txBody>
        </p:sp>
      </p:grpSp>
    </p:spTree>
    <p:extLst>
      <p:ext uri="{BB962C8B-B14F-4D97-AF65-F5344CB8AC3E}">
        <p14:creationId xmlns:p14="http://schemas.microsoft.com/office/powerpoint/2010/main" val="362658271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A5E8B-9546-6043-9A58-7AC90CD053F0}"/>
              </a:ext>
            </a:extLst>
          </p:cNvPr>
          <p:cNvSpPr>
            <a:spLocks noGrp="1"/>
          </p:cNvSpPr>
          <p:nvPr>
            <p:ph type="title"/>
          </p:nvPr>
        </p:nvSpPr>
        <p:spPr>
          <a:xfrm>
            <a:off x="837712" y="457200"/>
            <a:ext cx="3922509" cy="1600200"/>
          </a:xfrm>
          <a:prstGeom prst="rect">
            <a:avLst/>
          </a:prstGeom>
        </p:spPr>
        <p:txBody>
          <a:bodyPr anchor="b"/>
          <a:lstStyle>
            <a:lvl1pPr>
              <a:defRPr sz="3184"/>
            </a:lvl1pPr>
          </a:lstStyle>
          <a:p>
            <a:r>
              <a:rPr lang="en-US"/>
              <a:t>Click to edit Master title style</a:t>
            </a:r>
          </a:p>
        </p:txBody>
      </p:sp>
      <p:sp>
        <p:nvSpPr>
          <p:cNvPr id="3" name="Content Placeholder 2">
            <a:extLst>
              <a:ext uri="{FF2B5EF4-FFF2-40B4-BE49-F238E27FC236}">
                <a16:creationId xmlns:a16="http://schemas.microsoft.com/office/drawing/2014/main" id="{ACBC676B-91BD-4042-9D97-AC9CF3928283}"/>
              </a:ext>
            </a:extLst>
          </p:cNvPr>
          <p:cNvSpPr>
            <a:spLocks noGrp="1"/>
          </p:cNvSpPr>
          <p:nvPr>
            <p:ph idx="1"/>
          </p:nvPr>
        </p:nvSpPr>
        <p:spPr>
          <a:xfrm>
            <a:off x="5170365" y="987428"/>
            <a:ext cx="6156930" cy="4873625"/>
          </a:xfrm>
          <a:prstGeom prst="rect">
            <a:avLst/>
          </a:prstGeom>
        </p:spPr>
        <p:txBody>
          <a:bodyPr/>
          <a:lstStyle>
            <a:lvl1pPr>
              <a:defRPr sz="3184"/>
            </a:lvl1pPr>
            <a:lvl2pPr>
              <a:defRPr sz="2786"/>
            </a:lvl2pPr>
            <a:lvl3pPr>
              <a:defRPr sz="2388"/>
            </a:lvl3pPr>
            <a:lvl4pPr>
              <a:defRPr sz="1990"/>
            </a:lvl4pPr>
            <a:lvl5pPr>
              <a:defRPr sz="1990"/>
            </a:lvl5pPr>
            <a:lvl6pPr>
              <a:defRPr sz="1990"/>
            </a:lvl6pPr>
            <a:lvl7pPr>
              <a:defRPr sz="1990"/>
            </a:lvl7pPr>
            <a:lvl8pPr>
              <a:defRPr sz="1990"/>
            </a:lvl8pPr>
            <a:lvl9pPr>
              <a:defRPr sz="199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841970-9843-944C-A556-20314D2EAE7C}"/>
              </a:ext>
            </a:extLst>
          </p:cNvPr>
          <p:cNvSpPr>
            <a:spLocks noGrp="1"/>
          </p:cNvSpPr>
          <p:nvPr>
            <p:ph type="body" sz="half" idx="2"/>
          </p:nvPr>
        </p:nvSpPr>
        <p:spPr>
          <a:xfrm>
            <a:off x="837712" y="2057400"/>
            <a:ext cx="3922509" cy="3811588"/>
          </a:xfrm>
          <a:prstGeom prst="rect">
            <a:avLst/>
          </a:prstGeom>
        </p:spPr>
        <p:txBody>
          <a:bodyPr/>
          <a:lstStyle>
            <a:lvl1pPr marL="0" indent="0">
              <a:buNone/>
              <a:defRPr sz="1592"/>
            </a:lvl1pPr>
            <a:lvl2pPr marL="454917" indent="0">
              <a:buNone/>
              <a:defRPr sz="1394"/>
            </a:lvl2pPr>
            <a:lvl3pPr marL="909834" indent="0">
              <a:buNone/>
              <a:defRPr sz="1194"/>
            </a:lvl3pPr>
            <a:lvl4pPr marL="1364751" indent="0">
              <a:buNone/>
              <a:defRPr sz="996"/>
            </a:lvl4pPr>
            <a:lvl5pPr marL="1819667" indent="0">
              <a:buNone/>
              <a:defRPr sz="996"/>
            </a:lvl5pPr>
            <a:lvl6pPr marL="2274584" indent="0">
              <a:buNone/>
              <a:defRPr sz="996"/>
            </a:lvl6pPr>
            <a:lvl7pPr marL="2729501" indent="0">
              <a:buNone/>
              <a:defRPr sz="996"/>
            </a:lvl7pPr>
            <a:lvl8pPr marL="3184418" indent="0">
              <a:buNone/>
              <a:defRPr sz="996"/>
            </a:lvl8pPr>
            <a:lvl9pPr marL="3639335" indent="0">
              <a:buNone/>
              <a:defRPr sz="996"/>
            </a:lvl9pPr>
          </a:lstStyle>
          <a:p>
            <a:pPr lvl="0"/>
            <a:r>
              <a:rPr lang="en-US"/>
              <a:t>Click to edit Master text styles</a:t>
            </a:r>
          </a:p>
        </p:txBody>
      </p:sp>
    </p:spTree>
    <p:extLst>
      <p:ext uri="{BB962C8B-B14F-4D97-AF65-F5344CB8AC3E}">
        <p14:creationId xmlns:p14="http://schemas.microsoft.com/office/powerpoint/2010/main" val="87978481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43_Custom Layout">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FDC412A1-0B11-0C45-81A6-26B3D6380AC4}"/>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8483"/>
            <a:ext cx="12161838" cy="6841034"/>
          </a:xfrm>
          <a:prstGeom prst="rect">
            <a:avLst/>
          </a:prstGeom>
        </p:spPr>
      </p:pic>
      <p:sp>
        <p:nvSpPr>
          <p:cNvPr id="11" name="Rectangle 10">
            <a:extLst>
              <a:ext uri="{FF2B5EF4-FFF2-40B4-BE49-F238E27FC236}">
                <a16:creationId xmlns:a16="http://schemas.microsoft.com/office/drawing/2014/main" id="{AB63A96D-C753-0947-BCA9-BAB92DE5AC73}"/>
              </a:ext>
            </a:extLst>
          </p:cNvPr>
          <p:cNvSpPr/>
          <p:nvPr userDrawn="1"/>
        </p:nvSpPr>
        <p:spPr>
          <a:xfrm>
            <a:off x="1392554" y="2362322"/>
            <a:ext cx="548640" cy="646331"/>
          </a:xfrm>
          <a:prstGeom prst="rect">
            <a:avLst/>
          </a:prstGeom>
          <a:solidFill>
            <a:schemeClr val="tx2"/>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12" name="Text Placeholder 21">
            <a:extLst>
              <a:ext uri="{FF2B5EF4-FFF2-40B4-BE49-F238E27FC236}">
                <a16:creationId xmlns:a16="http://schemas.microsoft.com/office/drawing/2014/main" id="{FA48772E-486B-B54A-8568-C846331E751B}"/>
              </a:ext>
            </a:extLst>
          </p:cNvPr>
          <p:cNvSpPr>
            <a:spLocks noGrp="1"/>
          </p:cNvSpPr>
          <p:nvPr>
            <p:ph type="body" sz="quarter" idx="14"/>
          </p:nvPr>
        </p:nvSpPr>
        <p:spPr>
          <a:xfrm>
            <a:off x="1392556" y="3017520"/>
            <a:ext cx="3657600" cy="182880"/>
          </a:xfrm>
        </p:spPr>
        <p:txBody>
          <a:bodyPr/>
          <a:lstStyle>
            <a:lvl1pPr marL="0" indent="0">
              <a:buNone/>
              <a:defRPr sz="1097" b="1" cap="all" spc="299" baseline="0">
                <a:solidFill>
                  <a:schemeClr val="bg1"/>
                </a:solidFill>
              </a:defRPr>
            </a:lvl1pPr>
          </a:lstStyle>
          <a:p>
            <a:pPr lvl="0"/>
            <a:endParaRPr lang="en-US" dirty="0"/>
          </a:p>
        </p:txBody>
      </p:sp>
      <p:sp>
        <p:nvSpPr>
          <p:cNvPr id="13" name="Title 1">
            <a:extLst>
              <a:ext uri="{FF2B5EF4-FFF2-40B4-BE49-F238E27FC236}">
                <a16:creationId xmlns:a16="http://schemas.microsoft.com/office/drawing/2014/main" id="{110EA934-B82E-1B45-B8A7-797CE530E3BE}"/>
              </a:ext>
            </a:extLst>
          </p:cNvPr>
          <p:cNvSpPr>
            <a:spLocks noGrp="1"/>
          </p:cNvSpPr>
          <p:nvPr>
            <p:ph type="title"/>
          </p:nvPr>
        </p:nvSpPr>
        <p:spPr>
          <a:xfrm>
            <a:off x="1392555" y="3215640"/>
            <a:ext cx="3657600" cy="1051560"/>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60655583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_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B16DD36-E308-6043-AFFC-C8166C6C2E60}"/>
              </a:ext>
            </a:extLst>
          </p:cNvPr>
          <p:cNvSpPr/>
          <p:nvPr userDrawn="1"/>
        </p:nvSpPr>
        <p:spPr>
          <a:xfrm>
            <a:off x="640079"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20" name="Text Placeholder 21">
            <a:extLst>
              <a:ext uri="{FF2B5EF4-FFF2-40B4-BE49-F238E27FC236}">
                <a16:creationId xmlns:a16="http://schemas.microsoft.com/office/drawing/2014/main" id="{03BB3241-0653-DB40-9E36-626B8F0B9CDE}"/>
              </a:ext>
            </a:extLst>
          </p:cNvPr>
          <p:cNvSpPr>
            <a:spLocks noGrp="1"/>
          </p:cNvSpPr>
          <p:nvPr>
            <p:ph type="body" sz="quarter" idx="14"/>
          </p:nvPr>
        </p:nvSpPr>
        <p:spPr>
          <a:xfrm>
            <a:off x="640079" y="822960"/>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21" name="Title 1">
            <a:extLst>
              <a:ext uri="{FF2B5EF4-FFF2-40B4-BE49-F238E27FC236}">
                <a16:creationId xmlns:a16="http://schemas.microsoft.com/office/drawing/2014/main" id="{B4FC81DA-287D-2A4B-B266-7B57032D25F9}"/>
              </a:ext>
            </a:extLst>
          </p:cNvPr>
          <p:cNvSpPr>
            <a:spLocks noGrp="1"/>
          </p:cNvSpPr>
          <p:nvPr>
            <p:ph type="title"/>
          </p:nvPr>
        </p:nvSpPr>
        <p:spPr>
          <a:xfrm>
            <a:off x="640078" y="1097280"/>
            <a:ext cx="3421284" cy="1121270"/>
          </a:xfrm>
        </p:spPr>
        <p:txBody>
          <a:bodyPr/>
          <a:lstStyle>
            <a:lvl1pPr>
              <a:defRPr sz="3591">
                <a:solidFill>
                  <a:schemeClr val="bg2">
                    <a:lumMod val="10000"/>
                  </a:schemeClr>
                </a:solidFill>
              </a:defRPr>
            </a:lvl1pPr>
          </a:lstStyle>
          <a:p>
            <a:r>
              <a:rPr lang="en-US" dirty="0"/>
              <a:t>Click to edit Master title style</a:t>
            </a:r>
          </a:p>
        </p:txBody>
      </p:sp>
      <p:sp>
        <p:nvSpPr>
          <p:cNvPr id="22" name="Text Placeholder 12">
            <a:extLst>
              <a:ext uri="{FF2B5EF4-FFF2-40B4-BE49-F238E27FC236}">
                <a16:creationId xmlns:a16="http://schemas.microsoft.com/office/drawing/2014/main" id="{CE789321-94A0-474C-8651-9A41E08C9621}"/>
              </a:ext>
            </a:extLst>
          </p:cNvPr>
          <p:cNvSpPr>
            <a:spLocks noGrp="1"/>
          </p:cNvSpPr>
          <p:nvPr>
            <p:ph type="body" sz="quarter" idx="16"/>
          </p:nvPr>
        </p:nvSpPr>
        <p:spPr>
          <a:xfrm>
            <a:off x="640078" y="2286000"/>
            <a:ext cx="3421284" cy="3383280"/>
          </a:xfr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Rectangle 22">
            <a:extLst>
              <a:ext uri="{FF2B5EF4-FFF2-40B4-BE49-F238E27FC236}">
                <a16:creationId xmlns:a16="http://schemas.microsoft.com/office/drawing/2014/main" id="{0B472DE0-83E1-6945-BEB2-60E305654C37}"/>
              </a:ext>
            </a:extLst>
          </p:cNvPr>
          <p:cNvSpPr/>
          <p:nvPr userDrawn="1"/>
        </p:nvSpPr>
        <p:spPr>
          <a:xfrm>
            <a:off x="6128762" y="3101594"/>
            <a:ext cx="184731" cy="646331"/>
          </a:xfrm>
          <a:prstGeom prst="rect">
            <a:avLst/>
          </a:prstGeom>
          <a:solidFill>
            <a:schemeClr val="bg2">
              <a:lumMod val="10000"/>
            </a:schemeClr>
          </a:solid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24" name="Picture Placeholder 14">
            <a:extLst>
              <a:ext uri="{FF2B5EF4-FFF2-40B4-BE49-F238E27FC236}">
                <a16:creationId xmlns:a16="http://schemas.microsoft.com/office/drawing/2014/main" id="{59471DDA-59CD-A44B-9647-F7BFB817798E}"/>
              </a:ext>
            </a:extLst>
          </p:cNvPr>
          <p:cNvSpPr>
            <a:spLocks noGrp="1"/>
          </p:cNvSpPr>
          <p:nvPr>
            <p:ph type="pic" sz="quarter" idx="17"/>
          </p:nvPr>
        </p:nvSpPr>
        <p:spPr>
          <a:xfrm>
            <a:off x="8199438" y="0"/>
            <a:ext cx="3962400" cy="6858000"/>
          </a:xfrm>
        </p:spPr>
        <p:txBody>
          <a:bodyPr/>
          <a:lstStyle/>
          <a:p>
            <a:endParaRPr lang="en-US"/>
          </a:p>
        </p:txBody>
      </p:sp>
    </p:spTree>
    <p:extLst>
      <p:ext uri="{BB962C8B-B14F-4D97-AF65-F5344CB8AC3E}">
        <p14:creationId xmlns:p14="http://schemas.microsoft.com/office/powerpoint/2010/main" val="242959084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45_Custom Layout">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566E5E15-CE06-B742-89D8-BD3CF60C24EC}"/>
              </a:ext>
            </a:extLst>
          </p:cNvPr>
          <p:cNvSpPr>
            <a:spLocks noGrp="1"/>
          </p:cNvSpPr>
          <p:nvPr>
            <p:ph type="body" sz="quarter" idx="14"/>
          </p:nvPr>
        </p:nvSpPr>
        <p:spPr>
          <a:xfrm>
            <a:off x="640079" y="822960"/>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5" name="Title 1">
            <a:extLst>
              <a:ext uri="{FF2B5EF4-FFF2-40B4-BE49-F238E27FC236}">
                <a16:creationId xmlns:a16="http://schemas.microsoft.com/office/drawing/2014/main" id="{D8F11A9B-1184-934A-9FAD-5AB96884D173}"/>
              </a:ext>
            </a:extLst>
          </p:cNvPr>
          <p:cNvSpPr>
            <a:spLocks noGrp="1"/>
          </p:cNvSpPr>
          <p:nvPr>
            <p:ph type="title"/>
          </p:nvPr>
        </p:nvSpPr>
        <p:spPr>
          <a:xfrm>
            <a:off x="640078" y="1097280"/>
            <a:ext cx="4958082" cy="1121270"/>
          </a:xfrm>
        </p:spPr>
        <p:txBody>
          <a:bodyPr/>
          <a:lstStyle>
            <a:lvl1pPr>
              <a:defRPr sz="3591">
                <a:solidFill>
                  <a:schemeClr val="bg2">
                    <a:lumMod val="10000"/>
                  </a:schemeClr>
                </a:solidFill>
              </a:defRPr>
            </a:lvl1pPr>
          </a:lstStyle>
          <a:p>
            <a:r>
              <a:rPr lang="en-US" dirty="0"/>
              <a:t>Click to edit Master title style</a:t>
            </a:r>
          </a:p>
        </p:txBody>
      </p:sp>
      <p:sp>
        <p:nvSpPr>
          <p:cNvPr id="6" name="Text Placeholder 12">
            <a:extLst>
              <a:ext uri="{FF2B5EF4-FFF2-40B4-BE49-F238E27FC236}">
                <a16:creationId xmlns:a16="http://schemas.microsoft.com/office/drawing/2014/main" id="{DE20C643-33E7-5E40-B8E2-F95386C07B4D}"/>
              </a:ext>
            </a:extLst>
          </p:cNvPr>
          <p:cNvSpPr>
            <a:spLocks noGrp="1"/>
          </p:cNvSpPr>
          <p:nvPr>
            <p:ph type="body" sz="quarter" idx="16"/>
          </p:nvPr>
        </p:nvSpPr>
        <p:spPr>
          <a:xfrm>
            <a:off x="640078" y="2286000"/>
            <a:ext cx="4958082" cy="3383280"/>
          </a:xfr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9063202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6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2EFC2B-8F7D-E748-A4C1-B0CDC57559F3}"/>
              </a:ext>
            </a:extLst>
          </p:cNvPr>
          <p:cNvSpPr/>
          <p:nvPr userDrawn="1"/>
        </p:nvSpPr>
        <p:spPr>
          <a:xfrm>
            <a:off x="5988554" y="3105836"/>
            <a:ext cx="184731" cy="646331"/>
          </a:xfrm>
          <a:prstGeom prst="rect">
            <a:avLst/>
          </a:prstGeom>
          <a:solidFill>
            <a:schemeClr val="bg1"/>
          </a:solid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Tree>
    <p:extLst>
      <p:ext uri="{BB962C8B-B14F-4D97-AF65-F5344CB8AC3E}">
        <p14:creationId xmlns:p14="http://schemas.microsoft.com/office/powerpoint/2010/main" val="167786570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Picture Placeholder 20">
            <a:extLst>
              <a:ext uri="{FF2B5EF4-FFF2-40B4-BE49-F238E27FC236}">
                <a16:creationId xmlns:a16="http://schemas.microsoft.com/office/drawing/2014/main" id="{8A7300E7-564E-2048-BB2C-0A325066FAA0}"/>
              </a:ext>
            </a:extLst>
          </p:cNvPr>
          <p:cNvSpPr>
            <a:spLocks noGrp="1" noChangeAspect="1"/>
          </p:cNvSpPr>
          <p:nvPr>
            <p:ph type="pic" sz="quarter" idx="10"/>
          </p:nvPr>
        </p:nvSpPr>
        <p:spPr>
          <a:xfrm>
            <a:off x="640080" y="3108960"/>
            <a:ext cx="1828800" cy="1828800"/>
          </a:xfrm>
          <a:prstGeom prst="ellipse">
            <a:avLst/>
          </a:prstGeom>
          <a:solidFill>
            <a:schemeClr val="bg1"/>
          </a:solidFill>
        </p:spPr>
        <p:txBody>
          <a:bodyPr/>
          <a:lstStyle>
            <a:lvl1pPr marL="0" indent="0">
              <a:buFontTx/>
              <a:buNone/>
              <a:defRPr sz="499">
                <a:solidFill>
                  <a:schemeClr val="bg1"/>
                </a:solidFill>
              </a:defRPr>
            </a:lvl1pPr>
          </a:lstStyle>
          <a:p>
            <a:endParaRPr lang="en-US" dirty="0"/>
          </a:p>
        </p:txBody>
      </p:sp>
      <p:sp>
        <p:nvSpPr>
          <p:cNvPr id="23" name="Picture Placeholder 20">
            <a:extLst>
              <a:ext uri="{FF2B5EF4-FFF2-40B4-BE49-F238E27FC236}">
                <a16:creationId xmlns:a16="http://schemas.microsoft.com/office/drawing/2014/main" id="{E080BF4A-B3D9-D849-B5E6-6B164D1E4A3E}"/>
              </a:ext>
            </a:extLst>
          </p:cNvPr>
          <p:cNvSpPr>
            <a:spLocks noGrp="1" noChangeAspect="1"/>
          </p:cNvSpPr>
          <p:nvPr>
            <p:ph type="pic" sz="quarter" idx="11"/>
          </p:nvPr>
        </p:nvSpPr>
        <p:spPr>
          <a:xfrm>
            <a:off x="3449406" y="3108960"/>
            <a:ext cx="1828800" cy="1828800"/>
          </a:xfrm>
          <a:prstGeom prst="ellipse">
            <a:avLst/>
          </a:prstGeom>
          <a:solidFill>
            <a:schemeClr val="bg1"/>
          </a:solidFill>
        </p:spPr>
        <p:txBody>
          <a:bodyPr/>
          <a:lstStyle>
            <a:lvl1pPr marL="0" indent="0">
              <a:buFontTx/>
              <a:buNone/>
              <a:defRPr sz="499">
                <a:solidFill>
                  <a:schemeClr val="bg1"/>
                </a:solidFill>
              </a:defRPr>
            </a:lvl1pPr>
          </a:lstStyle>
          <a:p>
            <a:endParaRPr lang="en-US" dirty="0"/>
          </a:p>
        </p:txBody>
      </p:sp>
      <p:sp>
        <p:nvSpPr>
          <p:cNvPr id="24" name="Picture Placeholder 20">
            <a:extLst>
              <a:ext uri="{FF2B5EF4-FFF2-40B4-BE49-F238E27FC236}">
                <a16:creationId xmlns:a16="http://schemas.microsoft.com/office/drawing/2014/main" id="{52AB6CCB-C36B-E84B-97A6-A71F7FFB7557}"/>
              </a:ext>
            </a:extLst>
          </p:cNvPr>
          <p:cNvSpPr>
            <a:spLocks noGrp="1" noChangeAspect="1"/>
          </p:cNvSpPr>
          <p:nvPr>
            <p:ph type="pic" sz="quarter" idx="12"/>
          </p:nvPr>
        </p:nvSpPr>
        <p:spPr>
          <a:xfrm>
            <a:off x="6258732" y="3108960"/>
            <a:ext cx="1828800" cy="1828800"/>
          </a:xfrm>
          <a:prstGeom prst="ellipse">
            <a:avLst/>
          </a:prstGeom>
          <a:solidFill>
            <a:schemeClr val="bg1"/>
          </a:solidFill>
        </p:spPr>
        <p:txBody>
          <a:bodyPr/>
          <a:lstStyle>
            <a:lvl1pPr marL="0" indent="0">
              <a:buFontTx/>
              <a:buNone/>
              <a:defRPr sz="499">
                <a:solidFill>
                  <a:schemeClr val="bg1"/>
                </a:solidFill>
              </a:defRPr>
            </a:lvl1pPr>
          </a:lstStyle>
          <a:p>
            <a:endParaRPr lang="en-US"/>
          </a:p>
        </p:txBody>
      </p:sp>
      <p:sp>
        <p:nvSpPr>
          <p:cNvPr id="25" name="Picture Placeholder 20">
            <a:extLst>
              <a:ext uri="{FF2B5EF4-FFF2-40B4-BE49-F238E27FC236}">
                <a16:creationId xmlns:a16="http://schemas.microsoft.com/office/drawing/2014/main" id="{8F9A1A2B-6171-6948-A682-ACA00DA1A855}"/>
              </a:ext>
            </a:extLst>
          </p:cNvPr>
          <p:cNvSpPr>
            <a:spLocks noGrp="1" noChangeAspect="1"/>
          </p:cNvSpPr>
          <p:nvPr>
            <p:ph type="pic" sz="quarter" idx="13"/>
          </p:nvPr>
        </p:nvSpPr>
        <p:spPr>
          <a:xfrm>
            <a:off x="9068059" y="3108960"/>
            <a:ext cx="1828800" cy="1828800"/>
          </a:xfrm>
          <a:prstGeom prst="ellipse">
            <a:avLst/>
          </a:prstGeom>
          <a:solidFill>
            <a:schemeClr val="bg1"/>
          </a:solidFill>
        </p:spPr>
        <p:txBody>
          <a:bodyPr/>
          <a:lstStyle>
            <a:lvl1pPr marL="0" indent="0">
              <a:buFontTx/>
              <a:buNone/>
              <a:defRPr sz="499">
                <a:solidFill>
                  <a:schemeClr val="bg1"/>
                </a:solidFill>
              </a:defRPr>
            </a:lvl1pPr>
          </a:lstStyle>
          <a:p>
            <a:endParaRPr lang="en-US"/>
          </a:p>
        </p:txBody>
      </p:sp>
      <p:sp>
        <p:nvSpPr>
          <p:cNvPr id="18" name="Text Placeholder 21">
            <a:extLst>
              <a:ext uri="{FF2B5EF4-FFF2-40B4-BE49-F238E27FC236}">
                <a16:creationId xmlns:a16="http://schemas.microsoft.com/office/drawing/2014/main" id="{858F0A2E-DF9E-7F46-804E-92E072846AAD}"/>
              </a:ext>
            </a:extLst>
          </p:cNvPr>
          <p:cNvSpPr>
            <a:spLocks noGrp="1"/>
          </p:cNvSpPr>
          <p:nvPr>
            <p:ph type="body" sz="quarter" idx="14"/>
          </p:nvPr>
        </p:nvSpPr>
        <p:spPr>
          <a:xfrm>
            <a:off x="64008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21" name="Text Placeholder 21">
            <a:extLst>
              <a:ext uri="{FF2B5EF4-FFF2-40B4-BE49-F238E27FC236}">
                <a16:creationId xmlns:a16="http://schemas.microsoft.com/office/drawing/2014/main" id="{F537FB49-6AB3-0F45-BCA4-F565FFBF06EF}"/>
              </a:ext>
            </a:extLst>
          </p:cNvPr>
          <p:cNvSpPr>
            <a:spLocks noGrp="1"/>
          </p:cNvSpPr>
          <p:nvPr>
            <p:ph type="body" sz="quarter" idx="16"/>
          </p:nvPr>
        </p:nvSpPr>
        <p:spPr>
          <a:xfrm>
            <a:off x="640080" y="256032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27" name="Text Placeholder 21">
            <a:extLst>
              <a:ext uri="{FF2B5EF4-FFF2-40B4-BE49-F238E27FC236}">
                <a16:creationId xmlns:a16="http://schemas.microsoft.com/office/drawing/2014/main" id="{C8DB35B8-B30D-EE48-9340-8402C59DD35B}"/>
              </a:ext>
            </a:extLst>
          </p:cNvPr>
          <p:cNvSpPr>
            <a:spLocks noGrp="1"/>
          </p:cNvSpPr>
          <p:nvPr>
            <p:ph type="body" sz="quarter" idx="17"/>
          </p:nvPr>
        </p:nvSpPr>
        <p:spPr>
          <a:xfrm>
            <a:off x="640080" y="5319948"/>
            <a:ext cx="2034998" cy="366598"/>
          </a:xfrm>
        </p:spPr>
        <p:txBody>
          <a:bodyPr/>
          <a:lstStyle>
            <a:lvl1pPr marL="0" indent="0">
              <a:buNone/>
              <a:defRPr sz="1097" b="1" cap="all" spc="299" baseline="0">
                <a:solidFill>
                  <a:schemeClr val="bg1"/>
                </a:solidFill>
              </a:defRPr>
            </a:lvl1pPr>
          </a:lstStyle>
          <a:p>
            <a:pPr lvl="0"/>
            <a:endParaRPr lang="en-US" dirty="0"/>
          </a:p>
        </p:txBody>
      </p:sp>
      <p:sp>
        <p:nvSpPr>
          <p:cNvPr id="28" name="Text Placeholder 21">
            <a:extLst>
              <a:ext uri="{FF2B5EF4-FFF2-40B4-BE49-F238E27FC236}">
                <a16:creationId xmlns:a16="http://schemas.microsoft.com/office/drawing/2014/main" id="{797EE0DE-E5BC-7B45-9F12-32C673938E23}"/>
              </a:ext>
            </a:extLst>
          </p:cNvPr>
          <p:cNvSpPr>
            <a:spLocks noGrp="1"/>
          </p:cNvSpPr>
          <p:nvPr>
            <p:ph type="body" sz="quarter" idx="18"/>
          </p:nvPr>
        </p:nvSpPr>
        <p:spPr>
          <a:xfrm>
            <a:off x="640080" y="5789848"/>
            <a:ext cx="2034998" cy="366598"/>
          </a:xfrm>
        </p:spPr>
        <p:txBody>
          <a:bodyPr/>
          <a:lstStyle>
            <a:lvl1pPr marL="0" indent="0">
              <a:buNone/>
              <a:defRPr sz="1496" b="0" i="1" cap="none" spc="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29" name="Text Placeholder 21">
            <a:extLst>
              <a:ext uri="{FF2B5EF4-FFF2-40B4-BE49-F238E27FC236}">
                <a16:creationId xmlns:a16="http://schemas.microsoft.com/office/drawing/2014/main" id="{70C977AC-2189-BB4E-A26B-28319F2655B8}"/>
              </a:ext>
            </a:extLst>
          </p:cNvPr>
          <p:cNvSpPr>
            <a:spLocks noGrp="1"/>
          </p:cNvSpPr>
          <p:nvPr>
            <p:ph type="body" sz="quarter" idx="19"/>
          </p:nvPr>
        </p:nvSpPr>
        <p:spPr>
          <a:xfrm>
            <a:off x="3449407" y="5319948"/>
            <a:ext cx="2034998" cy="366598"/>
          </a:xfrm>
        </p:spPr>
        <p:txBody>
          <a:bodyPr/>
          <a:lstStyle>
            <a:lvl1pPr marL="0" indent="0">
              <a:buNone/>
              <a:defRPr sz="1097" b="1" cap="all" spc="299" baseline="0">
                <a:solidFill>
                  <a:schemeClr val="bg1"/>
                </a:solidFill>
              </a:defRPr>
            </a:lvl1pPr>
          </a:lstStyle>
          <a:p>
            <a:pPr lvl="0"/>
            <a:endParaRPr lang="en-US" dirty="0"/>
          </a:p>
        </p:txBody>
      </p:sp>
      <p:sp>
        <p:nvSpPr>
          <p:cNvPr id="30" name="Text Placeholder 21">
            <a:extLst>
              <a:ext uri="{FF2B5EF4-FFF2-40B4-BE49-F238E27FC236}">
                <a16:creationId xmlns:a16="http://schemas.microsoft.com/office/drawing/2014/main" id="{A35729EC-A5AC-AD46-AB13-BE7B95EC24AF}"/>
              </a:ext>
            </a:extLst>
          </p:cNvPr>
          <p:cNvSpPr>
            <a:spLocks noGrp="1"/>
          </p:cNvSpPr>
          <p:nvPr>
            <p:ph type="body" sz="quarter" idx="20"/>
          </p:nvPr>
        </p:nvSpPr>
        <p:spPr>
          <a:xfrm>
            <a:off x="3449407" y="5789848"/>
            <a:ext cx="2034998" cy="366598"/>
          </a:xfrm>
        </p:spPr>
        <p:txBody>
          <a:bodyPr/>
          <a:lstStyle>
            <a:lvl1pPr marL="0" indent="0">
              <a:buNone/>
              <a:defRPr sz="1496" b="0" i="1" cap="none" spc="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31" name="Text Placeholder 21">
            <a:extLst>
              <a:ext uri="{FF2B5EF4-FFF2-40B4-BE49-F238E27FC236}">
                <a16:creationId xmlns:a16="http://schemas.microsoft.com/office/drawing/2014/main" id="{4C3557ED-D379-164B-B182-7163C9B02728}"/>
              </a:ext>
            </a:extLst>
          </p:cNvPr>
          <p:cNvSpPr>
            <a:spLocks noGrp="1"/>
          </p:cNvSpPr>
          <p:nvPr>
            <p:ph type="body" sz="quarter" idx="21"/>
          </p:nvPr>
        </p:nvSpPr>
        <p:spPr>
          <a:xfrm>
            <a:off x="6258733" y="5319948"/>
            <a:ext cx="2034998" cy="366598"/>
          </a:xfrm>
        </p:spPr>
        <p:txBody>
          <a:bodyPr/>
          <a:lstStyle>
            <a:lvl1pPr marL="0" indent="0">
              <a:buNone/>
              <a:defRPr sz="1097" b="1" cap="all" spc="299" baseline="0">
                <a:solidFill>
                  <a:schemeClr val="bg1"/>
                </a:solidFill>
              </a:defRPr>
            </a:lvl1pPr>
          </a:lstStyle>
          <a:p>
            <a:pPr lvl="0"/>
            <a:endParaRPr lang="en-US" dirty="0"/>
          </a:p>
        </p:txBody>
      </p:sp>
      <p:sp>
        <p:nvSpPr>
          <p:cNvPr id="32" name="Text Placeholder 21">
            <a:extLst>
              <a:ext uri="{FF2B5EF4-FFF2-40B4-BE49-F238E27FC236}">
                <a16:creationId xmlns:a16="http://schemas.microsoft.com/office/drawing/2014/main" id="{A069F074-EF5D-4F4C-B8E1-A2D505D2B87B}"/>
              </a:ext>
            </a:extLst>
          </p:cNvPr>
          <p:cNvSpPr>
            <a:spLocks noGrp="1"/>
          </p:cNvSpPr>
          <p:nvPr>
            <p:ph type="body" sz="quarter" idx="22"/>
          </p:nvPr>
        </p:nvSpPr>
        <p:spPr>
          <a:xfrm>
            <a:off x="6258733" y="5789848"/>
            <a:ext cx="2034998" cy="366598"/>
          </a:xfrm>
        </p:spPr>
        <p:txBody>
          <a:bodyPr/>
          <a:lstStyle>
            <a:lvl1pPr marL="0" indent="0">
              <a:buNone/>
              <a:defRPr sz="1496" b="0" i="1" cap="none" spc="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33" name="Text Placeholder 21">
            <a:extLst>
              <a:ext uri="{FF2B5EF4-FFF2-40B4-BE49-F238E27FC236}">
                <a16:creationId xmlns:a16="http://schemas.microsoft.com/office/drawing/2014/main" id="{A1712F15-276B-FD4C-B0A9-649DA1804D2F}"/>
              </a:ext>
            </a:extLst>
          </p:cNvPr>
          <p:cNvSpPr>
            <a:spLocks noGrp="1"/>
          </p:cNvSpPr>
          <p:nvPr>
            <p:ph type="body" sz="quarter" idx="23"/>
          </p:nvPr>
        </p:nvSpPr>
        <p:spPr>
          <a:xfrm>
            <a:off x="9068059" y="5319948"/>
            <a:ext cx="2034998" cy="366598"/>
          </a:xfrm>
        </p:spPr>
        <p:txBody>
          <a:bodyPr/>
          <a:lstStyle>
            <a:lvl1pPr marL="0" indent="0">
              <a:buNone/>
              <a:defRPr sz="1097" b="1" cap="all" spc="299" baseline="0">
                <a:solidFill>
                  <a:schemeClr val="bg1"/>
                </a:solidFill>
              </a:defRPr>
            </a:lvl1pPr>
          </a:lstStyle>
          <a:p>
            <a:pPr lvl="0"/>
            <a:endParaRPr lang="en-US" dirty="0"/>
          </a:p>
        </p:txBody>
      </p:sp>
      <p:sp>
        <p:nvSpPr>
          <p:cNvPr id="34" name="Text Placeholder 21">
            <a:extLst>
              <a:ext uri="{FF2B5EF4-FFF2-40B4-BE49-F238E27FC236}">
                <a16:creationId xmlns:a16="http://schemas.microsoft.com/office/drawing/2014/main" id="{F256E4EF-FD24-BB40-B1A2-E2B64E797B3B}"/>
              </a:ext>
            </a:extLst>
          </p:cNvPr>
          <p:cNvSpPr>
            <a:spLocks noGrp="1"/>
          </p:cNvSpPr>
          <p:nvPr>
            <p:ph type="body" sz="quarter" idx="24"/>
          </p:nvPr>
        </p:nvSpPr>
        <p:spPr>
          <a:xfrm>
            <a:off x="9068059" y="5789848"/>
            <a:ext cx="2034998" cy="366598"/>
          </a:xfrm>
        </p:spPr>
        <p:txBody>
          <a:bodyPr/>
          <a:lstStyle>
            <a:lvl1pPr marL="0" indent="0">
              <a:buNone/>
              <a:defRPr sz="1496" b="0" i="1" cap="none" spc="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2" name="Title 1">
            <a:extLst>
              <a:ext uri="{FF2B5EF4-FFF2-40B4-BE49-F238E27FC236}">
                <a16:creationId xmlns:a16="http://schemas.microsoft.com/office/drawing/2014/main" id="{C8F80C07-1EA4-8F48-A5A8-0BC1E356DC7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48290689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7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21">
            <a:extLst>
              <a:ext uri="{FF2B5EF4-FFF2-40B4-BE49-F238E27FC236}">
                <a16:creationId xmlns:a16="http://schemas.microsoft.com/office/drawing/2014/main" id="{8CB88D2E-DAB7-F842-9A6E-0E2EB120D065}"/>
              </a:ext>
            </a:extLst>
          </p:cNvPr>
          <p:cNvSpPr>
            <a:spLocks noGrp="1"/>
          </p:cNvSpPr>
          <p:nvPr>
            <p:ph type="body" sz="quarter" idx="14"/>
          </p:nvPr>
        </p:nvSpPr>
        <p:spPr>
          <a:xfrm>
            <a:off x="64008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19" name="Title 1">
            <a:extLst>
              <a:ext uri="{FF2B5EF4-FFF2-40B4-BE49-F238E27FC236}">
                <a16:creationId xmlns:a16="http://schemas.microsoft.com/office/drawing/2014/main" id="{F666C84A-E025-3E4B-888D-A8A6704ED762}"/>
              </a:ext>
            </a:extLst>
          </p:cNvPr>
          <p:cNvSpPr>
            <a:spLocks noGrp="1"/>
          </p:cNvSpPr>
          <p:nvPr>
            <p:ph type="title"/>
          </p:nvPr>
        </p:nvSpPr>
        <p:spPr>
          <a:xfrm>
            <a:off x="640081" y="1122680"/>
            <a:ext cx="5669279" cy="1137920"/>
          </a:xfrm>
        </p:spPr>
        <p:txBody>
          <a:bodyPr/>
          <a:lstStyle>
            <a:lvl1pPr>
              <a:lnSpc>
                <a:spcPct val="90000"/>
              </a:lnSpc>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68565139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_Content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216B7BD-D344-0E4F-B0F0-7ACEF72284BB}"/>
              </a:ext>
            </a:extLst>
          </p:cNvPr>
          <p:cNvSpPr/>
          <p:nvPr userDrawn="1"/>
        </p:nvSpPr>
        <p:spPr>
          <a:xfrm>
            <a:off x="5988554" y="865556"/>
            <a:ext cx="184731" cy="646331"/>
          </a:xfrm>
          <a:prstGeom prst="rect">
            <a:avLst/>
          </a:prstGeom>
          <a:solidFill>
            <a:schemeClr val="bg2">
              <a:lumMod val="10000"/>
            </a:schemeClr>
          </a:solid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10" name="Rectangle 9">
            <a:extLst>
              <a:ext uri="{FF2B5EF4-FFF2-40B4-BE49-F238E27FC236}">
                <a16:creationId xmlns:a16="http://schemas.microsoft.com/office/drawing/2014/main" id="{4EA44DA3-0D2D-AD4B-8B0F-35FF77DB667D}"/>
              </a:ext>
            </a:extLst>
          </p:cNvPr>
          <p:cNvSpPr/>
          <p:nvPr userDrawn="1"/>
        </p:nvSpPr>
        <p:spPr>
          <a:xfrm>
            <a:off x="640079"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13" name="Text Placeholder 21">
            <a:extLst>
              <a:ext uri="{FF2B5EF4-FFF2-40B4-BE49-F238E27FC236}">
                <a16:creationId xmlns:a16="http://schemas.microsoft.com/office/drawing/2014/main" id="{880EDDC5-78F4-8144-A1DB-614D6D7F57F5}"/>
              </a:ext>
            </a:extLst>
          </p:cNvPr>
          <p:cNvSpPr>
            <a:spLocks noGrp="1"/>
          </p:cNvSpPr>
          <p:nvPr>
            <p:ph type="body" sz="quarter" idx="14"/>
          </p:nvPr>
        </p:nvSpPr>
        <p:spPr>
          <a:xfrm>
            <a:off x="64008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14" name="Title 1">
            <a:extLst>
              <a:ext uri="{FF2B5EF4-FFF2-40B4-BE49-F238E27FC236}">
                <a16:creationId xmlns:a16="http://schemas.microsoft.com/office/drawing/2014/main" id="{8A5B1DE9-8430-2640-B38D-5C241A52686A}"/>
              </a:ext>
            </a:extLst>
          </p:cNvPr>
          <p:cNvSpPr>
            <a:spLocks noGrp="1"/>
          </p:cNvSpPr>
          <p:nvPr>
            <p:ph type="title"/>
          </p:nvPr>
        </p:nvSpPr>
        <p:spPr>
          <a:xfrm>
            <a:off x="640081" y="1122680"/>
            <a:ext cx="5669279" cy="1137920"/>
          </a:xfrm>
        </p:spPr>
        <p:txBody>
          <a:bodyPr/>
          <a:lstStyle>
            <a:lvl1pPr>
              <a:lnSpc>
                <a:spcPct val="90000"/>
              </a:lnSpc>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57256144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Divider_red-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CE0C5CB-21EF-4A49-A32F-967F51E9371E}"/>
              </a:ext>
            </a:extLst>
          </p:cNvPr>
          <p:cNvSpPr/>
          <p:nvPr userDrawn="1"/>
        </p:nvSpPr>
        <p:spPr>
          <a:xfrm>
            <a:off x="3017520"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4" name="Text Placeholder 21">
            <a:extLst>
              <a:ext uri="{FF2B5EF4-FFF2-40B4-BE49-F238E27FC236}">
                <a16:creationId xmlns:a16="http://schemas.microsoft.com/office/drawing/2014/main" id="{0DBC763D-CF3B-7A4D-AD09-726781A28587}"/>
              </a:ext>
            </a:extLst>
          </p:cNvPr>
          <p:cNvSpPr>
            <a:spLocks noGrp="1"/>
          </p:cNvSpPr>
          <p:nvPr>
            <p:ph type="body" sz="quarter" idx="14"/>
          </p:nvPr>
        </p:nvSpPr>
        <p:spPr>
          <a:xfrm>
            <a:off x="301752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2" name="Title 1">
            <a:extLst>
              <a:ext uri="{FF2B5EF4-FFF2-40B4-BE49-F238E27FC236}">
                <a16:creationId xmlns:a16="http://schemas.microsoft.com/office/drawing/2014/main" id="{4F8A48C8-B380-2546-B809-AB2C41B8BCB5}"/>
              </a:ext>
            </a:extLst>
          </p:cNvPr>
          <p:cNvSpPr>
            <a:spLocks noGrp="1"/>
          </p:cNvSpPr>
          <p:nvPr>
            <p:ph type="title"/>
          </p:nvPr>
        </p:nvSpPr>
        <p:spPr>
          <a:xfrm>
            <a:off x="3017520" y="1097280"/>
            <a:ext cx="6858000" cy="914400"/>
          </a:xfrm>
        </p:spPr>
        <p:txBody>
          <a:bodyPr/>
          <a:lstStyle/>
          <a:p>
            <a:r>
              <a:rPr lang="en-US" dirty="0"/>
              <a:t>Click to edit Master title style</a:t>
            </a:r>
          </a:p>
        </p:txBody>
      </p:sp>
      <p:sp>
        <p:nvSpPr>
          <p:cNvPr id="13" name="Text Placeholder 12">
            <a:extLst>
              <a:ext uri="{FF2B5EF4-FFF2-40B4-BE49-F238E27FC236}">
                <a16:creationId xmlns:a16="http://schemas.microsoft.com/office/drawing/2014/main" id="{FCC8FBEE-B70F-3742-A854-20520FBF1CD6}"/>
              </a:ext>
            </a:extLst>
          </p:cNvPr>
          <p:cNvSpPr>
            <a:spLocks noGrp="1"/>
          </p:cNvSpPr>
          <p:nvPr>
            <p:ph type="body" sz="quarter" idx="15"/>
          </p:nvPr>
        </p:nvSpPr>
        <p:spPr>
          <a:xfrm>
            <a:off x="3017520" y="2194560"/>
            <a:ext cx="6858000" cy="3657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B6B21D2C-72A2-4B4A-B55F-989CBBFD38DE}"/>
              </a:ext>
            </a:extLst>
          </p:cNvPr>
          <p:cNvSpPr/>
          <p:nvPr userDrawn="1"/>
        </p:nvSpPr>
        <p:spPr>
          <a:xfrm>
            <a:off x="1279235" y="3105836"/>
            <a:ext cx="184731" cy="646331"/>
          </a:xfrm>
          <a:prstGeom prst="rect">
            <a:avLst/>
          </a:prstGeom>
          <a:solidFill>
            <a:schemeClr val="tx2"/>
          </a:solid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Tree>
    <p:extLst>
      <p:ext uri="{BB962C8B-B14F-4D97-AF65-F5344CB8AC3E}">
        <p14:creationId xmlns:p14="http://schemas.microsoft.com/office/powerpoint/2010/main" val="119583506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F5828A-3E5E-104A-A91D-BF4A415AF760}"/>
              </a:ext>
            </a:extLst>
          </p:cNvPr>
          <p:cNvSpPr/>
          <p:nvPr userDrawn="1"/>
        </p:nvSpPr>
        <p:spPr>
          <a:xfrm>
            <a:off x="4663440"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11" name="Text Placeholder 21">
            <a:extLst>
              <a:ext uri="{FF2B5EF4-FFF2-40B4-BE49-F238E27FC236}">
                <a16:creationId xmlns:a16="http://schemas.microsoft.com/office/drawing/2014/main" id="{A5912819-2B69-814A-A243-F87D551E7BD6}"/>
              </a:ext>
            </a:extLst>
          </p:cNvPr>
          <p:cNvSpPr>
            <a:spLocks noGrp="1"/>
          </p:cNvSpPr>
          <p:nvPr>
            <p:ph type="body" sz="quarter" idx="14"/>
          </p:nvPr>
        </p:nvSpPr>
        <p:spPr>
          <a:xfrm>
            <a:off x="466344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12" name="Title 1">
            <a:extLst>
              <a:ext uri="{FF2B5EF4-FFF2-40B4-BE49-F238E27FC236}">
                <a16:creationId xmlns:a16="http://schemas.microsoft.com/office/drawing/2014/main" id="{6A5AF291-BEF9-AF45-8883-D38888D9DAC0}"/>
              </a:ext>
            </a:extLst>
          </p:cNvPr>
          <p:cNvSpPr>
            <a:spLocks noGrp="1"/>
          </p:cNvSpPr>
          <p:nvPr>
            <p:ph type="title"/>
          </p:nvPr>
        </p:nvSpPr>
        <p:spPr>
          <a:xfrm>
            <a:off x="4663440" y="1097280"/>
            <a:ext cx="6858000" cy="914400"/>
          </a:xfrm>
        </p:spPr>
        <p:txBody>
          <a:bodyPr/>
          <a:lstStyle/>
          <a:p>
            <a:r>
              <a:rPr lang="en-US" dirty="0"/>
              <a:t>Click to edit Master title style</a:t>
            </a:r>
          </a:p>
        </p:txBody>
      </p:sp>
      <p:sp>
        <p:nvSpPr>
          <p:cNvPr id="13" name="Text Placeholder 12">
            <a:extLst>
              <a:ext uri="{FF2B5EF4-FFF2-40B4-BE49-F238E27FC236}">
                <a16:creationId xmlns:a16="http://schemas.microsoft.com/office/drawing/2014/main" id="{80563A1A-3049-D04C-B3AB-67E3C59ADFF7}"/>
              </a:ext>
            </a:extLst>
          </p:cNvPr>
          <p:cNvSpPr>
            <a:spLocks noGrp="1"/>
          </p:cNvSpPr>
          <p:nvPr>
            <p:ph type="body" sz="quarter" idx="15"/>
          </p:nvPr>
        </p:nvSpPr>
        <p:spPr>
          <a:xfrm>
            <a:off x="4663440" y="2194560"/>
            <a:ext cx="6858000" cy="3657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1F3B3F11-4A72-B640-A4B1-AF0CA9C82878}"/>
              </a:ext>
            </a:extLst>
          </p:cNvPr>
          <p:cNvSpPr>
            <a:spLocks noGrp="1"/>
          </p:cNvSpPr>
          <p:nvPr>
            <p:ph type="pic" sz="quarter" idx="16"/>
          </p:nvPr>
        </p:nvSpPr>
        <p:spPr>
          <a:xfrm>
            <a:off x="0" y="0"/>
            <a:ext cx="4154488" cy="6858000"/>
          </a:xfrm>
        </p:spPr>
        <p:txBody>
          <a:bodyPr/>
          <a:lstStyle/>
          <a:p>
            <a:endParaRPr lang="en-US" dirty="0"/>
          </a:p>
        </p:txBody>
      </p:sp>
    </p:spTree>
    <p:extLst>
      <p:ext uri="{BB962C8B-B14F-4D97-AF65-F5344CB8AC3E}">
        <p14:creationId xmlns:p14="http://schemas.microsoft.com/office/powerpoint/2010/main" val="41153641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4CED37-3AE0-4249-AE62-BC806EC55E45}"/>
              </a:ext>
            </a:extLst>
          </p:cNvPr>
          <p:cNvSpPr/>
          <p:nvPr userDrawn="1"/>
        </p:nvSpPr>
        <p:spPr>
          <a:xfrm>
            <a:off x="1" y="3106539"/>
            <a:ext cx="4659834" cy="644920"/>
          </a:xfrm>
          <a:prstGeom prst="rect">
            <a:avLst/>
          </a:prstGeom>
          <a:solidFill>
            <a:schemeClr val="bg2">
              <a:lumMod val="10000"/>
            </a:schemeClr>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BC51D301-5886-2245-ADE2-1FA651B83482}"/>
              </a:ext>
            </a:extLst>
          </p:cNvPr>
          <p:cNvSpPr>
            <a:spLocks noGrp="1"/>
          </p:cNvSpPr>
          <p:nvPr>
            <p:ph type="body" sz="quarter" idx="14"/>
          </p:nvPr>
        </p:nvSpPr>
        <p:spPr>
          <a:xfrm>
            <a:off x="640080" y="822960"/>
            <a:ext cx="3657600" cy="182880"/>
          </a:xfrm>
        </p:spPr>
        <p:txBody>
          <a:bodyPr/>
          <a:lstStyle>
            <a:lvl1pPr marL="0" indent="0">
              <a:buNone/>
              <a:defRPr sz="1097" b="1" cap="all" spc="299" baseline="0">
                <a:solidFill>
                  <a:schemeClr val="tx2"/>
                </a:solidFill>
              </a:defRPr>
            </a:lvl1pPr>
          </a:lstStyle>
          <a:p>
            <a:pPr lvl="0"/>
            <a:endParaRPr lang="en-US" dirty="0"/>
          </a:p>
        </p:txBody>
      </p:sp>
      <p:sp>
        <p:nvSpPr>
          <p:cNvPr id="7" name="Title 1">
            <a:extLst>
              <a:ext uri="{FF2B5EF4-FFF2-40B4-BE49-F238E27FC236}">
                <a16:creationId xmlns:a16="http://schemas.microsoft.com/office/drawing/2014/main" id="{C5ECC21C-FAD4-FE43-80B2-3098EAFEADDB}"/>
              </a:ext>
            </a:extLst>
          </p:cNvPr>
          <p:cNvSpPr>
            <a:spLocks noGrp="1"/>
          </p:cNvSpPr>
          <p:nvPr>
            <p:ph type="title"/>
          </p:nvPr>
        </p:nvSpPr>
        <p:spPr>
          <a:xfrm>
            <a:off x="640079" y="1097280"/>
            <a:ext cx="3657600" cy="1102982"/>
          </a:xfrm>
        </p:spPr>
        <p:txBody>
          <a:bodyPr/>
          <a:lstStyle>
            <a:lvl1pPr>
              <a:defRPr sz="3591">
                <a:solidFill>
                  <a:schemeClr val="bg1"/>
                </a:solidFill>
              </a:defRPr>
            </a:lvl1pPr>
          </a:lstStyle>
          <a:p>
            <a:r>
              <a:rPr lang="en-US" dirty="0"/>
              <a:t>Click to edit Master title style</a:t>
            </a:r>
          </a:p>
        </p:txBody>
      </p:sp>
      <p:sp>
        <p:nvSpPr>
          <p:cNvPr id="11" name="Text Placeholder 12">
            <a:extLst>
              <a:ext uri="{FF2B5EF4-FFF2-40B4-BE49-F238E27FC236}">
                <a16:creationId xmlns:a16="http://schemas.microsoft.com/office/drawing/2014/main" id="{25E10B6A-D2BB-424C-A5BD-9E2361C9AC07}"/>
              </a:ext>
            </a:extLst>
          </p:cNvPr>
          <p:cNvSpPr>
            <a:spLocks noGrp="1"/>
          </p:cNvSpPr>
          <p:nvPr>
            <p:ph type="body" sz="quarter" idx="16"/>
          </p:nvPr>
        </p:nvSpPr>
        <p:spPr>
          <a:xfrm>
            <a:off x="5760721" y="1234440"/>
            <a:ext cx="5760720" cy="43891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175074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840F5-074B-F446-ACDF-F11B697C4227}"/>
              </a:ext>
            </a:extLst>
          </p:cNvPr>
          <p:cNvSpPr/>
          <p:nvPr userDrawn="1"/>
        </p:nvSpPr>
        <p:spPr>
          <a:xfrm>
            <a:off x="0" y="3105836"/>
            <a:ext cx="5257800" cy="646331"/>
          </a:xfrm>
          <a:prstGeom prst="rect">
            <a:avLst/>
          </a:prstGeom>
          <a:solidFill>
            <a:schemeClr val="tx2"/>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5" name="Rectangle 4">
            <a:extLst>
              <a:ext uri="{FF2B5EF4-FFF2-40B4-BE49-F238E27FC236}">
                <a16:creationId xmlns:a16="http://schemas.microsoft.com/office/drawing/2014/main" id="{F33BA545-1C13-AB4B-9606-7023389BE3A9}"/>
              </a:ext>
            </a:extLst>
          </p:cNvPr>
          <p:cNvSpPr/>
          <p:nvPr userDrawn="1"/>
        </p:nvSpPr>
        <p:spPr>
          <a:xfrm>
            <a:off x="640079"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BC51D301-5886-2245-ADE2-1FA651B83482}"/>
              </a:ext>
            </a:extLst>
          </p:cNvPr>
          <p:cNvSpPr>
            <a:spLocks noGrp="1"/>
          </p:cNvSpPr>
          <p:nvPr>
            <p:ph type="body" sz="quarter" idx="14"/>
          </p:nvPr>
        </p:nvSpPr>
        <p:spPr>
          <a:xfrm>
            <a:off x="640080" y="822960"/>
            <a:ext cx="3657600" cy="182880"/>
          </a:xfrm>
        </p:spPr>
        <p:txBody>
          <a:bodyPr/>
          <a:lstStyle>
            <a:lvl1pPr marL="0" indent="0">
              <a:buNone/>
              <a:defRPr sz="1097" b="1" cap="all" spc="299" baseline="0">
                <a:solidFill>
                  <a:schemeClr val="bg1"/>
                </a:solidFill>
              </a:defRPr>
            </a:lvl1pPr>
          </a:lstStyle>
          <a:p>
            <a:pPr lvl="0"/>
            <a:endParaRPr lang="en-US" dirty="0"/>
          </a:p>
        </p:txBody>
      </p:sp>
      <p:sp>
        <p:nvSpPr>
          <p:cNvPr id="11" name="Text Placeholder 12">
            <a:extLst>
              <a:ext uri="{FF2B5EF4-FFF2-40B4-BE49-F238E27FC236}">
                <a16:creationId xmlns:a16="http://schemas.microsoft.com/office/drawing/2014/main" id="{25E10B6A-D2BB-424C-A5BD-9E2361C9AC07}"/>
              </a:ext>
            </a:extLst>
          </p:cNvPr>
          <p:cNvSpPr>
            <a:spLocks noGrp="1"/>
          </p:cNvSpPr>
          <p:nvPr>
            <p:ph type="body" sz="quarter" idx="16"/>
          </p:nvPr>
        </p:nvSpPr>
        <p:spPr>
          <a:xfrm>
            <a:off x="5760721" y="1234440"/>
            <a:ext cx="5760720" cy="43891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B7047FEA-1E14-BD44-B78B-944BD2762AF8}"/>
              </a:ext>
            </a:extLst>
          </p:cNvPr>
          <p:cNvSpPr>
            <a:spLocks noGrp="1"/>
          </p:cNvSpPr>
          <p:nvPr>
            <p:ph type="title"/>
          </p:nvPr>
        </p:nvSpPr>
        <p:spPr>
          <a:xfrm>
            <a:off x="640079" y="1097280"/>
            <a:ext cx="3657600" cy="1102982"/>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44999213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2A485D-C41F-5644-8DFB-BFF8556E2D27}"/>
              </a:ext>
            </a:extLst>
          </p:cNvPr>
          <p:cNvSpPr/>
          <p:nvPr userDrawn="1"/>
        </p:nvSpPr>
        <p:spPr>
          <a:xfrm>
            <a:off x="0" y="3105836"/>
            <a:ext cx="525780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5" name="Rectangle 4">
            <a:extLst>
              <a:ext uri="{FF2B5EF4-FFF2-40B4-BE49-F238E27FC236}">
                <a16:creationId xmlns:a16="http://schemas.microsoft.com/office/drawing/2014/main" id="{F33BA545-1C13-AB4B-9606-7023389BE3A9}"/>
              </a:ext>
            </a:extLst>
          </p:cNvPr>
          <p:cNvSpPr/>
          <p:nvPr userDrawn="1"/>
        </p:nvSpPr>
        <p:spPr>
          <a:xfrm>
            <a:off x="640079" y="167762"/>
            <a:ext cx="548640" cy="646331"/>
          </a:xfrm>
          <a:prstGeom prst="rect">
            <a:avLst/>
          </a:prstGeom>
          <a:solidFill>
            <a:schemeClr val="tx2"/>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BC51D301-5886-2245-ADE2-1FA651B83482}"/>
              </a:ext>
            </a:extLst>
          </p:cNvPr>
          <p:cNvSpPr>
            <a:spLocks noGrp="1"/>
          </p:cNvSpPr>
          <p:nvPr>
            <p:ph type="body" sz="quarter" idx="14"/>
          </p:nvPr>
        </p:nvSpPr>
        <p:spPr>
          <a:xfrm>
            <a:off x="640080" y="822960"/>
            <a:ext cx="3657600" cy="182880"/>
          </a:xfrm>
        </p:spPr>
        <p:txBody>
          <a:bodyPr/>
          <a:lstStyle>
            <a:lvl1pPr marL="0" indent="0">
              <a:buNone/>
              <a:defRPr sz="1097" b="1" cap="all" spc="299" baseline="0">
                <a:solidFill>
                  <a:schemeClr val="bg1"/>
                </a:solidFill>
              </a:defRPr>
            </a:lvl1pPr>
          </a:lstStyle>
          <a:p>
            <a:pPr lvl="0"/>
            <a:endParaRPr lang="en-US" dirty="0"/>
          </a:p>
        </p:txBody>
      </p:sp>
      <p:sp>
        <p:nvSpPr>
          <p:cNvPr id="11" name="Text Placeholder 12">
            <a:extLst>
              <a:ext uri="{FF2B5EF4-FFF2-40B4-BE49-F238E27FC236}">
                <a16:creationId xmlns:a16="http://schemas.microsoft.com/office/drawing/2014/main" id="{25E10B6A-D2BB-424C-A5BD-9E2361C9AC07}"/>
              </a:ext>
            </a:extLst>
          </p:cNvPr>
          <p:cNvSpPr>
            <a:spLocks noGrp="1"/>
          </p:cNvSpPr>
          <p:nvPr>
            <p:ph type="body" sz="quarter" idx="16"/>
          </p:nvPr>
        </p:nvSpPr>
        <p:spPr>
          <a:xfrm>
            <a:off x="5760721" y="1234440"/>
            <a:ext cx="5760720" cy="43891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BE0B6022-4E9D-F842-BF32-38D57C8FAE9C}"/>
              </a:ext>
            </a:extLst>
          </p:cNvPr>
          <p:cNvSpPr>
            <a:spLocks noGrp="1"/>
          </p:cNvSpPr>
          <p:nvPr>
            <p:ph type="title"/>
          </p:nvPr>
        </p:nvSpPr>
        <p:spPr>
          <a:xfrm>
            <a:off x="640079" y="1097280"/>
            <a:ext cx="3657600" cy="1102982"/>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77298584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_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FDA0D2-EBE2-5449-A4F0-EE960EDA11B6}"/>
              </a:ext>
            </a:extLst>
          </p:cNvPr>
          <p:cNvSpPr/>
          <p:nvPr userDrawn="1"/>
        </p:nvSpPr>
        <p:spPr>
          <a:xfrm>
            <a:off x="0" y="3105836"/>
            <a:ext cx="5257800" cy="646331"/>
          </a:xfrm>
          <a:prstGeom prst="rect">
            <a:avLst/>
          </a:prstGeom>
          <a:solidFill>
            <a:schemeClr val="bg2">
              <a:lumMod val="10000"/>
            </a:schemeClr>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5" name="Rectangle 4">
            <a:extLst>
              <a:ext uri="{FF2B5EF4-FFF2-40B4-BE49-F238E27FC236}">
                <a16:creationId xmlns:a16="http://schemas.microsoft.com/office/drawing/2014/main" id="{F33BA545-1C13-AB4B-9606-7023389BE3A9}"/>
              </a:ext>
            </a:extLst>
          </p:cNvPr>
          <p:cNvSpPr/>
          <p:nvPr userDrawn="1"/>
        </p:nvSpPr>
        <p:spPr>
          <a:xfrm>
            <a:off x="640079"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BC51D301-5886-2245-ADE2-1FA651B83482}"/>
              </a:ext>
            </a:extLst>
          </p:cNvPr>
          <p:cNvSpPr>
            <a:spLocks noGrp="1"/>
          </p:cNvSpPr>
          <p:nvPr>
            <p:ph type="body" sz="quarter" idx="14"/>
          </p:nvPr>
        </p:nvSpPr>
        <p:spPr>
          <a:xfrm>
            <a:off x="640080" y="822960"/>
            <a:ext cx="3657600" cy="182880"/>
          </a:xfrm>
        </p:spPr>
        <p:txBody>
          <a:bodyPr/>
          <a:lstStyle>
            <a:lvl1pPr marL="0" indent="0">
              <a:buNone/>
              <a:defRPr sz="1097" b="1" cap="all" spc="299" baseline="0">
                <a:solidFill>
                  <a:schemeClr val="tx2"/>
                </a:solidFill>
              </a:defRPr>
            </a:lvl1pPr>
          </a:lstStyle>
          <a:p>
            <a:pPr lvl="0"/>
            <a:endParaRPr lang="en-US" dirty="0"/>
          </a:p>
        </p:txBody>
      </p:sp>
      <p:sp>
        <p:nvSpPr>
          <p:cNvPr id="7" name="Title 1">
            <a:extLst>
              <a:ext uri="{FF2B5EF4-FFF2-40B4-BE49-F238E27FC236}">
                <a16:creationId xmlns:a16="http://schemas.microsoft.com/office/drawing/2014/main" id="{C5ECC21C-FAD4-FE43-80B2-3098EAFEADDB}"/>
              </a:ext>
            </a:extLst>
          </p:cNvPr>
          <p:cNvSpPr>
            <a:spLocks noGrp="1"/>
          </p:cNvSpPr>
          <p:nvPr>
            <p:ph type="title"/>
          </p:nvPr>
        </p:nvSpPr>
        <p:spPr>
          <a:xfrm>
            <a:off x="640079" y="1097280"/>
            <a:ext cx="3657600" cy="1051560"/>
          </a:xfrm>
        </p:spPr>
        <p:txBody>
          <a:bodyPr/>
          <a:lstStyle>
            <a:lvl1pPr>
              <a:defRPr sz="3591">
                <a:solidFill>
                  <a:schemeClr val="bg1"/>
                </a:solidFill>
              </a:defRPr>
            </a:lvl1pPr>
          </a:lstStyle>
          <a:p>
            <a:r>
              <a:rPr lang="en-US" dirty="0"/>
              <a:t>Click to edit Master title style</a:t>
            </a:r>
          </a:p>
        </p:txBody>
      </p:sp>
      <p:sp>
        <p:nvSpPr>
          <p:cNvPr id="11" name="Text Placeholder 12">
            <a:extLst>
              <a:ext uri="{FF2B5EF4-FFF2-40B4-BE49-F238E27FC236}">
                <a16:creationId xmlns:a16="http://schemas.microsoft.com/office/drawing/2014/main" id="{25E10B6A-D2BB-424C-A5BD-9E2361C9AC07}"/>
              </a:ext>
            </a:extLst>
          </p:cNvPr>
          <p:cNvSpPr>
            <a:spLocks noGrp="1"/>
          </p:cNvSpPr>
          <p:nvPr>
            <p:ph type="body" sz="quarter" idx="16"/>
          </p:nvPr>
        </p:nvSpPr>
        <p:spPr>
          <a:xfrm>
            <a:off x="5760721" y="1234440"/>
            <a:ext cx="5760720" cy="4389120"/>
          </a:xfrm>
        </p:spPr>
        <p:txBody>
          <a:bodyPr/>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9">
            <a:extLst>
              <a:ext uri="{FF2B5EF4-FFF2-40B4-BE49-F238E27FC236}">
                <a16:creationId xmlns:a16="http://schemas.microsoft.com/office/drawing/2014/main" id="{B3E4E5D7-80AD-0445-8EDB-764C01C0810A}"/>
              </a:ext>
            </a:extLst>
          </p:cNvPr>
          <p:cNvSpPr>
            <a:spLocks noGrp="1" noChangeAspect="1"/>
          </p:cNvSpPr>
          <p:nvPr>
            <p:ph type="pic" sz="quarter" idx="15"/>
          </p:nvPr>
        </p:nvSpPr>
        <p:spPr>
          <a:xfrm>
            <a:off x="3710734" y="2468881"/>
            <a:ext cx="2557419" cy="2560320"/>
          </a:xfrm>
          <a:prstGeom prst="ellipse">
            <a:avLst/>
          </a:prstGeom>
          <a:solidFill>
            <a:schemeClr val="bg1">
              <a:lumMod val="95000"/>
            </a:schemeClr>
          </a:solidFill>
        </p:spPr>
        <p:txBody>
          <a:bodyPr/>
          <a:lstStyle>
            <a:lvl1pPr>
              <a:defRPr sz="798">
                <a:solidFill>
                  <a:schemeClr val="bg1">
                    <a:lumMod val="95000"/>
                  </a:schemeClr>
                </a:solidFill>
              </a:defRPr>
            </a:lvl1pPr>
          </a:lstStyle>
          <a:p>
            <a:endParaRPr lang="en-US"/>
          </a:p>
        </p:txBody>
      </p:sp>
    </p:spTree>
    <p:extLst>
      <p:ext uri="{BB962C8B-B14F-4D97-AF65-F5344CB8AC3E}">
        <p14:creationId xmlns:p14="http://schemas.microsoft.com/office/powerpoint/2010/main" val="175009049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920CE23-79A2-B543-AE91-7F1BA93C7675}"/>
              </a:ext>
            </a:extLst>
          </p:cNvPr>
          <p:cNvSpPr/>
          <p:nvPr userDrawn="1"/>
        </p:nvSpPr>
        <p:spPr>
          <a:xfrm>
            <a:off x="-1" y="3105836"/>
            <a:ext cx="4571997" cy="646331"/>
          </a:xfrm>
          <a:prstGeom prst="rect">
            <a:avLst/>
          </a:prstGeom>
          <a:solidFill>
            <a:schemeClr val="bg2">
              <a:lumMod val="10000"/>
            </a:schemeClr>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5" name="Rectangle 4">
            <a:extLst>
              <a:ext uri="{FF2B5EF4-FFF2-40B4-BE49-F238E27FC236}">
                <a16:creationId xmlns:a16="http://schemas.microsoft.com/office/drawing/2014/main" id="{F33BA545-1C13-AB4B-9606-7023389BE3A9}"/>
              </a:ext>
            </a:extLst>
          </p:cNvPr>
          <p:cNvSpPr/>
          <p:nvPr userDrawn="1"/>
        </p:nvSpPr>
        <p:spPr>
          <a:xfrm>
            <a:off x="640079"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BC51D301-5886-2245-ADE2-1FA651B83482}"/>
              </a:ext>
            </a:extLst>
          </p:cNvPr>
          <p:cNvSpPr>
            <a:spLocks noGrp="1"/>
          </p:cNvSpPr>
          <p:nvPr>
            <p:ph type="body" sz="quarter" idx="14"/>
          </p:nvPr>
        </p:nvSpPr>
        <p:spPr>
          <a:xfrm>
            <a:off x="640080" y="822960"/>
            <a:ext cx="3657600" cy="182880"/>
          </a:xfrm>
        </p:spPr>
        <p:txBody>
          <a:bodyPr/>
          <a:lstStyle>
            <a:lvl1pPr marL="0" indent="0">
              <a:buNone/>
              <a:defRPr sz="1097" b="1" cap="all" spc="299" baseline="0">
                <a:solidFill>
                  <a:schemeClr val="tx2"/>
                </a:solidFill>
              </a:defRPr>
            </a:lvl1pPr>
          </a:lstStyle>
          <a:p>
            <a:pPr lvl="0"/>
            <a:endParaRPr lang="en-US" dirty="0"/>
          </a:p>
        </p:txBody>
      </p:sp>
      <p:sp>
        <p:nvSpPr>
          <p:cNvPr id="10" name="Picture Placeholder 9">
            <a:extLst>
              <a:ext uri="{FF2B5EF4-FFF2-40B4-BE49-F238E27FC236}">
                <a16:creationId xmlns:a16="http://schemas.microsoft.com/office/drawing/2014/main" id="{CED3BE8B-574F-D746-9667-B850461FAEA0}"/>
              </a:ext>
            </a:extLst>
          </p:cNvPr>
          <p:cNvSpPr>
            <a:spLocks noGrp="1" noChangeAspect="1"/>
          </p:cNvSpPr>
          <p:nvPr>
            <p:ph type="pic" sz="quarter" idx="15"/>
          </p:nvPr>
        </p:nvSpPr>
        <p:spPr>
          <a:xfrm>
            <a:off x="2654773" y="2148840"/>
            <a:ext cx="2557419" cy="2560320"/>
          </a:xfrm>
          <a:prstGeom prst="ellipse">
            <a:avLst/>
          </a:prstGeom>
          <a:solidFill>
            <a:schemeClr val="bg1">
              <a:lumMod val="95000"/>
            </a:schemeClr>
          </a:solidFill>
        </p:spPr>
        <p:txBody>
          <a:bodyPr/>
          <a:lstStyle>
            <a:lvl1pPr>
              <a:defRPr sz="798">
                <a:solidFill>
                  <a:schemeClr val="bg1">
                    <a:lumMod val="95000"/>
                  </a:schemeClr>
                </a:solidFill>
              </a:defRPr>
            </a:lvl1pPr>
          </a:lstStyle>
          <a:p>
            <a:endParaRPr lang="en-US"/>
          </a:p>
        </p:txBody>
      </p:sp>
      <p:sp>
        <p:nvSpPr>
          <p:cNvPr id="8" name="Text Placeholder 21">
            <a:extLst>
              <a:ext uri="{FF2B5EF4-FFF2-40B4-BE49-F238E27FC236}">
                <a16:creationId xmlns:a16="http://schemas.microsoft.com/office/drawing/2014/main" id="{E33D9BCA-DF83-AD4F-B6BA-010B849C6729}"/>
              </a:ext>
            </a:extLst>
          </p:cNvPr>
          <p:cNvSpPr>
            <a:spLocks noGrp="1"/>
          </p:cNvSpPr>
          <p:nvPr>
            <p:ph type="body" sz="quarter" idx="17"/>
          </p:nvPr>
        </p:nvSpPr>
        <p:spPr>
          <a:xfrm>
            <a:off x="5852159" y="3200400"/>
            <a:ext cx="4572000" cy="182880"/>
          </a:xfrm>
        </p:spPr>
        <p:txBody>
          <a:bodyPr/>
          <a:lstStyle>
            <a:lvl1pPr marL="0" indent="0">
              <a:buNone/>
              <a:defRPr sz="1097" b="1" cap="all" spc="200" baseline="0">
                <a:solidFill>
                  <a:schemeClr val="tx2"/>
                </a:solidFill>
              </a:defRPr>
            </a:lvl1pPr>
          </a:lstStyle>
          <a:p>
            <a:pPr lvl="0"/>
            <a:endParaRPr lang="en-US" dirty="0"/>
          </a:p>
        </p:txBody>
      </p:sp>
      <p:sp>
        <p:nvSpPr>
          <p:cNvPr id="9" name="Text Placeholder 21">
            <a:extLst>
              <a:ext uri="{FF2B5EF4-FFF2-40B4-BE49-F238E27FC236}">
                <a16:creationId xmlns:a16="http://schemas.microsoft.com/office/drawing/2014/main" id="{D8B63B36-937E-8741-81BC-D655811DC7A3}"/>
              </a:ext>
            </a:extLst>
          </p:cNvPr>
          <p:cNvSpPr>
            <a:spLocks noGrp="1"/>
          </p:cNvSpPr>
          <p:nvPr>
            <p:ph type="body" sz="quarter" idx="18"/>
          </p:nvPr>
        </p:nvSpPr>
        <p:spPr>
          <a:xfrm>
            <a:off x="5852161" y="3383280"/>
            <a:ext cx="4571998" cy="274320"/>
          </a:xfrm>
        </p:spPr>
        <p:txBody>
          <a:bodyPr/>
          <a:lstStyle>
            <a:lvl1pPr marL="0" indent="0">
              <a:buNone/>
              <a:defRPr sz="1496" b="0" i="1" cap="none" spc="0" baseline="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12" name="Text Placeholder 21">
            <a:extLst>
              <a:ext uri="{FF2B5EF4-FFF2-40B4-BE49-F238E27FC236}">
                <a16:creationId xmlns:a16="http://schemas.microsoft.com/office/drawing/2014/main" id="{E3DEFD84-AEDF-3D46-8FD2-8A162581E9C5}"/>
              </a:ext>
            </a:extLst>
          </p:cNvPr>
          <p:cNvSpPr>
            <a:spLocks noGrp="1"/>
          </p:cNvSpPr>
          <p:nvPr>
            <p:ph type="body" sz="quarter" idx="19"/>
          </p:nvPr>
        </p:nvSpPr>
        <p:spPr>
          <a:xfrm>
            <a:off x="5852161" y="3931920"/>
            <a:ext cx="4571998" cy="2124222"/>
          </a:xfrm>
        </p:spPr>
        <p:txBody>
          <a:bodyPr/>
          <a:lstStyle>
            <a:lvl1pPr marL="0" indent="0">
              <a:buNone/>
              <a:defRPr sz="1496" b="0" i="0" cap="none" spc="0" baseline="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11" name="Title 1">
            <a:extLst>
              <a:ext uri="{FF2B5EF4-FFF2-40B4-BE49-F238E27FC236}">
                <a16:creationId xmlns:a16="http://schemas.microsoft.com/office/drawing/2014/main" id="{A1C97586-B448-344A-9758-D5FA39564038}"/>
              </a:ext>
            </a:extLst>
          </p:cNvPr>
          <p:cNvSpPr>
            <a:spLocks noGrp="1"/>
          </p:cNvSpPr>
          <p:nvPr>
            <p:ph type="title"/>
          </p:nvPr>
        </p:nvSpPr>
        <p:spPr>
          <a:xfrm>
            <a:off x="640079" y="1097280"/>
            <a:ext cx="3657600" cy="1051560"/>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69536421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920CE23-79A2-B543-AE91-7F1BA93C7675}"/>
              </a:ext>
            </a:extLst>
          </p:cNvPr>
          <p:cNvSpPr/>
          <p:nvPr userDrawn="1"/>
        </p:nvSpPr>
        <p:spPr>
          <a:xfrm>
            <a:off x="0" y="3105836"/>
            <a:ext cx="4571997" cy="646331"/>
          </a:xfrm>
          <a:prstGeom prst="rect">
            <a:avLst/>
          </a:prstGeom>
          <a:solidFill>
            <a:schemeClr val="tx2"/>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5" name="Rectangle 4">
            <a:extLst>
              <a:ext uri="{FF2B5EF4-FFF2-40B4-BE49-F238E27FC236}">
                <a16:creationId xmlns:a16="http://schemas.microsoft.com/office/drawing/2014/main" id="{F33BA545-1C13-AB4B-9606-7023389BE3A9}"/>
              </a:ext>
            </a:extLst>
          </p:cNvPr>
          <p:cNvSpPr/>
          <p:nvPr userDrawn="1"/>
        </p:nvSpPr>
        <p:spPr>
          <a:xfrm>
            <a:off x="640079"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BC51D301-5886-2245-ADE2-1FA651B83482}"/>
              </a:ext>
            </a:extLst>
          </p:cNvPr>
          <p:cNvSpPr>
            <a:spLocks noGrp="1"/>
          </p:cNvSpPr>
          <p:nvPr>
            <p:ph type="body" sz="quarter" idx="14"/>
          </p:nvPr>
        </p:nvSpPr>
        <p:spPr>
          <a:xfrm>
            <a:off x="640080" y="822960"/>
            <a:ext cx="3657600" cy="182880"/>
          </a:xfrm>
        </p:spPr>
        <p:txBody>
          <a:bodyPr/>
          <a:lstStyle>
            <a:lvl1pPr marL="0" indent="0">
              <a:buNone/>
              <a:defRPr sz="1097" b="1" cap="all" spc="299" baseline="0">
                <a:solidFill>
                  <a:schemeClr val="bg1"/>
                </a:solidFill>
              </a:defRPr>
            </a:lvl1pPr>
          </a:lstStyle>
          <a:p>
            <a:pPr lvl="0"/>
            <a:endParaRPr lang="en-US" dirty="0"/>
          </a:p>
        </p:txBody>
      </p:sp>
      <p:sp>
        <p:nvSpPr>
          <p:cNvPr id="10" name="Picture Placeholder 9">
            <a:extLst>
              <a:ext uri="{FF2B5EF4-FFF2-40B4-BE49-F238E27FC236}">
                <a16:creationId xmlns:a16="http://schemas.microsoft.com/office/drawing/2014/main" id="{CED3BE8B-574F-D746-9667-B850461FAEA0}"/>
              </a:ext>
            </a:extLst>
          </p:cNvPr>
          <p:cNvSpPr>
            <a:spLocks noGrp="1" noChangeAspect="1"/>
          </p:cNvSpPr>
          <p:nvPr>
            <p:ph type="pic" sz="quarter" idx="15"/>
          </p:nvPr>
        </p:nvSpPr>
        <p:spPr>
          <a:xfrm>
            <a:off x="2654773" y="2148840"/>
            <a:ext cx="2557419" cy="2560320"/>
          </a:xfrm>
          <a:prstGeom prst="ellipse">
            <a:avLst/>
          </a:prstGeom>
          <a:solidFill>
            <a:schemeClr val="bg1">
              <a:lumMod val="95000"/>
            </a:schemeClr>
          </a:solidFill>
        </p:spPr>
        <p:txBody>
          <a:bodyPr/>
          <a:lstStyle>
            <a:lvl1pPr>
              <a:defRPr sz="798">
                <a:solidFill>
                  <a:schemeClr val="bg1">
                    <a:lumMod val="95000"/>
                  </a:schemeClr>
                </a:solidFill>
              </a:defRPr>
            </a:lvl1pPr>
          </a:lstStyle>
          <a:p>
            <a:endParaRPr lang="en-US"/>
          </a:p>
        </p:txBody>
      </p:sp>
      <p:sp>
        <p:nvSpPr>
          <p:cNvPr id="8" name="Text Placeholder 21">
            <a:extLst>
              <a:ext uri="{FF2B5EF4-FFF2-40B4-BE49-F238E27FC236}">
                <a16:creationId xmlns:a16="http://schemas.microsoft.com/office/drawing/2014/main" id="{E33D9BCA-DF83-AD4F-B6BA-010B849C6729}"/>
              </a:ext>
            </a:extLst>
          </p:cNvPr>
          <p:cNvSpPr>
            <a:spLocks noGrp="1"/>
          </p:cNvSpPr>
          <p:nvPr>
            <p:ph type="body" sz="quarter" idx="17"/>
          </p:nvPr>
        </p:nvSpPr>
        <p:spPr>
          <a:xfrm>
            <a:off x="5852159" y="3200400"/>
            <a:ext cx="4572000" cy="182880"/>
          </a:xfrm>
        </p:spPr>
        <p:txBody>
          <a:bodyPr/>
          <a:lstStyle>
            <a:lvl1pPr marL="0" indent="0">
              <a:buNone/>
              <a:defRPr sz="1097" b="1" cap="all" spc="200" baseline="0">
                <a:solidFill>
                  <a:schemeClr val="tx2"/>
                </a:solidFill>
              </a:defRPr>
            </a:lvl1pPr>
          </a:lstStyle>
          <a:p>
            <a:pPr lvl="0"/>
            <a:endParaRPr lang="en-US" dirty="0"/>
          </a:p>
        </p:txBody>
      </p:sp>
      <p:sp>
        <p:nvSpPr>
          <p:cNvPr id="9" name="Text Placeholder 21">
            <a:extLst>
              <a:ext uri="{FF2B5EF4-FFF2-40B4-BE49-F238E27FC236}">
                <a16:creationId xmlns:a16="http://schemas.microsoft.com/office/drawing/2014/main" id="{D8B63B36-937E-8741-81BC-D655811DC7A3}"/>
              </a:ext>
            </a:extLst>
          </p:cNvPr>
          <p:cNvSpPr>
            <a:spLocks noGrp="1"/>
          </p:cNvSpPr>
          <p:nvPr>
            <p:ph type="body" sz="quarter" idx="18"/>
          </p:nvPr>
        </p:nvSpPr>
        <p:spPr>
          <a:xfrm>
            <a:off x="5852161" y="3383280"/>
            <a:ext cx="4571998" cy="274320"/>
          </a:xfrm>
        </p:spPr>
        <p:txBody>
          <a:bodyPr/>
          <a:lstStyle>
            <a:lvl1pPr marL="0" indent="0">
              <a:buNone/>
              <a:defRPr sz="1496" b="0" i="1" cap="none" spc="0" baseline="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12" name="Text Placeholder 21">
            <a:extLst>
              <a:ext uri="{FF2B5EF4-FFF2-40B4-BE49-F238E27FC236}">
                <a16:creationId xmlns:a16="http://schemas.microsoft.com/office/drawing/2014/main" id="{E3DEFD84-AEDF-3D46-8FD2-8A162581E9C5}"/>
              </a:ext>
            </a:extLst>
          </p:cNvPr>
          <p:cNvSpPr>
            <a:spLocks noGrp="1"/>
          </p:cNvSpPr>
          <p:nvPr>
            <p:ph type="body" sz="quarter" idx="19"/>
          </p:nvPr>
        </p:nvSpPr>
        <p:spPr>
          <a:xfrm>
            <a:off x="5852161" y="3931920"/>
            <a:ext cx="4571998" cy="2124222"/>
          </a:xfrm>
        </p:spPr>
        <p:txBody>
          <a:bodyPr/>
          <a:lstStyle>
            <a:lvl1pPr marL="0" indent="0">
              <a:buNone/>
              <a:defRPr sz="1496" b="0" i="0" cap="none" spc="0" baseline="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11" name="Title 1">
            <a:extLst>
              <a:ext uri="{FF2B5EF4-FFF2-40B4-BE49-F238E27FC236}">
                <a16:creationId xmlns:a16="http://schemas.microsoft.com/office/drawing/2014/main" id="{A1C97586-B448-344A-9758-D5FA39564038}"/>
              </a:ext>
            </a:extLst>
          </p:cNvPr>
          <p:cNvSpPr>
            <a:spLocks noGrp="1"/>
          </p:cNvSpPr>
          <p:nvPr>
            <p:ph type="title"/>
          </p:nvPr>
        </p:nvSpPr>
        <p:spPr>
          <a:xfrm>
            <a:off x="640079" y="1097280"/>
            <a:ext cx="3657600" cy="1051560"/>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93510799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920CE23-79A2-B543-AE91-7F1BA93C7675}"/>
              </a:ext>
            </a:extLst>
          </p:cNvPr>
          <p:cNvSpPr/>
          <p:nvPr userDrawn="1"/>
        </p:nvSpPr>
        <p:spPr>
          <a:xfrm>
            <a:off x="0" y="3105836"/>
            <a:ext cx="4571997"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5" name="Rectangle 4">
            <a:extLst>
              <a:ext uri="{FF2B5EF4-FFF2-40B4-BE49-F238E27FC236}">
                <a16:creationId xmlns:a16="http://schemas.microsoft.com/office/drawing/2014/main" id="{F33BA545-1C13-AB4B-9606-7023389BE3A9}"/>
              </a:ext>
            </a:extLst>
          </p:cNvPr>
          <p:cNvSpPr/>
          <p:nvPr userDrawn="1"/>
        </p:nvSpPr>
        <p:spPr>
          <a:xfrm>
            <a:off x="640079" y="171872"/>
            <a:ext cx="548640" cy="646331"/>
          </a:xfrm>
          <a:prstGeom prst="rect">
            <a:avLst/>
          </a:prstGeom>
          <a:solidFill>
            <a:schemeClr val="tx2"/>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BC51D301-5886-2245-ADE2-1FA651B83482}"/>
              </a:ext>
            </a:extLst>
          </p:cNvPr>
          <p:cNvSpPr>
            <a:spLocks noGrp="1"/>
          </p:cNvSpPr>
          <p:nvPr>
            <p:ph type="body" sz="quarter" idx="14"/>
          </p:nvPr>
        </p:nvSpPr>
        <p:spPr>
          <a:xfrm>
            <a:off x="640080" y="822960"/>
            <a:ext cx="3657600" cy="182880"/>
          </a:xfrm>
        </p:spPr>
        <p:txBody>
          <a:bodyPr/>
          <a:lstStyle>
            <a:lvl1pPr marL="0" indent="0">
              <a:buNone/>
              <a:defRPr sz="1097" b="1" cap="all" spc="299" baseline="0">
                <a:solidFill>
                  <a:schemeClr val="bg1"/>
                </a:solidFill>
              </a:defRPr>
            </a:lvl1pPr>
          </a:lstStyle>
          <a:p>
            <a:pPr lvl="0"/>
            <a:endParaRPr lang="en-US" dirty="0"/>
          </a:p>
        </p:txBody>
      </p:sp>
      <p:sp>
        <p:nvSpPr>
          <p:cNvPr id="10" name="Picture Placeholder 9">
            <a:extLst>
              <a:ext uri="{FF2B5EF4-FFF2-40B4-BE49-F238E27FC236}">
                <a16:creationId xmlns:a16="http://schemas.microsoft.com/office/drawing/2014/main" id="{CED3BE8B-574F-D746-9667-B850461FAEA0}"/>
              </a:ext>
            </a:extLst>
          </p:cNvPr>
          <p:cNvSpPr>
            <a:spLocks noGrp="1" noChangeAspect="1"/>
          </p:cNvSpPr>
          <p:nvPr>
            <p:ph type="pic" sz="quarter" idx="15"/>
          </p:nvPr>
        </p:nvSpPr>
        <p:spPr>
          <a:xfrm>
            <a:off x="2654773" y="2148840"/>
            <a:ext cx="2557419" cy="2560320"/>
          </a:xfrm>
          <a:prstGeom prst="ellipse">
            <a:avLst/>
          </a:prstGeom>
          <a:solidFill>
            <a:schemeClr val="bg1">
              <a:lumMod val="95000"/>
            </a:schemeClr>
          </a:solidFill>
        </p:spPr>
        <p:txBody>
          <a:bodyPr/>
          <a:lstStyle>
            <a:lvl1pPr>
              <a:defRPr sz="798">
                <a:solidFill>
                  <a:schemeClr val="bg1">
                    <a:lumMod val="95000"/>
                  </a:schemeClr>
                </a:solidFill>
              </a:defRPr>
            </a:lvl1pPr>
          </a:lstStyle>
          <a:p>
            <a:endParaRPr lang="en-US"/>
          </a:p>
        </p:txBody>
      </p:sp>
      <p:sp>
        <p:nvSpPr>
          <p:cNvPr id="8" name="Text Placeholder 21">
            <a:extLst>
              <a:ext uri="{FF2B5EF4-FFF2-40B4-BE49-F238E27FC236}">
                <a16:creationId xmlns:a16="http://schemas.microsoft.com/office/drawing/2014/main" id="{E33D9BCA-DF83-AD4F-B6BA-010B849C6729}"/>
              </a:ext>
            </a:extLst>
          </p:cNvPr>
          <p:cNvSpPr>
            <a:spLocks noGrp="1"/>
          </p:cNvSpPr>
          <p:nvPr>
            <p:ph type="body" sz="quarter" idx="17"/>
          </p:nvPr>
        </p:nvSpPr>
        <p:spPr>
          <a:xfrm>
            <a:off x="5852159" y="3200400"/>
            <a:ext cx="4572000" cy="182880"/>
          </a:xfrm>
        </p:spPr>
        <p:txBody>
          <a:bodyPr/>
          <a:lstStyle>
            <a:lvl1pPr marL="0" indent="0">
              <a:buNone/>
              <a:defRPr sz="1097" b="1" cap="all" spc="200" baseline="0">
                <a:solidFill>
                  <a:schemeClr val="tx2"/>
                </a:solidFill>
              </a:defRPr>
            </a:lvl1pPr>
          </a:lstStyle>
          <a:p>
            <a:pPr lvl="0"/>
            <a:endParaRPr lang="en-US" dirty="0"/>
          </a:p>
        </p:txBody>
      </p:sp>
      <p:sp>
        <p:nvSpPr>
          <p:cNvPr id="9" name="Text Placeholder 21">
            <a:extLst>
              <a:ext uri="{FF2B5EF4-FFF2-40B4-BE49-F238E27FC236}">
                <a16:creationId xmlns:a16="http://schemas.microsoft.com/office/drawing/2014/main" id="{D8B63B36-937E-8741-81BC-D655811DC7A3}"/>
              </a:ext>
            </a:extLst>
          </p:cNvPr>
          <p:cNvSpPr>
            <a:spLocks noGrp="1"/>
          </p:cNvSpPr>
          <p:nvPr>
            <p:ph type="body" sz="quarter" idx="18"/>
          </p:nvPr>
        </p:nvSpPr>
        <p:spPr>
          <a:xfrm>
            <a:off x="5852161" y="3383280"/>
            <a:ext cx="4571998" cy="274320"/>
          </a:xfrm>
        </p:spPr>
        <p:txBody>
          <a:bodyPr/>
          <a:lstStyle>
            <a:lvl1pPr marL="0" indent="0">
              <a:buNone/>
              <a:defRPr sz="1496" b="0" i="1" cap="none" spc="0" baseline="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12" name="Text Placeholder 21">
            <a:extLst>
              <a:ext uri="{FF2B5EF4-FFF2-40B4-BE49-F238E27FC236}">
                <a16:creationId xmlns:a16="http://schemas.microsoft.com/office/drawing/2014/main" id="{E3DEFD84-AEDF-3D46-8FD2-8A162581E9C5}"/>
              </a:ext>
            </a:extLst>
          </p:cNvPr>
          <p:cNvSpPr>
            <a:spLocks noGrp="1"/>
          </p:cNvSpPr>
          <p:nvPr>
            <p:ph type="body" sz="quarter" idx="19"/>
          </p:nvPr>
        </p:nvSpPr>
        <p:spPr>
          <a:xfrm>
            <a:off x="5852161" y="3931920"/>
            <a:ext cx="4571998" cy="2124222"/>
          </a:xfrm>
        </p:spPr>
        <p:txBody>
          <a:bodyPr/>
          <a:lstStyle>
            <a:lvl1pPr marL="0" indent="0">
              <a:buNone/>
              <a:defRPr sz="1496" b="0" i="0" cap="none" spc="0" baseline="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11" name="Title 1">
            <a:extLst>
              <a:ext uri="{FF2B5EF4-FFF2-40B4-BE49-F238E27FC236}">
                <a16:creationId xmlns:a16="http://schemas.microsoft.com/office/drawing/2014/main" id="{A1C97586-B448-344A-9758-D5FA39564038}"/>
              </a:ext>
            </a:extLst>
          </p:cNvPr>
          <p:cNvSpPr>
            <a:spLocks noGrp="1"/>
          </p:cNvSpPr>
          <p:nvPr>
            <p:ph type="title"/>
          </p:nvPr>
        </p:nvSpPr>
        <p:spPr>
          <a:xfrm>
            <a:off x="640079" y="1097280"/>
            <a:ext cx="3657600" cy="1051560"/>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410257572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AcceleratingFutureOfTransporta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184DA5-6F91-CE46-848F-B2930DCFB25E}"/>
              </a:ext>
            </a:extLst>
          </p:cNvPr>
          <p:cNvSpPr/>
          <p:nvPr userDrawn="1"/>
        </p:nvSpPr>
        <p:spPr>
          <a:xfrm>
            <a:off x="640079"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7983AC2F-C7EE-E944-B60C-D0101F109F10}"/>
              </a:ext>
            </a:extLst>
          </p:cNvPr>
          <p:cNvSpPr>
            <a:spLocks noGrp="1"/>
          </p:cNvSpPr>
          <p:nvPr>
            <p:ph type="body" sz="quarter" idx="14"/>
          </p:nvPr>
        </p:nvSpPr>
        <p:spPr>
          <a:xfrm>
            <a:off x="640078" y="822960"/>
            <a:ext cx="6858000" cy="182880"/>
          </a:xfrm>
        </p:spPr>
        <p:txBody>
          <a:bodyPr/>
          <a:lstStyle>
            <a:lvl1pPr marL="0" indent="0">
              <a:buNone/>
              <a:defRPr sz="1097" b="1" cap="all" spc="299" baseline="0">
                <a:solidFill>
                  <a:schemeClr val="bg1"/>
                </a:solidFill>
              </a:defRPr>
            </a:lvl1pPr>
          </a:lstStyle>
          <a:p>
            <a:pPr lvl="0"/>
            <a:endParaRPr lang="en-US" dirty="0"/>
          </a:p>
        </p:txBody>
      </p:sp>
      <p:sp>
        <p:nvSpPr>
          <p:cNvPr id="7" name="Title 1">
            <a:extLst>
              <a:ext uri="{FF2B5EF4-FFF2-40B4-BE49-F238E27FC236}">
                <a16:creationId xmlns:a16="http://schemas.microsoft.com/office/drawing/2014/main" id="{B5F7B340-4C8D-EC46-9361-38C87DE1ACAF}"/>
              </a:ext>
            </a:extLst>
          </p:cNvPr>
          <p:cNvSpPr>
            <a:spLocks noGrp="1"/>
          </p:cNvSpPr>
          <p:nvPr>
            <p:ph type="title"/>
          </p:nvPr>
        </p:nvSpPr>
        <p:spPr>
          <a:xfrm>
            <a:off x="640077" y="1097280"/>
            <a:ext cx="6858000" cy="914400"/>
          </a:xfrm>
        </p:spPr>
        <p:txBody>
          <a:bodyPr/>
          <a:lstStyle>
            <a:lvl1pPr>
              <a:defRPr sz="3591">
                <a:solidFill>
                  <a:schemeClr val="bg1"/>
                </a:solidFill>
              </a:defRPr>
            </a:lvl1pPr>
          </a:lstStyle>
          <a:p>
            <a:r>
              <a:rPr lang="en-US" dirty="0"/>
              <a:t>Click to edit Master title style</a:t>
            </a:r>
          </a:p>
        </p:txBody>
      </p:sp>
      <p:sp>
        <p:nvSpPr>
          <p:cNvPr id="8" name="Text Placeholder 12">
            <a:extLst>
              <a:ext uri="{FF2B5EF4-FFF2-40B4-BE49-F238E27FC236}">
                <a16:creationId xmlns:a16="http://schemas.microsoft.com/office/drawing/2014/main" id="{BFAC4CDD-5CEE-3D46-B10B-41253867FC6E}"/>
              </a:ext>
            </a:extLst>
          </p:cNvPr>
          <p:cNvSpPr>
            <a:spLocks noGrp="1"/>
          </p:cNvSpPr>
          <p:nvPr>
            <p:ph type="body" sz="quarter" idx="16"/>
          </p:nvPr>
        </p:nvSpPr>
        <p:spPr>
          <a:xfrm>
            <a:off x="640077" y="2286000"/>
            <a:ext cx="6858000" cy="338328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9499801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AcceleratingFutureOfTransporta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184DA5-6F91-CE46-848F-B2930DCFB25E}"/>
              </a:ext>
            </a:extLst>
          </p:cNvPr>
          <p:cNvSpPr/>
          <p:nvPr userDrawn="1"/>
        </p:nvSpPr>
        <p:spPr>
          <a:xfrm>
            <a:off x="640079" y="167762"/>
            <a:ext cx="548640" cy="646331"/>
          </a:xfrm>
          <a:prstGeom prst="rect">
            <a:avLst/>
          </a:prstGeom>
          <a:solidFill>
            <a:schemeClr val="tx2"/>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7983AC2F-C7EE-E944-B60C-D0101F109F10}"/>
              </a:ext>
            </a:extLst>
          </p:cNvPr>
          <p:cNvSpPr>
            <a:spLocks noGrp="1"/>
          </p:cNvSpPr>
          <p:nvPr>
            <p:ph type="body" sz="quarter" idx="14"/>
          </p:nvPr>
        </p:nvSpPr>
        <p:spPr>
          <a:xfrm>
            <a:off x="640078" y="822960"/>
            <a:ext cx="6858000" cy="182880"/>
          </a:xfrm>
        </p:spPr>
        <p:txBody>
          <a:bodyPr/>
          <a:lstStyle>
            <a:lvl1pPr marL="0" indent="0">
              <a:buNone/>
              <a:defRPr sz="1097" b="1" cap="all" spc="299" baseline="0">
                <a:solidFill>
                  <a:schemeClr val="bg1"/>
                </a:solidFill>
              </a:defRPr>
            </a:lvl1pPr>
          </a:lstStyle>
          <a:p>
            <a:pPr lvl="0"/>
            <a:endParaRPr lang="en-US" dirty="0"/>
          </a:p>
        </p:txBody>
      </p:sp>
      <p:sp>
        <p:nvSpPr>
          <p:cNvPr id="7" name="Title 1">
            <a:extLst>
              <a:ext uri="{FF2B5EF4-FFF2-40B4-BE49-F238E27FC236}">
                <a16:creationId xmlns:a16="http://schemas.microsoft.com/office/drawing/2014/main" id="{B5F7B340-4C8D-EC46-9361-38C87DE1ACAF}"/>
              </a:ext>
            </a:extLst>
          </p:cNvPr>
          <p:cNvSpPr>
            <a:spLocks noGrp="1"/>
          </p:cNvSpPr>
          <p:nvPr>
            <p:ph type="title"/>
          </p:nvPr>
        </p:nvSpPr>
        <p:spPr>
          <a:xfrm>
            <a:off x="640077" y="1097280"/>
            <a:ext cx="6858000" cy="914400"/>
          </a:xfrm>
        </p:spPr>
        <p:txBody>
          <a:bodyPr/>
          <a:lstStyle>
            <a:lvl1pPr>
              <a:defRPr sz="3591">
                <a:solidFill>
                  <a:schemeClr val="bg1"/>
                </a:solidFill>
              </a:defRPr>
            </a:lvl1pPr>
          </a:lstStyle>
          <a:p>
            <a:r>
              <a:rPr lang="en-US" dirty="0"/>
              <a:t>Click to edit Master title style</a:t>
            </a:r>
          </a:p>
        </p:txBody>
      </p:sp>
      <p:sp>
        <p:nvSpPr>
          <p:cNvPr id="8" name="Text Placeholder 12">
            <a:extLst>
              <a:ext uri="{FF2B5EF4-FFF2-40B4-BE49-F238E27FC236}">
                <a16:creationId xmlns:a16="http://schemas.microsoft.com/office/drawing/2014/main" id="{CF9D3197-B96A-B948-8685-1E4052462CF1}"/>
              </a:ext>
            </a:extLst>
          </p:cNvPr>
          <p:cNvSpPr>
            <a:spLocks noGrp="1"/>
          </p:cNvSpPr>
          <p:nvPr>
            <p:ph type="body" sz="quarter" idx="16"/>
          </p:nvPr>
        </p:nvSpPr>
        <p:spPr>
          <a:xfrm>
            <a:off x="640077" y="2286000"/>
            <a:ext cx="6858000" cy="338328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4495499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96F0B-26CC-004F-85D3-AB9092B45AE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06739536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Logo slide_whit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0DCE1FE-009B-F04E-BD45-7E34275D10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14960" y="2758262"/>
            <a:ext cx="3931920" cy="1341476"/>
          </a:xfrm>
          <a:prstGeom prst="rect">
            <a:avLst/>
          </a:prstGeom>
        </p:spPr>
      </p:pic>
    </p:spTree>
    <p:extLst>
      <p:ext uri="{BB962C8B-B14F-4D97-AF65-F5344CB8AC3E}">
        <p14:creationId xmlns:p14="http://schemas.microsoft.com/office/powerpoint/2010/main" val="356418961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6_Content slide">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B16DD36-E308-6043-AFFC-C8166C6C2E60}"/>
              </a:ext>
            </a:extLst>
          </p:cNvPr>
          <p:cNvSpPr/>
          <p:nvPr userDrawn="1"/>
        </p:nvSpPr>
        <p:spPr>
          <a:xfrm>
            <a:off x="640079" y="16846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20" name="Text Placeholder 21">
            <a:extLst>
              <a:ext uri="{FF2B5EF4-FFF2-40B4-BE49-F238E27FC236}">
                <a16:creationId xmlns:a16="http://schemas.microsoft.com/office/drawing/2014/main" id="{03BB3241-0653-DB40-9E36-626B8F0B9CDE}"/>
              </a:ext>
            </a:extLst>
          </p:cNvPr>
          <p:cNvSpPr>
            <a:spLocks noGrp="1"/>
          </p:cNvSpPr>
          <p:nvPr>
            <p:ph type="body" sz="quarter" idx="14"/>
          </p:nvPr>
        </p:nvSpPr>
        <p:spPr>
          <a:xfrm>
            <a:off x="640079" y="822960"/>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21" name="Title 1">
            <a:extLst>
              <a:ext uri="{FF2B5EF4-FFF2-40B4-BE49-F238E27FC236}">
                <a16:creationId xmlns:a16="http://schemas.microsoft.com/office/drawing/2014/main" id="{B4FC81DA-287D-2A4B-B266-7B57032D25F9}"/>
              </a:ext>
            </a:extLst>
          </p:cNvPr>
          <p:cNvSpPr>
            <a:spLocks noGrp="1"/>
          </p:cNvSpPr>
          <p:nvPr>
            <p:ph type="title"/>
          </p:nvPr>
        </p:nvSpPr>
        <p:spPr>
          <a:xfrm>
            <a:off x="640078" y="1097280"/>
            <a:ext cx="3421284" cy="1121270"/>
          </a:xfrm>
        </p:spPr>
        <p:txBody>
          <a:bodyPr/>
          <a:lstStyle>
            <a:lvl1pPr>
              <a:defRPr sz="3591">
                <a:solidFill>
                  <a:schemeClr val="bg2">
                    <a:lumMod val="10000"/>
                  </a:schemeClr>
                </a:solidFill>
              </a:defRPr>
            </a:lvl1pPr>
          </a:lstStyle>
          <a:p>
            <a:r>
              <a:rPr lang="en-US" dirty="0"/>
              <a:t>Click to edit Master title style</a:t>
            </a:r>
          </a:p>
        </p:txBody>
      </p:sp>
      <p:sp>
        <p:nvSpPr>
          <p:cNvPr id="22" name="Text Placeholder 12">
            <a:extLst>
              <a:ext uri="{FF2B5EF4-FFF2-40B4-BE49-F238E27FC236}">
                <a16:creationId xmlns:a16="http://schemas.microsoft.com/office/drawing/2014/main" id="{CE789321-94A0-474C-8651-9A41E08C9621}"/>
              </a:ext>
            </a:extLst>
          </p:cNvPr>
          <p:cNvSpPr>
            <a:spLocks noGrp="1"/>
          </p:cNvSpPr>
          <p:nvPr>
            <p:ph type="body" sz="quarter" idx="16"/>
          </p:nvPr>
        </p:nvSpPr>
        <p:spPr>
          <a:xfrm>
            <a:off x="640078" y="2286000"/>
            <a:ext cx="3421284" cy="340242"/>
          </a:xfrm>
        </p:spPr>
        <p:txBody>
          <a:bodyPr/>
          <a:lstStyle>
            <a:lvl1pPr>
              <a:defRPr b="1">
                <a:solidFill>
                  <a:schemeClr val="bg2">
                    <a:lumMod val="10000"/>
                  </a:schemeClr>
                </a:solidFill>
              </a:defRPr>
            </a:lvl1pPr>
            <a:lvl2pPr marL="273634" indent="0">
              <a:buNone/>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a:t>
            </a:r>
          </a:p>
        </p:txBody>
      </p:sp>
      <p:sp>
        <p:nvSpPr>
          <p:cNvPr id="24" name="Picture Placeholder 14">
            <a:extLst>
              <a:ext uri="{FF2B5EF4-FFF2-40B4-BE49-F238E27FC236}">
                <a16:creationId xmlns:a16="http://schemas.microsoft.com/office/drawing/2014/main" id="{59471DDA-59CD-A44B-9647-F7BFB817798E}"/>
              </a:ext>
            </a:extLst>
          </p:cNvPr>
          <p:cNvSpPr>
            <a:spLocks noGrp="1"/>
          </p:cNvSpPr>
          <p:nvPr>
            <p:ph type="pic" sz="quarter" idx="17"/>
          </p:nvPr>
        </p:nvSpPr>
        <p:spPr>
          <a:xfrm>
            <a:off x="4242814" y="0"/>
            <a:ext cx="7919024" cy="6858000"/>
          </a:xfrm>
        </p:spPr>
        <p:txBody>
          <a:bodyPr/>
          <a:lstStyle/>
          <a:p>
            <a:endParaRPr lang="en-US"/>
          </a:p>
        </p:txBody>
      </p:sp>
      <p:sp>
        <p:nvSpPr>
          <p:cNvPr id="8" name="Text Placeholder 12">
            <a:extLst>
              <a:ext uri="{FF2B5EF4-FFF2-40B4-BE49-F238E27FC236}">
                <a16:creationId xmlns:a16="http://schemas.microsoft.com/office/drawing/2014/main" id="{BEE4F3F6-55D0-3741-AC6A-ECAA1EB06A3D}"/>
              </a:ext>
            </a:extLst>
          </p:cNvPr>
          <p:cNvSpPr>
            <a:spLocks noGrp="1"/>
          </p:cNvSpPr>
          <p:nvPr>
            <p:ph type="body" sz="quarter" idx="18"/>
          </p:nvPr>
        </p:nvSpPr>
        <p:spPr>
          <a:xfrm>
            <a:off x="640077" y="2693693"/>
            <a:ext cx="3421284" cy="506708"/>
          </a:xfrm>
        </p:spPr>
        <p:txBody>
          <a:bodyPr/>
          <a:lstStyle>
            <a:lvl1pPr>
              <a:defRPr sz="1397">
                <a:solidFill>
                  <a:schemeClr val="bg2">
                    <a:lumMod val="10000"/>
                  </a:schemeClr>
                </a:solidFill>
              </a:defRPr>
            </a:lvl1pPr>
            <a:lvl2pPr marL="273634" indent="0">
              <a:buNone/>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p:txBody>
      </p:sp>
      <p:sp>
        <p:nvSpPr>
          <p:cNvPr id="13" name="Text Placeholder 12">
            <a:extLst>
              <a:ext uri="{FF2B5EF4-FFF2-40B4-BE49-F238E27FC236}">
                <a16:creationId xmlns:a16="http://schemas.microsoft.com/office/drawing/2014/main" id="{5C817263-18DA-A64D-BE2A-01014571ACB6}"/>
              </a:ext>
            </a:extLst>
          </p:cNvPr>
          <p:cNvSpPr>
            <a:spLocks noGrp="1"/>
          </p:cNvSpPr>
          <p:nvPr>
            <p:ph type="body" sz="quarter" idx="19"/>
          </p:nvPr>
        </p:nvSpPr>
        <p:spPr>
          <a:xfrm>
            <a:off x="640077" y="3225320"/>
            <a:ext cx="3421284" cy="340242"/>
          </a:xfrm>
        </p:spPr>
        <p:txBody>
          <a:bodyPr/>
          <a:lstStyle>
            <a:lvl1pPr>
              <a:defRPr b="1">
                <a:solidFill>
                  <a:schemeClr val="bg2">
                    <a:lumMod val="10000"/>
                  </a:schemeClr>
                </a:solidFill>
              </a:defRPr>
            </a:lvl1pPr>
            <a:lvl2pPr marL="273634" indent="0">
              <a:buNone/>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a:t>
            </a:r>
          </a:p>
        </p:txBody>
      </p:sp>
      <p:sp>
        <p:nvSpPr>
          <p:cNvPr id="14" name="Text Placeholder 12">
            <a:extLst>
              <a:ext uri="{FF2B5EF4-FFF2-40B4-BE49-F238E27FC236}">
                <a16:creationId xmlns:a16="http://schemas.microsoft.com/office/drawing/2014/main" id="{97A074E7-9F07-CA4F-A1F7-EAE64608D652}"/>
              </a:ext>
            </a:extLst>
          </p:cNvPr>
          <p:cNvSpPr>
            <a:spLocks noGrp="1"/>
          </p:cNvSpPr>
          <p:nvPr>
            <p:ph type="body" sz="quarter" idx="20"/>
          </p:nvPr>
        </p:nvSpPr>
        <p:spPr>
          <a:xfrm>
            <a:off x="640076" y="3633013"/>
            <a:ext cx="3421284" cy="506708"/>
          </a:xfrm>
        </p:spPr>
        <p:txBody>
          <a:bodyPr/>
          <a:lstStyle>
            <a:lvl1pPr>
              <a:defRPr sz="1397">
                <a:solidFill>
                  <a:schemeClr val="bg2">
                    <a:lumMod val="10000"/>
                  </a:schemeClr>
                </a:solidFill>
              </a:defRPr>
            </a:lvl1pPr>
            <a:lvl2pPr marL="273634" indent="0">
              <a:buNone/>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p:txBody>
      </p:sp>
      <p:sp>
        <p:nvSpPr>
          <p:cNvPr id="15" name="Text Placeholder 12">
            <a:extLst>
              <a:ext uri="{FF2B5EF4-FFF2-40B4-BE49-F238E27FC236}">
                <a16:creationId xmlns:a16="http://schemas.microsoft.com/office/drawing/2014/main" id="{42B0BE12-CABC-CF49-81C8-A2E7BE06D8CC}"/>
              </a:ext>
            </a:extLst>
          </p:cNvPr>
          <p:cNvSpPr>
            <a:spLocks noGrp="1"/>
          </p:cNvSpPr>
          <p:nvPr>
            <p:ph type="body" sz="quarter" idx="21"/>
          </p:nvPr>
        </p:nvSpPr>
        <p:spPr>
          <a:xfrm>
            <a:off x="640077" y="4122243"/>
            <a:ext cx="3421284" cy="340242"/>
          </a:xfrm>
        </p:spPr>
        <p:txBody>
          <a:bodyPr/>
          <a:lstStyle>
            <a:lvl1pPr>
              <a:defRPr b="1">
                <a:solidFill>
                  <a:schemeClr val="bg2">
                    <a:lumMod val="10000"/>
                  </a:schemeClr>
                </a:solidFill>
              </a:defRPr>
            </a:lvl1pPr>
            <a:lvl2pPr marL="273634" indent="0">
              <a:buNone/>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a:t>
            </a:r>
          </a:p>
        </p:txBody>
      </p:sp>
      <p:sp>
        <p:nvSpPr>
          <p:cNvPr id="16" name="Text Placeholder 12">
            <a:extLst>
              <a:ext uri="{FF2B5EF4-FFF2-40B4-BE49-F238E27FC236}">
                <a16:creationId xmlns:a16="http://schemas.microsoft.com/office/drawing/2014/main" id="{3B09F54B-BDAB-B74C-83DD-26587A869146}"/>
              </a:ext>
            </a:extLst>
          </p:cNvPr>
          <p:cNvSpPr>
            <a:spLocks noGrp="1"/>
          </p:cNvSpPr>
          <p:nvPr>
            <p:ph type="body" sz="quarter" idx="22"/>
          </p:nvPr>
        </p:nvSpPr>
        <p:spPr>
          <a:xfrm>
            <a:off x="640076" y="4529936"/>
            <a:ext cx="3421284" cy="506708"/>
          </a:xfrm>
        </p:spPr>
        <p:txBody>
          <a:bodyPr/>
          <a:lstStyle>
            <a:lvl1pPr>
              <a:defRPr sz="1397">
                <a:solidFill>
                  <a:schemeClr val="bg2">
                    <a:lumMod val="10000"/>
                  </a:schemeClr>
                </a:solidFill>
              </a:defRPr>
            </a:lvl1pPr>
            <a:lvl2pPr marL="273634" indent="0">
              <a:buNone/>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p:txBody>
      </p:sp>
      <p:sp>
        <p:nvSpPr>
          <p:cNvPr id="17" name="Text Placeholder 12">
            <a:extLst>
              <a:ext uri="{FF2B5EF4-FFF2-40B4-BE49-F238E27FC236}">
                <a16:creationId xmlns:a16="http://schemas.microsoft.com/office/drawing/2014/main" id="{CEA0FA1F-D546-1346-8C27-74D649EA4C0D}"/>
              </a:ext>
            </a:extLst>
          </p:cNvPr>
          <p:cNvSpPr>
            <a:spLocks noGrp="1"/>
          </p:cNvSpPr>
          <p:nvPr>
            <p:ph type="body" sz="quarter" idx="23"/>
          </p:nvPr>
        </p:nvSpPr>
        <p:spPr>
          <a:xfrm>
            <a:off x="640077" y="4998229"/>
            <a:ext cx="3421284" cy="340242"/>
          </a:xfrm>
        </p:spPr>
        <p:txBody>
          <a:bodyPr/>
          <a:lstStyle>
            <a:lvl1pPr>
              <a:defRPr b="1">
                <a:solidFill>
                  <a:schemeClr val="bg2">
                    <a:lumMod val="10000"/>
                  </a:schemeClr>
                </a:solidFill>
              </a:defRPr>
            </a:lvl1pPr>
            <a:lvl2pPr marL="273634" indent="0">
              <a:buNone/>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a:t>
            </a:r>
          </a:p>
        </p:txBody>
      </p:sp>
      <p:sp>
        <p:nvSpPr>
          <p:cNvPr id="18" name="Text Placeholder 12">
            <a:extLst>
              <a:ext uri="{FF2B5EF4-FFF2-40B4-BE49-F238E27FC236}">
                <a16:creationId xmlns:a16="http://schemas.microsoft.com/office/drawing/2014/main" id="{8A9672D3-AC07-C340-B1EB-C689E6FF7F3C}"/>
              </a:ext>
            </a:extLst>
          </p:cNvPr>
          <p:cNvSpPr>
            <a:spLocks noGrp="1"/>
          </p:cNvSpPr>
          <p:nvPr>
            <p:ph type="body" sz="quarter" idx="24"/>
          </p:nvPr>
        </p:nvSpPr>
        <p:spPr>
          <a:xfrm>
            <a:off x="640076" y="5405922"/>
            <a:ext cx="3421284" cy="506708"/>
          </a:xfrm>
        </p:spPr>
        <p:txBody>
          <a:bodyPr/>
          <a:lstStyle>
            <a:lvl1pPr>
              <a:defRPr sz="1397">
                <a:solidFill>
                  <a:schemeClr val="bg2">
                    <a:lumMod val="10000"/>
                  </a:schemeClr>
                </a:solidFill>
              </a:defRPr>
            </a:lvl1pPr>
            <a:lvl2pPr marL="273634" indent="0">
              <a:buNone/>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p:txBody>
      </p:sp>
      <p:sp>
        <p:nvSpPr>
          <p:cNvPr id="25" name="Text Placeholder 12">
            <a:extLst>
              <a:ext uri="{FF2B5EF4-FFF2-40B4-BE49-F238E27FC236}">
                <a16:creationId xmlns:a16="http://schemas.microsoft.com/office/drawing/2014/main" id="{715BC5C2-9F85-054D-9E0C-F9A4642120A8}"/>
              </a:ext>
            </a:extLst>
          </p:cNvPr>
          <p:cNvSpPr>
            <a:spLocks noGrp="1"/>
          </p:cNvSpPr>
          <p:nvPr>
            <p:ph type="body" sz="quarter" idx="25"/>
          </p:nvPr>
        </p:nvSpPr>
        <p:spPr>
          <a:xfrm>
            <a:off x="640076" y="5901404"/>
            <a:ext cx="3421284" cy="340242"/>
          </a:xfrm>
        </p:spPr>
        <p:txBody>
          <a:bodyPr/>
          <a:lstStyle>
            <a:lvl1pPr>
              <a:defRPr b="1">
                <a:solidFill>
                  <a:schemeClr val="bg2">
                    <a:lumMod val="10000"/>
                  </a:schemeClr>
                </a:solidFill>
              </a:defRPr>
            </a:lvl1pPr>
            <a:lvl2pPr marL="273634" indent="0">
              <a:buNone/>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a:t>
            </a:r>
          </a:p>
        </p:txBody>
      </p:sp>
      <p:sp>
        <p:nvSpPr>
          <p:cNvPr id="26" name="Text Placeholder 12">
            <a:extLst>
              <a:ext uri="{FF2B5EF4-FFF2-40B4-BE49-F238E27FC236}">
                <a16:creationId xmlns:a16="http://schemas.microsoft.com/office/drawing/2014/main" id="{B18AAA90-2663-1141-8BC7-C0CF115DB7A9}"/>
              </a:ext>
            </a:extLst>
          </p:cNvPr>
          <p:cNvSpPr>
            <a:spLocks noGrp="1"/>
          </p:cNvSpPr>
          <p:nvPr>
            <p:ph type="body" sz="quarter" idx="26"/>
          </p:nvPr>
        </p:nvSpPr>
        <p:spPr>
          <a:xfrm>
            <a:off x="640075" y="6309097"/>
            <a:ext cx="3421284" cy="506708"/>
          </a:xfrm>
        </p:spPr>
        <p:txBody>
          <a:bodyPr/>
          <a:lstStyle>
            <a:lvl1pPr>
              <a:defRPr sz="1397">
                <a:solidFill>
                  <a:schemeClr val="bg2">
                    <a:lumMod val="10000"/>
                  </a:schemeClr>
                </a:solidFill>
              </a:defRPr>
            </a:lvl1pPr>
            <a:lvl2pPr marL="273634" indent="0">
              <a:buNone/>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p:txBody>
      </p:sp>
    </p:spTree>
    <p:extLst>
      <p:ext uri="{BB962C8B-B14F-4D97-AF65-F5344CB8AC3E}">
        <p14:creationId xmlns:p14="http://schemas.microsoft.com/office/powerpoint/2010/main" val="118175540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7_Content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79CFB9-4CEB-A44D-A0EF-139DC7B8F6D2}"/>
              </a:ext>
            </a:extLst>
          </p:cNvPr>
          <p:cNvSpPr/>
          <p:nvPr userDrawn="1"/>
        </p:nvSpPr>
        <p:spPr>
          <a:xfrm>
            <a:off x="640079"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439F8071-27D2-BB45-B4ED-B2C1F9B5FE41}"/>
              </a:ext>
            </a:extLst>
          </p:cNvPr>
          <p:cNvSpPr>
            <a:spLocks noGrp="1"/>
          </p:cNvSpPr>
          <p:nvPr>
            <p:ph type="body" sz="quarter" idx="14"/>
          </p:nvPr>
        </p:nvSpPr>
        <p:spPr>
          <a:xfrm>
            <a:off x="640079" y="822960"/>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7" name="Title 1">
            <a:extLst>
              <a:ext uri="{FF2B5EF4-FFF2-40B4-BE49-F238E27FC236}">
                <a16:creationId xmlns:a16="http://schemas.microsoft.com/office/drawing/2014/main" id="{1C7C8740-8CD0-B24A-BD0E-69F602789AB6}"/>
              </a:ext>
            </a:extLst>
          </p:cNvPr>
          <p:cNvSpPr>
            <a:spLocks noGrp="1"/>
          </p:cNvSpPr>
          <p:nvPr>
            <p:ph type="title" hasCustomPrompt="1"/>
          </p:nvPr>
        </p:nvSpPr>
        <p:spPr>
          <a:xfrm>
            <a:off x="640078" y="1097280"/>
            <a:ext cx="4958082" cy="1121270"/>
          </a:xfrm>
        </p:spPr>
        <p:txBody>
          <a:bodyPr/>
          <a:lstStyle>
            <a:lvl1pPr>
              <a:defRPr sz="3591">
                <a:solidFill>
                  <a:schemeClr val="bg2">
                    <a:lumMod val="10000"/>
                  </a:schemeClr>
                </a:solidFill>
              </a:defRPr>
            </a:lvl1pPr>
          </a:lstStyle>
          <a:p>
            <a:r>
              <a:rPr lang="en-US" dirty="0"/>
              <a:t>Click to edit master title style</a:t>
            </a:r>
          </a:p>
        </p:txBody>
      </p:sp>
      <p:sp>
        <p:nvSpPr>
          <p:cNvPr id="9" name="Picture Placeholder 14">
            <a:extLst>
              <a:ext uri="{FF2B5EF4-FFF2-40B4-BE49-F238E27FC236}">
                <a16:creationId xmlns:a16="http://schemas.microsoft.com/office/drawing/2014/main" id="{B9F33D84-C3D8-3C49-8765-B58900DC2E05}"/>
              </a:ext>
            </a:extLst>
          </p:cNvPr>
          <p:cNvSpPr>
            <a:spLocks noGrp="1"/>
          </p:cNvSpPr>
          <p:nvPr>
            <p:ph type="pic" sz="quarter" idx="17"/>
          </p:nvPr>
        </p:nvSpPr>
        <p:spPr>
          <a:xfrm>
            <a:off x="6904038" y="0"/>
            <a:ext cx="5257800" cy="6858000"/>
          </a:xfrm>
          <a:solidFill>
            <a:schemeClr val="tx1">
              <a:lumMod val="40000"/>
              <a:lumOff val="60000"/>
            </a:schemeClr>
          </a:solidFill>
        </p:spPr>
        <p:txBody>
          <a:bodyPr/>
          <a:lstStyle/>
          <a:p>
            <a:endParaRPr lang="en-US"/>
          </a:p>
        </p:txBody>
      </p:sp>
    </p:spTree>
    <p:extLst>
      <p:ext uri="{BB962C8B-B14F-4D97-AF65-F5344CB8AC3E}">
        <p14:creationId xmlns:p14="http://schemas.microsoft.com/office/powerpoint/2010/main" val="89922785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8_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B16DD36-E308-6043-AFFC-C8166C6C2E60}"/>
              </a:ext>
            </a:extLst>
          </p:cNvPr>
          <p:cNvSpPr/>
          <p:nvPr userDrawn="1"/>
        </p:nvSpPr>
        <p:spPr>
          <a:xfrm>
            <a:off x="640079" y="167762"/>
            <a:ext cx="548640" cy="646331"/>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20" name="Text Placeholder 21">
            <a:extLst>
              <a:ext uri="{FF2B5EF4-FFF2-40B4-BE49-F238E27FC236}">
                <a16:creationId xmlns:a16="http://schemas.microsoft.com/office/drawing/2014/main" id="{03BB3241-0653-DB40-9E36-626B8F0B9CDE}"/>
              </a:ext>
            </a:extLst>
          </p:cNvPr>
          <p:cNvSpPr>
            <a:spLocks noGrp="1"/>
          </p:cNvSpPr>
          <p:nvPr>
            <p:ph type="body" sz="quarter" idx="14"/>
          </p:nvPr>
        </p:nvSpPr>
        <p:spPr>
          <a:xfrm>
            <a:off x="640079" y="822960"/>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21" name="Title 1">
            <a:extLst>
              <a:ext uri="{FF2B5EF4-FFF2-40B4-BE49-F238E27FC236}">
                <a16:creationId xmlns:a16="http://schemas.microsoft.com/office/drawing/2014/main" id="{B4FC81DA-287D-2A4B-B266-7B57032D25F9}"/>
              </a:ext>
            </a:extLst>
          </p:cNvPr>
          <p:cNvSpPr>
            <a:spLocks noGrp="1"/>
          </p:cNvSpPr>
          <p:nvPr>
            <p:ph type="title"/>
          </p:nvPr>
        </p:nvSpPr>
        <p:spPr>
          <a:xfrm>
            <a:off x="640078" y="1097280"/>
            <a:ext cx="3421284" cy="1121270"/>
          </a:xfrm>
        </p:spPr>
        <p:txBody>
          <a:bodyPr/>
          <a:lstStyle>
            <a:lvl1pPr>
              <a:defRPr sz="3591">
                <a:solidFill>
                  <a:schemeClr val="bg2">
                    <a:lumMod val="10000"/>
                  </a:schemeClr>
                </a:solidFill>
              </a:defRPr>
            </a:lvl1pPr>
          </a:lstStyle>
          <a:p>
            <a:r>
              <a:rPr lang="en-US" dirty="0"/>
              <a:t>Click to edit Master title style</a:t>
            </a:r>
          </a:p>
        </p:txBody>
      </p:sp>
      <p:sp>
        <p:nvSpPr>
          <p:cNvPr id="22" name="Text Placeholder 12">
            <a:extLst>
              <a:ext uri="{FF2B5EF4-FFF2-40B4-BE49-F238E27FC236}">
                <a16:creationId xmlns:a16="http://schemas.microsoft.com/office/drawing/2014/main" id="{CE789321-94A0-474C-8651-9A41E08C9621}"/>
              </a:ext>
            </a:extLst>
          </p:cNvPr>
          <p:cNvSpPr>
            <a:spLocks noGrp="1"/>
          </p:cNvSpPr>
          <p:nvPr>
            <p:ph type="body" sz="quarter" idx="16"/>
          </p:nvPr>
        </p:nvSpPr>
        <p:spPr>
          <a:xfrm>
            <a:off x="640078" y="2286000"/>
            <a:ext cx="3421284" cy="3383280"/>
          </a:xfr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Rectangle 22">
            <a:extLst>
              <a:ext uri="{FF2B5EF4-FFF2-40B4-BE49-F238E27FC236}">
                <a16:creationId xmlns:a16="http://schemas.microsoft.com/office/drawing/2014/main" id="{0B472DE0-83E1-6945-BEB2-60E305654C37}"/>
              </a:ext>
            </a:extLst>
          </p:cNvPr>
          <p:cNvSpPr/>
          <p:nvPr userDrawn="1"/>
        </p:nvSpPr>
        <p:spPr>
          <a:xfrm>
            <a:off x="6128762" y="3101594"/>
            <a:ext cx="184731" cy="646331"/>
          </a:xfrm>
          <a:prstGeom prst="rect">
            <a:avLst/>
          </a:prstGeom>
          <a:solidFill>
            <a:schemeClr val="tx2"/>
          </a:solidFill>
        </p:spPr>
        <p:txBody>
          <a:bodyPr wrap="non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24" name="Picture Placeholder 14">
            <a:extLst>
              <a:ext uri="{FF2B5EF4-FFF2-40B4-BE49-F238E27FC236}">
                <a16:creationId xmlns:a16="http://schemas.microsoft.com/office/drawing/2014/main" id="{59471DDA-59CD-A44B-9647-F7BFB817798E}"/>
              </a:ext>
            </a:extLst>
          </p:cNvPr>
          <p:cNvSpPr>
            <a:spLocks noGrp="1"/>
          </p:cNvSpPr>
          <p:nvPr>
            <p:ph type="pic" sz="quarter" idx="17"/>
          </p:nvPr>
        </p:nvSpPr>
        <p:spPr>
          <a:xfrm>
            <a:off x="8199438" y="8483"/>
            <a:ext cx="3962400" cy="6858000"/>
          </a:xfrm>
        </p:spPr>
        <p:txBody>
          <a:bodyPr/>
          <a:lstStyle/>
          <a:p>
            <a:endParaRPr lang="en-US"/>
          </a:p>
        </p:txBody>
      </p:sp>
    </p:spTree>
    <p:extLst>
      <p:ext uri="{BB962C8B-B14F-4D97-AF65-F5344CB8AC3E}">
        <p14:creationId xmlns:p14="http://schemas.microsoft.com/office/powerpoint/2010/main" val="180673450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4 Panel Black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CB0C1A05-B97F-6B43-A735-36BD459FB2B4}"/>
              </a:ext>
            </a:extLst>
          </p:cNvPr>
          <p:cNvSpPr>
            <a:spLocks noGrp="1"/>
          </p:cNvSpPr>
          <p:nvPr>
            <p:ph type="body" sz="quarter" idx="14"/>
          </p:nvPr>
        </p:nvSpPr>
        <p:spPr>
          <a:xfrm>
            <a:off x="640079" y="822960"/>
            <a:ext cx="3421283" cy="206870"/>
          </a:xfrm>
        </p:spPr>
        <p:txBody>
          <a:bodyPr/>
          <a:lstStyle>
            <a:lvl1pPr marL="0" indent="0">
              <a:buNone/>
              <a:defRPr sz="1097" b="1" cap="all" spc="299" baseline="0">
                <a:solidFill>
                  <a:schemeClr val="bg1"/>
                </a:solidFill>
              </a:defRPr>
            </a:lvl1pPr>
          </a:lstStyle>
          <a:p>
            <a:pPr lvl="0"/>
            <a:endParaRPr lang="en-US" dirty="0"/>
          </a:p>
        </p:txBody>
      </p:sp>
      <p:sp>
        <p:nvSpPr>
          <p:cNvPr id="5" name="Title 1">
            <a:extLst>
              <a:ext uri="{FF2B5EF4-FFF2-40B4-BE49-F238E27FC236}">
                <a16:creationId xmlns:a16="http://schemas.microsoft.com/office/drawing/2014/main" id="{C7D1F199-03E0-5343-B17E-F3A4235376FE}"/>
              </a:ext>
            </a:extLst>
          </p:cNvPr>
          <p:cNvSpPr>
            <a:spLocks noGrp="1"/>
          </p:cNvSpPr>
          <p:nvPr>
            <p:ph type="title" hasCustomPrompt="1"/>
          </p:nvPr>
        </p:nvSpPr>
        <p:spPr>
          <a:xfrm>
            <a:off x="640079" y="1097280"/>
            <a:ext cx="3421283" cy="1121270"/>
          </a:xfrm>
        </p:spPr>
        <p:txBody>
          <a:bodyPr/>
          <a:lstStyle>
            <a:lvl1pPr>
              <a:defRPr sz="3591">
                <a:solidFill>
                  <a:schemeClr val="bg1"/>
                </a:solidFill>
              </a:defRPr>
            </a:lvl1pPr>
          </a:lstStyle>
          <a:p>
            <a:r>
              <a:rPr lang="en-US" dirty="0"/>
              <a:t>Click to edit master title style</a:t>
            </a:r>
          </a:p>
        </p:txBody>
      </p:sp>
      <p:sp>
        <p:nvSpPr>
          <p:cNvPr id="6" name="Text Placeholder 12">
            <a:extLst>
              <a:ext uri="{FF2B5EF4-FFF2-40B4-BE49-F238E27FC236}">
                <a16:creationId xmlns:a16="http://schemas.microsoft.com/office/drawing/2014/main" id="{6BF77F50-FF69-F745-9C81-909B1AC99F8F}"/>
              </a:ext>
            </a:extLst>
          </p:cNvPr>
          <p:cNvSpPr>
            <a:spLocks noGrp="1"/>
          </p:cNvSpPr>
          <p:nvPr>
            <p:ph type="body" sz="quarter" idx="16"/>
          </p:nvPr>
        </p:nvSpPr>
        <p:spPr>
          <a:xfrm>
            <a:off x="640079" y="2286000"/>
            <a:ext cx="3421283" cy="338328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BB5A3E20-019D-2C42-AFEF-330CB424D5FB}"/>
              </a:ext>
            </a:extLst>
          </p:cNvPr>
          <p:cNvCxnSpPr>
            <a:cxnSpLocks/>
          </p:cNvCxnSpPr>
          <p:nvPr userDrawn="1"/>
        </p:nvCxnSpPr>
        <p:spPr>
          <a:xfrm>
            <a:off x="5956823" y="1696933"/>
            <a:ext cx="5761045" cy="3208"/>
          </a:xfrm>
          <a:prstGeom prst="line">
            <a:avLst/>
          </a:prstGeom>
          <a:ln w="15875">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15" name="Text Placeholder 12">
            <a:extLst>
              <a:ext uri="{FF2B5EF4-FFF2-40B4-BE49-F238E27FC236}">
                <a16:creationId xmlns:a16="http://schemas.microsoft.com/office/drawing/2014/main" id="{DF693066-50A3-AF4F-B529-429910491174}"/>
              </a:ext>
            </a:extLst>
          </p:cNvPr>
          <p:cNvSpPr>
            <a:spLocks noGrp="1"/>
          </p:cNvSpPr>
          <p:nvPr>
            <p:ph type="body" sz="quarter" idx="22"/>
          </p:nvPr>
        </p:nvSpPr>
        <p:spPr>
          <a:xfrm>
            <a:off x="6214940" y="576384"/>
            <a:ext cx="3276922" cy="791511"/>
          </a:xfrm>
        </p:spPr>
        <p:txBody>
          <a:bodyPr/>
          <a:lstStyle>
            <a:lvl1pPr>
              <a:defRPr sz="1197">
                <a:solidFill>
                  <a:schemeClr val="bg2">
                    <a:lumMod val="10000"/>
                  </a:schemeClr>
                </a:solidFill>
              </a:defRPr>
            </a:lvl1pPr>
            <a:lvl2pPr marL="273634" indent="0">
              <a:buNone/>
              <a:defRPr sz="1197">
                <a:solidFill>
                  <a:schemeClr val="bg2">
                    <a:lumMod val="10000"/>
                  </a:schemeClr>
                </a:solidFill>
              </a:defRPr>
            </a:lvl2pPr>
            <a:lvl3pPr>
              <a:defRPr sz="1197">
                <a:solidFill>
                  <a:schemeClr val="bg2">
                    <a:lumMod val="10000"/>
                  </a:schemeClr>
                </a:solidFill>
              </a:defRPr>
            </a:lvl3pPr>
            <a:lvl4pPr>
              <a:defRPr sz="1197">
                <a:solidFill>
                  <a:schemeClr val="bg2">
                    <a:lumMod val="10000"/>
                  </a:schemeClr>
                </a:solidFill>
              </a:defRPr>
            </a:lvl4pPr>
            <a:lvl5pPr>
              <a:defRPr sz="1197">
                <a:solidFill>
                  <a:schemeClr val="bg2">
                    <a:lumMod val="10000"/>
                  </a:schemeClr>
                </a:solidFill>
              </a:defRPr>
            </a:lvl5pPr>
          </a:lstStyle>
          <a:p>
            <a:pPr lvl="0"/>
            <a:r>
              <a:rPr lang="en-US" dirty="0"/>
              <a:t>Click to edit Master text styles</a:t>
            </a:r>
          </a:p>
          <a:p>
            <a:pPr lvl="1"/>
            <a:endParaRPr lang="en-US" dirty="0"/>
          </a:p>
        </p:txBody>
      </p:sp>
      <p:sp>
        <p:nvSpPr>
          <p:cNvPr id="16" name="Text Placeholder 21">
            <a:extLst>
              <a:ext uri="{FF2B5EF4-FFF2-40B4-BE49-F238E27FC236}">
                <a16:creationId xmlns:a16="http://schemas.microsoft.com/office/drawing/2014/main" id="{7FF2228D-08B9-354A-897F-D47F353959D6}"/>
              </a:ext>
            </a:extLst>
          </p:cNvPr>
          <p:cNvSpPr>
            <a:spLocks noGrp="1"/>
          </p:cNvSpPr>
          <p:nvPr>
            <p:ph type="body" sz="quarter" idx="23"/>
          </p:nvPr>
        </p:nvSpPr>
        <p:spPr>
          <a:xfrm>
            <a:off x="6214941" y="327443"/>
            <a:ext cx="2957413" cy="206870"/>
          </a:xfrm>
        </p:spPr>
        <p:txBody>
          <a:bodyPr/>
          <a:lstStyle>
            <a:lvl1pPr marL="0" indent="0">
              <a:buNone/>
              <a:defRPr sz="1097" b="1" cap="all" spc="299" baseline="0">
                <a:solidFill>
                  <a:schemeClr val="tx2"/>
                </a:solidFill>
              </a:defRPr>
            </a:lvl1pPr>
          </a:lstStyle>
          <a:p>
            <a:pPr lvl="0"/>
            <a:endParaRPr lang="en-US" dirty="0"/>
          </a:p>
        </p:txBody>
      </p:sp>
      <p:sp>
        <p:nvSpPr>
          <p:cNvPr id="21" name="Picture Placeholder 14">
            <a:extLst>
              <a:ext uri="{FF2B5EF4-FFF2-40B4-BE49-F238E27FC236}">
                <a16:creationId xmlns:a16="http://schemas.microsoft.com/office/drawing/2014/main" id="{EBAC41DB-A380-1048-B942-42003094E1C0}"/>
              </a:ext>
            </a:extLst>
          </p:cNvPr>
          <p:cNvSpPr>
            <a:spLocks noGrp="1"/>
          </p:cNvSpPr>
          <p:nvPr>
            <p:ph type="pic" sz="quarter" idx="28" hasCustomPrompt="1"/>
          </p:nvPr>
        </p:nvSpPr>
        <p:spPr>
          <a:xfrm flipH="1">
            <a:off x="4256602" y="2"/>
            <a:ext cx="1690298" cy="1719073"/>
          </a:xfrm>
          <a:solidFill>
            <a:schemeClr val="bg1">
              <a:lumMod val="95000"/>
            </a:schemeClr>
          </a:solidFill>
        </p:spPr>
        <p:txBody>
          <a:bodyPr/>
          <a:lstStyle/>
          <a:p>
            <a:r>
              <a:rPr lang="en-US" dirty="0"/>
              <a:t> </a:t>
            </a:r>
          </a:p>
        </p:txBody>
      </p:sp>
      <p:sp>
        <p:nvSpPr>
          <p:cNvPr id="24" name="Picture Placeholder 14">
            <a:extLst>
              <a:ext uri="{FF2B5EF4-FFF2-40B4-BE49-F238E27FC236}">
                <a16:creationId xmlns:a16="http://schemas.microsoft.com/office/drawing/2014/main" id="{FCF445D3-CCD1-3943-9B94-6F25A0515F78}"/>
              </a:ext>
            </a:extLst>
          </p:cNvPr>
          <p:cNvSpPr>
            <a:spLocks noGrp="1"/>
          </p:cNvSpPr>
          <p:nvPr>
            <p:ph type="pic" sz="quarter" idx="29" hasCustomPrompt="1"/>
          </p:nvPr>
        </p:nvSpPr>
        <p:spPr>
          <a:xfrm flipH="1">
            <a:off x="4256602" y="1703779"/>
            <a:ext cx="1690298" cy="1719073"/>
          </a:xfrm>
          <a:solidFill>
            <a:schemeClr val="bg1">
              <a:lumMod val="95000"/>
            </a:schemeClr>
          </a:solidFill>
        </p:spPr>
        <p:txBody>
          <a:bodyPr/>
          <a:lstStyle/>
          <a:p>
            <a:r>
              <a:rPr lang="en-US" dirty="0"/>
              <a:t> </a:t>
            </a:r>
          </a:p>
        </p:txBody>
      </p:sp>
      <p:sp>
        <p:nvSpPr>
          <p:cNvPr id="25" name="Picture Placeholder 14">
            <a:extLst>
              <a:ext uri="{FF2B5EF4-FFF2-40B4-BE49-F238E27FC236}">
                <a16:creationId xmlns:a16="http://schemas.microsoft.com/office/drawing/2014/main" id="{300CCBEC-8E48-C941-AA6B-53C13DB8B830}"/>
              </a:ext>
            </a:extLst>
          </p:cNvPr>
          <p:cNvSpPr>
            <a:spLocks noGrp="1"/>
          </p:cNvSpPr>
          <p:nvPr>
            <p:ph type="pic" sz="quarter" idx="30" hasCustomPrompt="1"/>
          </p:nvPr>
        </p:nvSpPr>
        <p:spPr>
          <a:xfrm flipH="1">
            <a:off x="4256602" y="3426141"/>
            <a:ext cx="1690298" cy="1719073"/>
          </a:xfrm>
          <a:solidFill>
            <a:schemeClr val="bg1">
              <a:lumMod val="95000"/>
            </a:schemeClr>
          </a:solidFill>
        </p:spPr>
        <p:txBody>
          <a:bodyPr/>
          <a:lstStyle/>
          <a:p>
            <a:r>
              <a:rPr lang="en-US" dirty="0"/>
              <a:t> </a:t>
            </a:r>
          </a:p>
        </p:txBody>
      </p:sp>
      <p:sp>
        <p:nvSpPr>
          <p:cNvPr id="26" name="Picture Placeholder 14">
            <a:extLst>
              <a:ext uri="{FF2B5EF4-FFF2-40B4-BE49-F238E27FC236}">
                <a16:creationId xmlns:a16="http://schemas.microsoft.com/office/drawing/2014/main" id="{3284484E-B0C7-1347-AA42-4EE5E93117D0}"/>
              </a:ext>
            </a:extLst>
          </p:cNvPr>
          <p:cNvSpPr>
            <a:spLocks noGrp="1"/>
          </p:cNvSpPr>
          <p:nvPr>
            <p:ph type="pic" sz="quarter" idx="31" hasCustomPrompt="1"/>
          </p:nvPr>
        </p:nvSpPr>
        <p:spPr>
          <a:xfrm flipH="1">
            <a:off x="4256602" y="5148503"/>
            <a:ext cx="1690298" cy="1719073"/>
          </a:xfrm>
          <a:solidFill>
            <a:schemeClr val="bg1">
              <a:lumMod val="95000"/>
            </a:schemeClr>
          </a:solidFill>
        </p:spPr>
        <p:txBody>
          <a:bodyPr/>
          <a:lstStyle/>
          <a:p>
            <a:r>
              <a:rPr lang="en-US" dirty="0"/>
              <a:t> </a:t>
            </a:r>
          </a:p>
        </p:txBody>
      </p:sp>
      <p:sp>
        <p:nvSpPr>
          <p:cNvPr id="27" name="Text Placeholder 12">
            <a:extLst>
              <a:ext uri="{FF2B5EF4-FFF2-40B4-BE49-F238E27FC236}">
                <a16:creationId xmlns:a16="http://schemas.microsoft.com/office/drawing/2014/main" id="{31D86097-06A0-8D43-935E-0A413328CED0}"/>
              </a:ext>
            </a:extLst>
          </p:cNvPr>
          <p:cNvSpPr>
            <a:spLocks noGrp="1"/>
          </p:cNvSpPr>
          <p:nvPr>
            <p:ph type="body" sz="quarter" idx="32"/>
          </p:nvPr>
        </p:nvSpPr>
        <p:spPr>
          <a:xfrm>
            <a:off x="9636223" y="327445"/>
            <a:ext cx="1956778" cy="1139159"/>
          </a:xfrm>
        </p:spPr>
        <p:txBody>
          <a:bodyPr/>
          <a:lstStyle>
            <a:lvl1pPr>
              <a:defRPr sz="1197">
                <a:solidFill>
                  <a:schemeClr val="tx1">
                    <a:lumMod val="60000"/>
                    <a:lumOff val="40000"/>
                  </a:schemeClr>
                </a:solidFill>
              </a:defRPr>
            </a:lvl1pPr>
            <a:lvl2pPr marL="273634" indent="0">
              <a:buNone/>
              <a:defRPr sz="1197">
                <a:solidFill>
                  <a:schemeClr val="tx1">
                    <a:lumMod val="60000"/>
                    <a:lumOff val="40000"/>
                  </a:schemeClr>
                </a:solidFill>
              </a:defRPr>
            </a:lvl2pPr>
            <a:lvl3pPr>
              <a:defRPr sz="1197">
                <a:solidFill>
                  <a:schemeClr val="bg2">
                    <a:lumMod val="10000"/>
                  </a:schemeClr>
                </a:solidFill>
              </a:defRPr>
            </a:lvl3pPr>
            <a:lvl4pPr>
              <a:defRPr sz="1197">
                <a:solidFill>
                  <a:schemeClr val="bg2">
                    <a:lumMod val="10000"/>
                  </a:schemeClr>
                </a:solidFill>
              </a:defRPr>
            </a:lvl4pPr>
            <a:lvl5pPr>
              <a:defRPr sz="1197">
                <a:solidFill>
                  <a:schemeClr val="bg2">
                    <a:lumMod val="10000"/>
                  </a:schemeClr>
                </a:solidFill>
              </a:defRPr>
            </a:lvl5pPr>
          </a:lstStyle>
          <a:p>
            <a:pPr lvl="0"/>
            <a:r>
              <a:rPr lang="en-US" dirty="0"/>
              <a:t>Click to edit Master text styles</a:t>
            </a:r>
          </a:p>
          <a:p>
            <a:pPr lvl="1"/>
            <a:endParaRPr lang="en-US" dirty="0"/>
          </a:p>
        </p:txBody>
      </p:sp>
      <p:cxnSp>
        <p:nvCxnSpPr>
          <p:cNvPr id="28" name="Straight Connector 27">
            <a:extLst>
              <a:ext uri="{FF2B5EF4-FFF2-40B4-BE49-F238E27FC236}">
                <a16:creationId xmlns:a16="http://schemas.microsoft.com/office/drawing/2014/main" id="{3D7B3CBE-D299-C744-A077-64600241A96C}"/>
              </a:ext>
            </a:extLst>
          </p:cNvPr>
          <p:cNvCxnSpPr>
            <a:cxnSpLocks/>
          </p:cNvCxnSpPr>
          <p:nvPr userDrawn="1"/>
        </p:nvCxnSpPr>
        <p:spPr>
          <a:xfrm>
            <a:off x="5956823" y="3419509"/>
            <a:ext cx="5761045" cy="3208"/>
          </a:xfrm>
          <a:prstGeom prst="line">
            <a:avLst/>
          </a:prstGeom>
          <a:ln w="15875">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31DF68D3-B7B2-7148-9A96-04280DB7F729}"/>
              </a:ext>
            </a:extLst>
          </p:cNvPr>
          <p:cNvCxnSpPr>
            <a:cxnSpLocks/>
          </p:cNvCxnSpPr>
          <p:nvPr userDrawn="1"/>
        </p:nvCxnSpPr>
        <p:spPr>
          <a:xfrm>
            <a:off x="5956823" y="5145293"/>
            <a:ext cx="5761045" cy="3208"/>
          </a:xfrm>
          <a:prstGeom prst="line">
            <a:avLst/>
          </a:prstGeom>
          <a:ln w="15875">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30" name="Text Placeholder 12">
            <a:extLst>
              <a:ext uri="{FF2B5EF4-FFF2-40B4-BE49-F238E27FC236}">
                <a16:creationId xmlns:a16="http://schemas.microsoft.com/office/drawing/2014/main" id="{2456B79F-E9E7-5A44-BD77-ECE549E30F54}"/>
              </a:ext>
            </a:extLst>
          </p:cNvPr>
          <p:cNvSpPr>
            <a:spLocks noGrp="1"/>
          </p:cNvSpPr>
          <p:nvPr>
            <p:ph type="body" sz="quarter" idx="33"/>
          </p:nvPr>
        </p:nvSpPr>
        <p:spPr>
          <a:xfrm>
            <a:off x="6214940" y="2235979"/>
            <a:ext cx="3276922" cy="791511"/>
          </a:xfrm>
        </p:spPr>
        <p:txBody>
          <a:bodyPr/>
          <a:lstStyle>
            <a:lvl1pPr>
              <a:defRPr sz="1197">
                <a:solidFill>
                  <a:schemeClr val="bg2">
                    <a:lumMod val="10000"/>
                  </a:schemeClr>
                </a:solidFill>
              </a:defRPr>
            </a:lvl1pPr>
            <a:lvl2pPr marL="273634" indent="0">
              <a:buNone/>
              <a:defRPr sz="1197">
                <a:solidFill>
                  <a:schemeClr val="bg2">
                    <a:lumMod val="10000"/>
                  </a:schemeClr>
                </a:solidFill>
              </a:defRPr>
            </a:lvl2pPr>
            <a:lvl3pPr>
              <a:defRPr sz="1197">
                <a:solidFill>
                  <a:schemeClr val="bg2">
                    <a:lumMod val="10000"/>
                  </a:schemeClr>
                </a:solidFill>
              </a:defRPr>
            </a:lvl3pPr>
            <a:lvl4pPr>
              <a:defRPr sz="1197">
                <a:solidFill>
                  <a:schemeClr val="bg2">
                    <a:lumMod val="10000"/>
                  </a:schemeClr>
                </a:solidFill>
              </a:defRPr>
            </a:lvl4pPr>
            <a:lvl5pPr>
              <a:defRPr sz="1197">
                <a:solidFill>
                  <a:schemeClr val="bg2">
                    <a:lumMod val="10000"/>
                  </a:schemeClr>
                </a:solidFill>
              </a:defRPr>
            </a:lvl5pPr>
          </a:lstStyle>
          <a:p>
            <a:pPr lvl="0"/>
            <a:r>
              <a:rPr lang="en-US" dirty="0"/>
              <a:t>Click to edit Master text styles</a:t>
            </a:r>
          </a:p>
          <a:p>
            <a:pPr lvl="1"/>
            <a:endParaRPr lang="en-US" dirty="0"/>
          </a:p>
        </p:txBody>
      </p:sp>
      <p:sp>
        <p:nvSpPr>
          <p:cNvPr id="31" name="Text Placeholder 21">
            <a:extLst>
              <a:ext uri="{FF2B5EF4-FFF2-40B4-BE49-F238E27FC236}">
                <a16:creationId xmlns:a16="http://schemas.microsoft.com/office/drawing/2014/main" id="{2E8A5A26-DBED-474C-9178-8E6DF233F2A4}"/>
              </a:ext>
            </a:extLst>
          </p:cNvPr>
          <p:cNvSpPr>
            <a:spLocks noGrp="1"/>
          </p:cNvSpPr>
          <p:nvPr>
            <p:ph type="body" sz="quarter" idx="34"/>
          </p:nvPr>
        </p:nvSpPr>
        <p:spPr>
          <a:xfrm>
            <a:off x="6214941" y="1987038"/>
            <a:ext cx="2957413" cy="206870"/>
          </a:xfrm>
        </p:spPr>
        <p:txBody>
          <a:bodyPr/>
          <a:lstStyle>
            <a:lvl1pPr marL="0" indent="0">
              <a:buNone/>
              <a:defRPr sz="1097" b="1" cap="all" spc="299" baseline="0">
                <a:solidFill>
                  <a:schemeClr val="tx2"/>
                </a:solidFill>
              </a:defRPr>
            </a:lvl1pPr>
          </a:lstStyle>
          <a:p>
            <a:pPr lvl="0"/>
            <a:endParaRPr lang="en-US" dirty="0"/>
          </a:p>
        </p:txBody>
      </p:sp>
      <p:sp>
        <p:nvSpPr>
          <p:cNvPr id="32" name="Text Placeholder 12">
            <a:extLst>
              <a:ext uri="{FF2B5EF4-FFF2-40B4-BE49-F238E27FC236}">
                <a16:creationId xmlns:a16="http://schemas.microsoft.com/office/drawing/2014/main" id="{7CBCE3FC-E2D3-7640-AAE8-8F7072EA0476}"/>
              </a:ext>
            </a:extLst>
          </p:cNvPr>
          <p:cNvSpPr>
            <a:spLocks noGrp="1"/>
          </p:cNvSpPr>
          <p:nvPr>
            <p:ph type="body" sz="quarter" idx="35"/>
          </p:nvPr>
        </p:nvSpPr>
        <p:spPr>
          <a:xfrm>
            <a:off x="9636223" y="1987040"/>
            <a:ext cx="1956778" cy="1139159"/>
          </a:xfrm>
        </p:spPr>
        <p:txBody>
          <a:bodyPr/>
          <a:lstStyle>
            <a:lvl1pPr>
              <a:defRPr sz="1197">
                <a:solidFill>
                  <a:schemeClr val="tx1">
                    <a:lumMod val="60000"/>
                    <a:lumOff val="40000"/>
                  </a:schemeClr>
                </a:solidFill>
              </a:defRPr>
            </a:lvl1pPr>
            <a:lvl2pPr marL="273634" indent="0">
              <a:buNone/>
              <a:defRPr sz="1197">
                <a:solidFill>
                  <a:schemeClr val="tx1">
                    <a:lumMod val="60000"/>
                    <a:lumOff val="40000"/>
                  </a:schemeClr>
                </a:solidFill>
              </a:defRPr>
            </a:lvl2pPr>
            <a:lvl3pPr>
              <a:defRPr sz="1197">
                <a:solidFill>
                  <a:schemeClr val="bg2">
                    <a:lumMod val="10000"/>
                  </a:schemeClr>
                </a:solidFill>
              </a:defRPr>
            </a:lvl3pPr>
            <a:lvl4pPr>
              <a:defRPr sz="1197">
                <a:solidFill>
                  <a:schemeClr val="bg2">
                    <a:lumMod val="10000"/>
                  </a:schemeClr>
                </a:solidFill>
              </a:defRPr>
            </a:lvl4pPr>
            <a:lvl5pPr>
              <a:defRPr sz="1197">
                <a:solidFill>
                  <a:schemeClr val="bg2">
                    <a:lumMod val="10000"/>
                  </a:schemeClr>
                </a:solidFill>
              </a:defRPr>
            </a:lvl5pPr>
          </a:lstStyle>
          <a:p>
            <a:pPr lvl="0"/>
            <a:r>
              <a:rPr lang="en-US" dirty="0"/>
              <a:t>Click to edit Master text styles</a:t>
            </a:r>
          </a:p>
          <a:p>
            <a:pPr lvl="1"/>
            <a:endParaRPr lang="en-US" dirty="0"/>
          </a:p>
        </p:txBody>
      </p:sp>
      <p:sp>
        <p:nvSpPr>
          <p:cNvPr id="33" name="Text Placeholder 12">
            <a:extLst>
              <a:ext uri="{FF2B5EF4-FFF2-40B4-BE49-F238E27FC236}">
                <a16:creationId xmlns:a16="http://schemas.microsoft.com/office/drawing/2014/main" id="{5BDA9359-3539-3343-9240-FB8355A2D79C}"/>
              </a:ext>
            </a:extLst>
          </p:cNvPr>
          <p:cNvSpPr>
            <a:spLocks noGrp="1"/>
          </p:cNvSpPr>
          <p:nvPr>
            <p:ph type="body" sz="quarter" idx="36"/>
          </p:nvPr>
        </p:nvSpPr>
        <p:spPr>
          <a:xfrm>
            <a:off x="6214940" y="3955347"/>
            <a:ext cx="3276922" cy="791511"/>
          </a:xfrm>
        </p:spPr>
        <p:txBody>
          <a:bodyPr/>
          <a:lstStyle>
            <a:lvl1pPr>
              <a:defRPr sz="1197">
                <a:solidFill>
                  <a:schemeClr val="bg2">
                    <a:lumMod val="10000"/>
                  </a:schemeClr>
                </a:solidFill>
              </a:defRPr>
            </a:lvl1pPr>
            <a:lvl2pPr marL="273634" indent="0">
              <a:buNone/>
              <a:defRPr sz="1197">
                <a:solidFill>
                  <a:schemeClr val="bg2">
                    <a:lumMod val="10000"/>
                  </a:schemeClr>
                </a:solidFill>
              </a:defRPr>
            </a:lvl2pPr>
            <a:lvl3pPr>
              <a:defRPr sz="1197">
                <a:solidFill>
                  <a:schemeClr val="bg2">
                    <a:lumMod val="10000"/>
                  </a:schemeClr>
                </a:solidFill>
              </a:defRPr>
            </a:lvl3pPr>
            <a:lvl4pPr>
              <a:defRPr sz="1197">
                <a:solidFill>
                  <a:schemeClr val="bg2">
                    <a:lumMod val="10000"/>
                  </a:schemeClr>
                </a:solidFill>
              </a:defRPr>
            </a:lvl4pPr>
            <a:lvl5pPr>
              <a:defRPr sz="1197">
                <a:solidFill>
                  <a:schemeClr val="bg2">
                    <a:lumMod val="10000"/>
                  </a:schemeClr>
                </a:solidFill>
              </a:defRPr>
            </a:lvl5pPr>
          </a:lstStyle>
          <a:p>
            <a:pPr lvl="0"/>
            <a:r>
              <a:rPr lang="en-US" dirty="0"/>
              <a:t>Click to edit Master text styles</a:t>
            </a:r>
          </a:p>
          <a:p>
            <a:pPr lvl="1"/>
            <a:endParaRPr lang="en-US" dirty="0"/>
          </a:p>
        </p:txBody>
      </p:sp>
      <p:sp>
        <p:nvSpPr>
          <p:cNvPr id="34" name="Text Placeholder 21">
            <a:extLst>
              <a:ext uri="{FF2B5EF4-FFF2-40B4-BE49-F238E27FC236}">
                <a16:creationId xmlns:a16="http://schemas.microsoft.com/office/drawing/2014/main" id="{77320BA2-ACFC-DB4A-8836-EEFC91785886}"/>
              </a:ext>
            </a:extLst>
          </p:cNvPr>
          <p:cNvSpPr>
            <a:spLocks noGrp="1"/>
          </p:cNvSpPr>
          <p:nvPr>
            <p:ph type="body" sz="quarter" idx="37"/>
          </p:nvPr>
        </p:nvSpPr>
        <p:spPr>
          <a:xfrm>
            <a:off x="6214941" y="3706406"/>
            <a:ext cx="2957413" cy="206870"/>
          </a:xfrm>
        </p:spPr>
        <p:txBody>
          <a:bodyPr/>
          <a:lstStyle>
            <a:lvl1pPr marL="0" indent="0">
              <a:buNone/>
              <a:defRPr sz="1097" b="1" cap="all" spc="299" baseline="0">
                <a:solidFill>
                  <a:schemeClr val="tx2"/>
                </a:solidFill>
              </a:defRPr>
            </a:lvl1pPr>
          </a:lstStyle>
          <a:p>
            <a:pPr lvl="0"/>
            <a:endParaRPr lang="en-US" dirty="0"/>
          </a:p>
        </p:txBody>
      </p:sp>
      <p:sp>
        <p:nvSpPr>
          <p:cNvPr id="35" name="Text Placeholder 12">
            <a:extLst>
              <a:ext uri="{FF2B5EF4-FFF2-40B4-BE49-F238E27FC236}">
                <a16:creationId xmlns:a16="http://schemas.microsoft.com/office/drawing/2014/main" id="{B1CC1B26-B0AD-1045-8E17-3103A29444C1}"/>
              </a:ext>
            </a:extLst>
          </p:cNvPr>
          <p:cNvSpPr>
            <a:spLocks noGrp="1"/>
          </p:cNvSpPr>
          <p:nvPr>
            <p:ph type="body" sz="quarter" idx="38"/>
          </p:nvPr>
        </p:nvSpPr>
        <p:spPr>
          <a:xfrm>
            <a:off x="9636223" y="3706408"/>
            <a:ext cx="1956778" cy="1139159"/>
          </a:xfrm>
        </p:spPr>
        <p:txBody>
          <a:bodyPr/>
          <a:lstStyle>
            <a:lvl1pPr>
              <a:defRPr sz="1197">
                <a:solidFill>
                  <a:schemeClr val="tx1">
                    <a:lumMod val="60000"/>
                    <a:lumOff val="40000"/>
                  </a:schemeClr>
                </a:solidFill>
              </a:defRPr>
            </a:lvl1pPr>
            <a:lvl2pPr marL="273634" indent="0">
              <a:buNone/>
              <a:defRPr sz="1197">
                <a:solidFill>
                  <a:schemeClr val="tx1">
                    <a:lumMod val="60000"/>
                    <a:lumOff val="40000"/>
                  </a:schemeClr>
                </a:solidFill>
              </a:defRPr>
            </a:lvl2pPr>
            <a:lvl3pPr>
              <a:defRPr sz="1197">
                <a:solidFill>
                  <a:schemeClr val="bg2">
                    <a:lumMod val="10000"/>
                  </a:schemeClr>
                </a:solidFill>
              </a:defRPr>
            </a:lvl3pPr>
            <a:lvl4pPr>
              <a:defRPr sz="1197">
                <a:solidFill>
                  <a:schemeClr val="bg2">
                    <a:lumMod val="10000"/>
                  </a:schemeClr>
                </a:solidFill>
              </a:defRPr>
            </a:lvl4pPr>
            <a:lvl5pPr>
              <a:defRPr sz="1197">
                <a:solidFill>
                  <a:schemeClr val="bg2">
                    <a:lumMod val="10000"/>
                  </a:schemeClr>
                </a:solidFill>
              </a:defRPr>
            </a:lvl5pPr>
          </a:lstStyle>
          <a:p>
            <a:pPr lvl="0"/>
            <a:r>
              <a:rPr lang="en-US" dirty="0"/>
              <a:t>Click to edit Master text styles</a:t>
            </a:r>
          </a:p>
          <a:p>
            <a:pPr lvl="1"/>
            <a:endParaRPr lang="en-US" dirty="0"/>
          </a:p>
        </p:txBody>
      </p:sp>
      <p:sp>
        <p:nvSpPr>
          <p:cNvPr id="36" name="Text Placeholder 12">
            <a:extLst>
              <a:ext uri="{FF2B5EF4-FFF2-40B4-BE49-F238E27FC236}">
                <a16:creationId xmlns:a16="http://schemas.microsoft.com/office/drawing/2014/main" id="{991D9F34-EFE5-B745-BAF2-F56B64ED2493}"/>
              </a:ext>
            </a:extLst>
          </p:cNvPr>
          <p:cNvSpPr>
            <a:spLocks noGrp="1"/>
          </p:cNvSpPr>
          <p:nvPr>
            <p:ph type="body" sz="quarter" idx="39"/>
          </p:nvPr>
        </p:nvSpPr>
        <p:spPr>
          <a:xfrm>
            <a:off x="6214940" y="5693962"/>
            <a:ext cx="3276922" cy="791511"/>
          </a:xfrm>
        </p:spPr>
        <p:txBody>
          <a:bodyPr/>
          <a:lstStyle>
            <a:lvl1pPr>
              <a:defRPr sz="1197">
                <a:solidFill>
                  <a:schemeClr val="bg2">
                    <a:lumMod val="10000"/>
                  </a:schemeClr>
                </a:solidFill>
              </a:defRPr>
            </a:lvl1pPr>
            <a:lvl2pPr marL="273634" indent="0">
              <a:buNone/>
              <a:defRPr sz="1197">
                <a:solidFill>
                  <a:schemeClr val="bg2">
                    <a:lumMod val="10000"/>
                  </a:schemeClr>
                </a:solidFill>
              </a:defRPr>
            </a:lvl2pPr>
            <a:lvl3pPr>
              <a:defRPr sz="1197">
                <a:solidFill>
                  <a:schemeClr val="bg2">
                    <a:lumMod val="10000"/>
                  </a:schemeClr>
                </a:solidFill>
              </a:defRPr>
            </a:lvl3pPr>
            <a:lvl4pPr>
              <a:defRPr sz="1197">
                <a:solidFill>
                  <a:schemeClr val="bg2">
                    <a:lumMod val="10000"/>
                  </a:schemeClr>
                </a:solidFill>
              </a:defRPr>
            </a:lvl4pPr>
            <a:lvl5pPr>
              <a:defRPr sz="1197">
                <a:solidFill>
                  <a:schemeClr val="bg2">
                    <a:lumMod val="10000"/>
                  </a:schemeClr>
                </a:solidFill>
              </a:defRPr>
            </a:lvl5pPr>
          </a:lstStyle>
          <a:p>
            <a:pPr lvl="0"/>
            <a:r>
              <a:rPr lang="en-US" dirty="0"/>
              <a:t>Click to edit Master text styles</a:t>
            </a:r>
          </a:p>
          <a:p>
            <a:pPr lvl="1"/>
            <a:endParaRPr lang="en-US" dirty="0"/>
          </a:p>
        </p:txBody>
      </p:sp>
      <p:sp>
        <p:nvSpPr>
          <p:cNvPr id="37" name="Text Placeholder 21">
            <a:extLst>
              <a:ext uri="{FF2B5EF4-FFF2-40B4-BE49-F238E27FC236}">
                <a16:creationId xmlns:a16="http://schemas.microsoft.com/office/drawing/2014/main" id="{D1DFE986-89BE-EF4D-9BAA-2B71D257CA1F}"/>
              </a:ext>
            </a:extLst>
          </p:cNvPr>
          <p:cNvSpPr>
            <a:spLocks noGrp="1"/>
          </p:cNvSpPr>
          <p:nvPr>
            <p:ph type="body" sz="quarter" idx="40"/>
          </p:nvPr>
        </p:nvSpPr>
        <p:spPr>
          <a:xfrm>
            <a:off x="6214941" y="5445021"/>
            <a:ext cx="2957413" cy="206870"/>
          </a:xfrm>
        </p:spPr>
        <p:txBody>
          <a:bodyPr/>
          <a:lstStyle>
            <a:lvl1pPr marL="0" indent="0">
              <a:buNone/>
              <a:defRPr sz="1097" b="1" cap="all" spc="299" baseline="0">
                <a:solidFill>
                  <a:schemeClr val="tx2"/>
                </a:solidFill>
              </a:defRPr>
            </a:lvl1pPr>
          </a:lstStyle>
          <a:p>
            <a:pPr lvl="0"/>
            <a:endParaRPr lang="en-US" dirty="0"/>
          </a:p>
        </p:txBody>
      </p:sp>
      <p:sp>
        <p:nvSpPr>
          <p:cNvPr id="38" name="Text Placeholder 12">
            <a:extLst>
              <a:ext uri="{FF2B5EF4-FFF2-40B4-BE49-F238E27FC236}">
                <a16:creationId xmlns:a16="http://schemas.microsoft.com/office/drawing/2014/main" id="{68CEEA8D-0230-6F4B-92CB-9F768F0E9AB2}"/>
              </a:ext>
            </a:extLst>
          </p:cNvPr>
          <p:cNvSpPr>
            <a:spLocks noGrp="1"/>
          </p:cNvSpPr>
          <p:nvPr>
            <p:ph type="body" sz="quarter" idx="41"/>
          </p:nvPr>
        </p:nvSpPr>
        <p:spPr>
          <a:xfrm>
            <a:off x="9636223" y="5445023"/>
            <a:ext cx="1956778" cy="1139159"/>
          </a:xfrm>
        </p:spPr>
        <p:txBody>
          <a:bodyPr/>
          <a:lstStyle>
            <a:lvl1pPr>
              <a:defRPr sz="1197">
                <a:solidFill>
                  <a:schemeClr val="tx1">
                    <a:lumMod val="60000"/>
                    <a:lumOff val="40000"/>
                  </a:schemeClr>
                </a:solidFill>
              </a:defRPr>
            </a:lvl1pPr>
            <a:lvl2pPr marL="273634" indent="0">
              <a:buNone/>
              <a:defRPr sz="1197">
                <a:solidFill>
                  <a:schemeClr val="tx1">
                    <a:lumMod val="60000"/>
                    <a:lumOff val="40000"/>
                  </a:schemeClr>
                </a:solidFill>
              </a:defRPr>
            </a:lvl2pPr>
            <a:lvl3pPr>
              <a:defRPr sz="1197">
                <a:solidFill>
                  <a:schemeClr val="bg2">
                    <a:lumMod val="10000"/>
                  </a:schemeClr>
                </a:solidFill>
              </a:defRPr>
            </a:lvl3pPr>
            <a:lvl4pPr>
              <a:defRPr sz="1197">
                <a:solidFill>
                  <a:schemeClr val="bg2">
                    <a:lumMod val="10000"/>
                  </a:schemeClr>
                </a:solidFill>
              </a:defRPr>
            </a:lvl4pPr>
            <a:lvl5pPr>
              <a:defRPr sz="1197">
                <a:solidFill>
                  <a:schemeClr val="bg2">
                    <a:lumMod val="10000"/>
                  </a:schemeClr>
                </a:solidFill>
              </a:defRPr>
            </a:lvl5pPr>
          </a:lstStyle>
          <a:p>
            <a:pPr lvl="0"/>
            <a:r>
              <a:rPr lang="en-US" dirty="0"/>
              <a:t>Click to edit Master text styles</a:t>
            </a:r>
          </a:p>
          <a:p>
            <a:pPr lvl="1"/>
            <a:endParaRPr lang="en-US" dirty="0"/>
          </a:p>
        </p:txBody>
      </p:sp>
    </p:spTree>
    <p:extLst>
      <p:ext uri="{BB962C8B-B14F-4D97-AF65-F5344CB8AC3E}">
        <p14:creationId xmlns:p14="http://schemas.microsoft.com/office/powerpoint/2010/main" val="15033028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3 Panel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CB0C1A05-B97F-6B43-A735-36BD459FB2B4}"/>
              </a:ext>
            </a:extLst>
          </p:cNvPr>
          <p:cNvSpPr>
            <a:spLocks noGrp="1"/>
          </p:cNvSpPr>
          <p:nvPr>
            <p:ph type="body" sz="quarter" idx="14"/>
          </p:nvPr>
        </p:nvSpPr>
        <p:spPr>
          <a:xfrm>
            <a:off x="640079" y="822960"/>
            <a:ext cx="3421283" cy="206870"/>
          </a:xfrm>
        </p:spPr>
        <p:txBody>
          <a:bodyPr/>
          <a:lstStyle>
            <a:lvl1pPr marL="0" indent="0">
              <a:buNone/>
              <a:defRPr sz="1097" b="1" cap="all" spc="299" baseline="0">
                <a:solidFill>
                  <a:schemeClr val="bg1"/>
                </a:solidFill>
              </a:defRPr>
            </a:lvl1pPr>
          </a:lstStyle>
          <a:p>
            <a:pPr lvl="0"/>
            <a:endParaRPr lang="en-US" dirty="0"/>
          </a:p>
        </p:txBody>
      </p:sp>
      <p:sp>
        <p:nvSpPr>
          <p:cNvPr id="5" name="Title 1">
            <a:extLst>
              <a:ext uri="{FF2B5EF4-FFF2-40B4-BE49-F238E27FC236}">
                <a16:creationId xmlns:a16="http://schemas.microsoft.com/office/drawing/2014/main" id="{C7D1F199-03E0-5343-B17E-F3A4235376FE}"/>
              </a:ext>
            </a:extLst>
          </p:cNvPr>
          <p:cNvSpPr>
            <a:spLocks noGrp="1"/>
          </p:cNvSpPr>
          <p:nvPr>
            <p:ph type="title" hasCustomPrompt="1"/>
          </p:nvPr>
        </p:nvSpPr>
        <p:spPr>
          <a:xfrm>
            <a:off x="640079" y="1097280"/>
            <a:ext cx="3421283" cy="1121270"/>
          </a:xfrm>
        </p:spPr>
        <p:txBody>
          <a:bodyPr/>
          <a:lstStyle>
            <a:lvl1pPr>
              <a:defRPr sz="3591">
                <a:solidFill>
                  <a:schemeClr val="bg1"/>
                </a:solidFill>
              </a:defRPr>
            </a:lvl1pPr>
          </a:lstStyle>
          <a:p>
            <a:r>
              <a:rPr lang="en-US" dirty="0"/>
              <a:t>Click to edit master title style</a:t>
            </a:r>
          </a:p>
        </p:txBody>
      </p:sp>
      <p:sp>
        <p:nvSpPr>
          <p:cNvPr id="6" name="Text Placeholder 12">
            <a:extLst>
              <a:ext uri="{FF2B5EF4-FFF2-40B4-BE49-F238E27FC236}">
                <a16:creationId xmlns:a16="http://schemas.microsoft.com/office/drawing/2014/main" id="{6BF77F50-FF69-F745-9C81-909B1AC99F8F}"/>
              </a:ext>
            </a:extLst>
          </p:cNvPr>
          <p:cNvSpPr>
            <a:spLocks noGrp="1"/>
          </p:cNvSpPr>
          <p:nvPr>
            <p:ph type="body" sz="quarter" idx="16"/>
          </p:nvPr>
        </p:nvSpPr>
        <p:spPr>
          <a:xfrm>
            <a:off x="640079" y="2286000"/>
            <a:ext cx="3421283" cy="338328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4">
            <a:extLst>
              <a:ext uri="{FF2B5EF4-FFF2-40B4-BE49-F238E27FC236}">
                <a16:creationId xmlns:a16="http://schemas.microsoft.com/office/drawing/2014/main" id="{D5D3C644-517B-FD42-9F5F-8E8E400263A0}"/>
              </a:ext>
            </a:extLst>
          </p:cNvPr>
          <p:cNvSpPr>
            <a:spLocks noGrp="1"/>
          </p:cNvSpPr>
          <p:nvPr>
            <p:ph type="pic" sz="quarter" idx="19" hasCustomPrompt="1"/>
          </p:nvPr>
        </p:nvSpPr>
        <p:spPr>
          <a:xfrm>
            <a:off x="4262452" y="2"/>
            <a:ext cx="2209910" cy="2278577"/>
          </a:xfrm>
          <a:solidFill>
            <a:schemeClr val="bg1">
              <a:lumMod val="95000"/>
            </a:schemeClr>
          </a:solidFill>
        </p:spPr>
        <p:txBody>
          <a:bodyPr/>
          <a:lstStyle/>
          <a:p>
            <a:r>
              <a:rPr lang="en-US" dirty="0"/>
              <a:t> </a:t>
            </a:r>
          </a:p>
        </p:txBody>
      </p:sp>
      <p:sp>
        <p:nvSpPr>
          <p:cNvPr id="12" name="Picture Placeholder 14">
            <a:extLst>
              <a:ext uri="{FF2B5EF4-FFF2-40B4-BE49-F238E27FC236}">
                <a16:creationId xmlns:a16="http://schemas.microsoft.com/office/drawing/2014/main" id="{04E163B7-3204-6441-B4B0-9ABD5B47CD83}"/>
              </a:ext>
            </a:extLst>
          </p:cNvPr>
          <p:cNvSpPr>
            <a:spLocks noGrp="1"/>
          </p:cNvSpPr>
          <p:nvPr>
            <p:ph type="pic" sz="quarter" idx="20" hasCustomPrompt="1"/>
          </p:nvPr>
        </p:nvSpPr>
        <p:spPr>
          <a:xfrm>
            <a:off x="4262452" y="2285476"/>
            <a:ext cx="2209910" cy="2278577"/>
          </a:xfrm>
          <a:solidFill>
            <a:schemeClr val="bg1">
              <a:lumMod val="95000"/>
            </a:schemeClr>
          </a:solidFill>
        </p:spPr>
        <p:txBody>
          <a:bodyPr/>
          <a:lstStyle/>
          <a:p>
            <a:r>
              <a:rPr lang="en-US" dirty="0"/>
              <a:t> </a:t>
            </a:r>
          </a:p>
        </p:txBody>
      </p:sp>
      <p:sp>
        <p:nvSpPr>
          <p:cNvPr id="13" name="Picture Placeholder 14">
            <a:extLst>
              <a:ext uri="{FF2B5EF4-FFF2-40B4-BE49-F238E27FC236}">
                <a16:creationId xmlns:a16="http://schemas.microsoft.com/office/drawing/2014/main" id="{88AB9244-0EAA-AE45-85BC-ADB9798B6270}"/>
              </a:ext>
            </a:extLst>
          </p:cNvPr>
          <p:cNvSpPr>
            <a:spLocks noGrp="1"/>
          </p:cNvSpPr>
          <p:nvPr>
            <p:ph type="pic" sz="quarter" idx="21" hasCustomPrompt="1"/>
          </p:nvPr>
        </p:nvSpPr>
        <p:spPr>
          <a:xfrm>
            <a:off x="4262452" y="4564053"/>
            <a:ext cx="2209910" cy="2278577"/>
          </a:xfrm>
          <a:solidFill>
            <a:schemeClr val="bg1">
              <a:lumMod val="95000"/>
            </a:schemeClr>
          </a:solidFill>
        </p:spPr>
        <p:txBody>
          <a:bodyPr/>
          <a:lstStyle/>
          <a:p>
            <a:r>
              <a:rPr lang="en-US" dirty="0"/>
              <a:t> </a:t>
            </a:r>
          </a:p>
        </p:txBody>
      </p:sp>
      <p:cxnSp>
        <p:nvCxnSpPr>
          <p:cNvPr id="7" name="Straight Connector 6">
            <a:extLst>
              <a:ext uri="{FF2B5EF4-FFF2-40B4-BE49-F238E27FC236}">
                <a16:creationId xmlns:a16="http://schemas.microsoft.com/office/drawing/2014/main" id="{BB5A3E20-019D-2C42-AFEF-330CB424D5FB}"/>
              </a:ext>
            </a:extLst>
          </p:cNvPr>
          <p:cNvCxnSpPr/>
          <p:nvPr userDrawn="1"/>
        </p:nvCxnSpPr>
        <p:spPr>
          <a:xfrm>
            <a:off x="6472361" y="2278577"/>
            <a:ext cx="5120640" cy="0"/>
          </a:xfrm>
          <a:prstGeom prst="line">
            <a:avLst/>
          </a:prstGeom>
          <a:ln w="15875">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A636E26-2062-CB4A-A59E-1228686C0848}"/>
              </a:ext>
            </a:extLst>
          </p:cNvPr>
          <p:cNvCxnSpPr/>
          <p:nvPr userDrawn="1"/>
        </p:nvCxnSpPr>
        <p:spPr>
          <a:xfrm>
            <a:off x="6472361" y="4564051"/>
            <a:ext cx="5120640" cy="0"/>
          </a:xfrm>
          <a:prstGeom prst="line">
            <a:avLst/>
          </a:prstGeom>
          <a:ln w="15875">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15" name="Text Placeholder 12">
            <a:extLst>
              <a:ext uri="{FF2B5EF4-FFF2-40B4-BE49-F238E27FC236}">
                <a16:creationId xmlns:a16="http://schemas.microsoft.com/office/drawing/2014/main" id="{DF693066-50A3-AF4F-B529-429910491174}"/>
              </a:ext>
            </a:extLst>
          </p:cNvPr>
          <p:cNvSpPr>
            <a:spLocks noGrp="1"/>
          </p:cNvSpPr>
          <p:nvPr>
            <p:ph type="body" sz="quarter" idx="22"/>
          </p:nvPr>
        </p:nvSpPr>
        <p:spPr>
          <a:xfrm>
            <a:off x="6690358" y="893597"/>
            <a:ext cx="4026410" cy="1255240"/>
          </a:xfr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Text Placeholder 21">
            <a:extLst>
              <a:ext uri="{FF2B5EF4-FFF2-40B4-BE49-F238E27FC236}">
                <a16:creationId xmlns:a16="http://schemas.microsoft.com/office/drawing/2014/main" id="{7FF2228D-08B9-354A-897F-D47F353959D6}"/>
              </a:ext>
            </a:extLst>
          </p:cNvPr>
          <p:cNvSpPr>
            <a:spLocks noGrp="1"/>
          </p:cNvSpPr>
          <p:nvPr>
            <p:ph type="body" sz="quarter" idx="23"/>
          </p:nvPr>
        </p:nvSpPr>
        <p:spPr>
          <a:xfrm>
            <a:off x="6690359" y="542741"/>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17" name="Text Placeholder 12">
            <a:extLst>
              <a:ext uri="{FF2B5EF4-FFF2-40B4-BE49-F238E27FC236}">
                <a16:creationId xmlns:a16="http://schemas.microsoft.com/office/drawing/2014/main" id="{08C59EE0-372A-EA4E-B911-9A76EA7645E9}"/>
              </a:ext>
            </a:extLst>
          </p:cNvPr>
          <p:cNvSpPr>
            <a:spLocks noGrp="1"/>
          </p:cNvSpPr>
          <p:nvPr>
            <p:ph type="body" sz="quarter" idx="24"/>
          </p:nvPr>
        </p:nvSpPr>
        <p:spPr>
          <a:xfrm>
            <a:off x="6690358" y="3008950"/>
            <a:ext cx="4026410" cy="1255240"/>
          </a:xfr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21">
            <a:extLst>
              <a:ext uri="{FF2B5EF4-FFF2-40B4-BE49-F238E27FC236}">
                <a16:creationId xmlns:a16="http://schemas.microsoft.com/office/drawing/2014/main" id="{522C6B47-AAD3-1F4B-AD19-D94146C9B18E}"/>
              </a:ext>
            </a:extLst>
          </p:cNvPr>
          <p:cNvSpPr>
            <a:spLocks noGrp="1"/>
          </p:cNvSpPr>
          <p:nvPr>
            <p:ph type="body" sz="quarter" idx="25"/>
          </p:nvPr>
        </p:nvSpPr>
        <p:spPr>
          <a:xfrm>
            <a:off x="6690359" y="2658094"/>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19" name="Text Placeholder 12">
            <a:extLst>
              <a:ext uri="{FF2B5EF4-FFF2-40B4-BE49-F238E27FC236}">
                <a16:creationId xmlns:a16="http://schemas.microsoft.com/office/drawing/2014/main" id="{2695E7DF-B831-E442-8CF2-0B55ECB1C791}"/>
              </a:ext>
            </a:extLst>
          </p:cNvPr>
          <p:cNvSpPr>
            <a:spLocks noGrp="1"/>
          </p:cNvSpPr>
          <p:nvPr>
            <p:ph type="body" sz="quarter" idx="26"/>
          </p:nvPr>
        </p:nvSpPr>
        <p:spPr>
          <a:xfrm>
            <a:off x="6690358" y="5294423"/>
            <a:ext cx="4026410" cy="1255240"/>
          </a:xfr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21">
            <a:extLst>
              <a:ext uri="{FF2B5EF4-FFF2-40B4-BE49-F238E27FC236}">
                <a16:creationId xmlns:a16="http://schemas.microsoft.com/office/drawing/2014/main" id="{2D845FFA-F603-1B48-823B-DF50607CDDE3}"/>
              </a:ext>
            </a:extLst>
          </p:cNvPr>
          <p:cNvSpPr>
            <a:spLocks noGrp="1"/>
          </p:cNvSpPr>
          <p:nvPr>
            <p:ph type="body" sz="quarter" idx="27"/>
          </p:nvPr>
        </p:nvSpPr>
        <p:spPr>
          <a:xfrm>
            <a:off x="6690359" y="4943567"/>
            <a:ext cx="3421283" cy="206870"/>
          </a:xfrm>
        </p:spPr>
        <p:txBody>
          <a:bodyPr/>
          <a:lstStyle>
            <a:lvl1pPr marL="0" indent="0">
              <a:buNone/>
              <a:defRPr sz="1097" b="1" cap="all" spc="299" baseline="0">
                <a:solidFill>
                  <a:schemeClr val="tx2"/>
                </a:solidFill>
              </a:defRPr>
            </a:lvl1pPr>
          </a:lstStyle>
          <a:p>
            <a:pPr lvl="0"/>
            <a:endParaRPr lang="en-US" dirty="0"/>
          </a:p>
        </p:txBody>
      </p:sp>
    </p:spTree>
    <p:extLst>
      <p:ext uri="{BB962C8B-B14F-4D97-AF65-F5344CB8AC3E}">
        <p14:creationId xmlns:p14="http://schemas.microsoft.com/office/powerpoint/2010/main" val="203842096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Light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Content"/>
          <p:cNvSpPr>
            <a:spLocks noGrp="1"/>
          </p:cNvSpPr>
          <p:nvPr>
            <p:ph idx="1"/>
          </p:nvPr>
        </p:nvSpPr>
        <p:spPr>
          <a:xfrm>
            <a:off x="506613" y="1329002"/>
            <a:ext cx="11075678" cy="4966396"/>
          </a:xfrm>
          <a:prstGeom prst="rect">
            <a:avLst/>
          </a:prstGeom>
        </p:spPr>
        <p:txBody>
          <a:bodyPr lIns="121725" tIns="60862" rIns="121725" bIns="60862"/>
          <a:lstStyle>
            <a:lvl1pPr marL="338635" indent="-338635">
              <a:spcBef>
                <a:spcPts val="1188"/>
              </a:spcBef>
              <a:spcAft>
                <a:spcPts val="0"/>
              </a:spcAft>
              <a:buClr>
                <a:schemeClr val="tx2"/>
              </a:buClr>
              <a:buFont typeface="Arial" panose="020B0604020202020204" pitchFamily="34" charset="0"/>
              <a:buChar char="•"/>
              <a:defRPr sz="2370" b="1" i="0">
                <a:solidFill>
                  <a:schemeClr val="bg2">
                    <a:lumMod val="10000"/>
                  </a:schemeClr>
                </a:solidFill>
                <a:latin typeface="Tahoma (body)"/>
                <a:ea typeface="Tahoma" pitchFamily="34" charset="0"/>
                <a:cs typeface="Tahoma (body)"/>
              </a:defRPr>
            </a:lvl1pPr>
            <a:lvl2pPr marL="615593" indent="-289691">
              <a:spcBef>
                <a:spcPts val="1188"/>
              </a:spcBef>
              <a:spcAft>
                <a:spcPts val="0"/>
              </a:spcAft>
              <a:buClr>
                <a:schemeClr val="tx2"/>
              </a:buClr>
              <a:buFont typeface="Lucida Grande"/>
              <a:buChar char="-"/>
              <a:defRPr sz="1975">
                <a:solidFill>
                  <a:schemeClr val="bg2">
                    <a:lumMod val="10000"/>
                  </a:schemeClr>
                </a:solidFill>
                <a:latin typeface="Tahoma (body)"/>
                <a:ea typeface="Tahoma" pitchFamily="34" charset="0"/>
                <a:cs typeface="Tahoma (body)"/>
              </a:defRPr>
            </a:lvl2pPr>
            <a:lvl3pPr marL="959602" indent="-301278">
              <a:spcBef>
                <a:spcPts val="1188"/>
              </a:spcBef>
              <a:spcAft>
                <a:spcPts val="0"/>
              </a:spcAft>
              <a:buClr>
                <a:schemeClr val="tx2"/>
              </a:buClr>
              <a:buFont typeface="Lucida Grande"/>
              <a:buChar char="-"/>
              <a:defRPr sz="1975">
                <a:solidFill>
                  <a:schemeClr val="bg2">
                    <a:lumMod val="10000"/>
                  </a:schemeClr>
                </a:solidFill>
                <a:latin typeface="Tahoma (body)"/>
                <a:ea typeface="Tahoma" pitchFamily="34" charset="0"/>
                <a:cs typeface="Tahoma (body)"/>
              </a:defRPr>
            </a:lvl3pPr>
            <a:lvl4pPr marL="1294556" indent="-301278">
              <a:spcBef>
                <a:spcPts val="1188"/>
              </a:spcBef>
              <a:spcAft>
                <a:spcPts val="0"/>
              </a:spcAft>
              <a:buClr>
                <a:schemeClr val="tx2"/>
              </a:buClr>
              <a:buFont typeface="Lucida Grande"/>
              <a:buChar char="-"/>
              <a:defRPr sz="1975">
                <a:solidFill>
                  <a:schemeClr val="bg2">
                    <a:lumMod val="10000"/>
                  </a:schemeClr>
                </a:solidFill>
                <a:latin typeface="Tahoma (body)"/>
                <a:ea typeface="Tahoma" pitchFamily="34" charset="0"/>
                <a:cs typeface="Tahoma (body)"/>
              </a:defRPr>
            </a:lvl4pPr>
            <a:lvl5pPr marL="1629513" indent="-301278">
              <a:spcBef>
                <a:spcPts val="1188"/>
              </a:spcBef>
              <a:spcAft>
                <a:spcPts val="0"/>
              </a:spcAft>
              <a:buClr>
                <a:schemeClr val="tx2"/>
              </a:buClr>
              <a:buFont typeface="Lucida Grande"/>
              <a:buChar char="-"/>
              <a:defRPr sz="1779">
                <a:solidFill>
                  <a:schemeClr val="bg2">
                    <a:lumMod val="10000"/>
                  </a:schemeClr>
                </a:solidFill>
                <a:latin typeface="Tahoma (body)"/>
                <a:ea typeface="Tahoma" pitchFamily="34" charset="0"/>
                <a:cs typeface="Tahoma (body)"/>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p:cNvSpPr>
            <a:spLocks noGrp="1"/>
          </p:cNvSpPr>
          <p:nvPr>
            <p:ph type="title"/>
          </p:nvPr>
        </p:nvSpPr>
        <p:spPr>
          <a:xfrm>
            <a:off x="506614" y="0"/>
            <a:ext cx="11075678" cy="815354"/>
          </a:xfrm>
          <a:prstGeom prst="rect">
            <a:avLst/>
          </a:prstGeom>
        </p:spPr>
        <p:txBody>
          <a:bodyPr lIns="121725" tIns="60862" rIns="121725" bIns="60862" anchor="b" anchorCtr="0"/>
          <a:lstStyle>
            <a:lvl1pPr algn="l">
              <a:defRPr lang="en-US" sz="3960" b="0" i="0" cap="none" spc="-100" baseline="0" noProof="0" dirty="0">
                <a:solidFill>
                  <a:schemeClr val="tx1">
                    <a:lumMod val="50000"/>
                  </a:schemeClr>
                </a:solidFill>
                <a:latin typeface="Tahoma" panose="020B0604030504040204" pitchFamily="34" charset="0"/>
                <a:ea typeface="Tahoma" panose="020B0604030504040204" pitchFamily="34" charset="0"/>
                <a:cs typeface="Tahoma" panose="020B0604030504040204" pitchFamily="34" charset="0"/>
              </a:defRPr>
            </a:lvl1pPr>
          </a:lstStyle>
          <a:p>
            <a:pPr marL="0" lvl="0" indent="0" algn="l"/>
            <a:r>
              <a:rPr lang="en-US" noProof="0" dirty="0"/>
              <a:t>Click to edit Master title style</a:t>
            </a:r>
          </a:p>
        </p:txBody>
      </p:sp>
      <p:sp>
        <p:nvSpPr>
          <p:cNvPr id="5" name="TextBox 4">
            <a:extLst>
              <a:ext uri="{FF2B5EF4-FFF2-40B4-BE49-F238E27FC236}">
                <a16:creationId xmlns:a16="http://schemas.microsoft.com/office/drawing/2014/main" id="{F7B11559-621B-4FC6-A3AE-C51034EDC655}"/>
              </a:ext>
            </a:extLst>
          </p:cNvPr>
          <p:cNvSpPr txBox="1"/>
          <p:nvPr userDrawn="1"/>
        </p:nvSpPr>
        <p:spPr>
          <a:xfrm>
            <a:off x="5319462" y="6587511"/>
            <a:ext cx="1501395" cy="246221"/>
          </a:xfrm>
          <a:prstGeom prst="rect">
            <a:avLst/>
          </a:prstGeom>
          <a:noFill/>
        </p:spPr>
        <p:txBody>
          <a:bodyPr wrap="square" rtlCol="0">
            <a:spAutoFit/>
          </a:bodyPr>
          <a:lstStyle/>
          <a:p>
            <a:pPr marL="0" marR="0" lvl="0" indent="0" algn="ctr" defTabSz="601055" rtl="0" eaLnBrk="1" fontAlgn="base" latinLnBrk="0" hangingPunct="1">
              <a:lnSpc>
                <a:spcPct val="100000"/>
              </a:lnSpc>
              <a:spcBef>
                <a:spcPct val="0"/>
              </a:spcBef>
              <a:spcAft>
                <a:spcPct val="0"/>
              </a:spcAft>
              <a:buClrTx/>
              <a:buSzTx/>
              <a:buFontTx/>
              <a:buNone/>
              <a:tabLst/>
              <a:defRPr/>
            </a:pPr>
            <a:fld id="{75DDD321-A756-437E-B804-47E2E31E2786}" type="slidenum">
              <a:rPr kumimoji="0" lang="en-US" sz="990" b="0" i="0" u="none" strike="noStrike" kern="1200" cap="none" spc="0" normalizeH="0" baseline="0" noProof="0">
                <a:ln>
                  <a:noFill/>
                </a:ln>
                <a:solidFill>
                  <a:srgbClr val="63666A"/>
                </a:solidFill>
                <a:effectLst/>
                <a:uLnTx/>
                <a:uFillTx/>
                <a:latin typeface="Tahoma" panose="020B0604030504040204" pitchFamily="34" charset="0"/>
                <a:ea typeface="Tahoma" panose="020B0604030504040204" pitchFamily="34" charset="0"/>
                <a:cs typeface="Tahoma" panose="020B0604030504040204" pitchFamily="34" charset="0"/>
              </a:rPr>
              <a:pPr marL="0" marR="0" lvl="0" indent="0" algn="ctr" defTabSz="601055" rtl="0" eaLnBrk="1" fontAlgn="base" latinLnBrk="0" hangingPunct="1">
                <a:lnSpc>
                  <a:spcPct val="100000"/>
                </a:lnSpc>
                <a:spcBef>
                  <a:spcPct val="0"/>
                </a:spcBef>
                <a:spcAft>
                  <a:spcPct val="0"/>
                </a:spcAft>
                <a:buClrTx/>
                <a:buSzTx/>
                <a:buFontTx/>
                <a:buNone/>
                <a:tabLst/>
                <a:defRPr/>
              </a:pPr>
              <a:t>‹#›</a:t>
            </a:fld>
            <a:endParaRPr kumimoji="0" lang="en-US" sz="990" b="0" i="0" u="none" strike="noStrike" kern="1200" cap="none" spc="0" normalizeH="0" baseline="0" noProof="0" dirty="0">
              <a:ln>
                <a:noFill/>
              </a:ln>
              <a:solidFill>
                <a:srgbClr val="63666A"/>
              </a:solidFill>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0455164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Dark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Content"/>
          <p:cNvSpPr>
            <a:spLocks noGrp="1"/>
          </p:cNvSpPr>
          <p:nvPr>
            <p:ph idx="1"/>
          </p:nvPr>
        </p:nvSpPr>
        <p:spPr>
          <a:xfrm>
            <a:off x="506613" y="1329002"/>
            <a:ext cx="11075678" cy="4966396"/>
          </a:xfrm>
          <a:prstGeom prst="rect">
            <a:avLst/>
          </a:prstGeom>
        </p:spPr>
        <p:txBody>
          <a:bodyPr lIns="121725" tIns="60862" rIns="121725" bIns="60862"/>
          <a:lstStyle>
            <a:lvl1pPr marL="0" indent="0">
              <a:spcBef>
                <a:spcPts val="1200"/>
              </a:spcBef>
              <a:spcAft>
                <a:spcPts val="0"/>
              </a:spcAft>
              <a:buClrTx/>
              <a:buFont typeface="Arial"/>
              <a:buNone/>
              <a:defRPr sz="2394" b="1" i="0" spc="0">
                <a:solidFill>
                  <a:schemeClr val="bg1"/>
                </a:solidFill>
                <a:latin typeface="Tahoma (body)"/>
                <a:ea typeface="Tahoma" pitchFamily="34" charset="0"/>
                <a:cs typeface="Tahoma (body)"/>
              </a:defRPr>
            </a:lvl1pPr>
            <a:lvl2pPr marL="621788" indent="-292607">
              <a:spcBef>
                <a:spcPts val="1200"/>
              </a:spcBef>
              <a:spcAft>
                <a:spcPts val="0"/>
              </a:spcAft>
              <a:buClrTx/>
              <a:buFont typeface="Lucida Grande"/>
              <a:buChar char="-"/>
              <a:defRPr sz="1995" spc="0">
                <a:solidFill>
                  <a:schemeClr val="bg1"/>
                </a:solidFill>
                <a:latin typeface="Tahoma (body)"/>
                <a:ea typeface="Tahoma" pitchFamily="34" charset="0"/>
                <a:cs typeface="Tahoma (body)"/>
              </a:defRPr>
            </a:lvl2pPr>
            <a:lvl3pPr marL="969258" indent="-304310">
              <a:spcBef>
                <a:spcPts val="1200"/>
              </a:spcBef>
              <a:spcAft>
                <a:spcPts val="0"/>
              </a:spcAft>
              <a:buClrTx/>
              <a:buFont typeface="Lucida Grande"/>
              <a:buChar char="-"/>
              <a:defRPr sz="1995" spc="0">
                <a:solidFill>
                  <a:schemeClr val="bg1"/>
                </a:solidFill>
                <a:latin typeface="Tahoma (body)"/>
                <a:ea typeface="Tahoma" pitchFamily="34" charset="0"/>
                <a:cs typeface="Tahoma (body)"/>
              </a:defRPr>
            </a:lvl3pPr>
            <a:lvl4pPr marL="1307584" indent="-304310">
              <a:spcBef>
                <a:spcPts val="1200"/>
              </a:spcBef>
              <a:spcAft>
                <a:spcPts val="0"/>
              </a:spcAft>
              <a:buClrTx/>
              <a:buFont typeface="Lucida Grande"/>
              <a:buChar char="-"/>
              <a:defRPr sz="1995" spc="0">
                <a:solidFill>
                  <a:schemeClr val="bg1"/>
                </a:solidFill>
                <a:latin typeface="Tahoma (body)"/>
                <a:ea typeface="Tahoma" pitchFamily="34" charset="0"/>
                <a:cs typeface="Tahoma (body)"/>
              </a:defRPr>
            </a:lvl4pPr>
            <a:lvl5pPr marL="1645910" indent="-304310">
              <a:spcBef>
                <a:spcPts val="1200"/>
              </a:spcBef>
              <a:spcAft>
                <a:spcPts val="0"/>
              </a:spcAft>
              <a:buClrTx/>
              <a:buFont typeface="Lucida Grande"/>
              <a:buChar char="-"/>
              <a:defRPr sz="1795" spc="0">
                <a:solidFill>
                  <a:schemeClr val="bg1"/>
                </a:solidFill>
                <a:latin typeface="Tahoma (body)"/>
                <a:ea typeface="Tahoma" pitchFamily="34" charset="0"/>
                <a:cs typeface="Tahoma (body)"/>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p:cNvSpPr>
            <a:spLocks noGrp="1"/>
          </p:cNvSpPr>
          <p:nvPr>
            <p:ph type="title"/>
          </p:nvPr>
        </p:nvSpPr>
        <p:spPr>
          <a:xfrm>
            <a:off x="506614" y="0"/>
            <a:ext cx="11075678" cy="815354"/>
          </a:xfrm>
          <a:prstGeom prst="rect">
            <a:avLst/>
          </a:prstGeom>
        </p:spPr>
        <p:txBody>
          <a:bodyPr lIns="121725" tIns="60862" rIns="121725" bIns="60862" anchor="b" anchorCtr="0"/>
          <a:lstStyle>
            <a:lvl1pPr marL="0" indent="0" algn="l">
              <a:defRPr sz="3591" b="1" i="0" cap="none" spc="-100" baseline="0">
                <a:solidFill>
                  <a:schemeClr val="bg1"/>
                </a:solidFill>
                <a:latin typeface="+mn-lt"/>
                <a:cs typeface="Tahoma" panose="020B0604030504040204" pitchFamily="34" charset="0"/>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65527218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48_Custom Layout">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0FCAD499-10CE-3C41-8249-CA3A49DC21D5}"/>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16966"/>
            <a:ext cx="12161838" cy="6841034"/>
          </a:xfrm>
          <a:prstGeom prst="rect">
            <a:avLst/>
          </a:prstGeom>
        </p:spPr>
      </p:pic>
      <p:sp>
        <p:nvSpPr>
          <p:cNvPr id="6" name="Text Placeholder 21">
            <a:extLst>
              <a:ext uri="{FF2B5EF4-FFF2-40B4-BE49-F238E27FC236}">
                <a16:creationId xmlns:a16="http://schemas.microsoft.com/office/drawing/2014/main" id="{A9F94D66-EB82-414C-9440-9B9BDEED318C}"/>
              </a:ext>
            </a:extLst>
          </p:cNvPr>
          <p:cNvSpPr>
            <a:spLocks noGrp="1"/>
          </p:cNvSpPr>
          <p:nvPr>
            <p:ph type="body" sz="quarter" idx="14"/>
          </p:nvPr>
        </p:nvSpPr>
        <p:spPr>
          <a:xfrm>
            <a:off x="640079" y="389007"/>
            <a:ext cx="3421283" cy="206870"/>
          </a:xfrm>
        </p:spPr>
        <p:txBody>
          <a:bodyPr/>
          <a:lstStyle>
            <a:lvl1pPr marL="0" indent="0">
              <a:buNone/>
              <a:defRPr sz="1097" b="1" cap="all" spc="299" baseline="0">
                <a:solidFill>
                  <a:schemeClr val="bg1"/>
                </a:solidFill>
              </a:defRPr>
            </a:lvl1pPr>
          </a:lstStyle>
          <a:p>
            <a:pPr lvl="0"/>
            <a:endParaRPr lang="en-US" dirty="0"/>
          </a:p>
        </p:txBody>
      </p:sp>
      <p:sp>
        <p:nvSpPr>
          <p:cNvPr id="7" name="Title 1">
            <a:extLst>
              <a:ext uri="{FF2B5EF4-FFF2-40B4-BE49-F238E27FC236}">
                <a16:creationId xmlns:a16="http://schemas.microsoft.com/office/drawing/2014/main" id="{8574C733-AC33-F24C-8911-42DA1AABE51C}"/>
              </a:ext>
            </a:extLst>
          </p:cNvPr>
          <p:cNvSpPr>
            <a:spLocks noGrp="1"/>
          </p:cNvSpPr>
          <p:nvPr>
            <p:ph type="title"/>
          </p:nvPr>
        </p:nvSpPr>
        <p:spPr>
          <a:xfrm>
            <a:off x="640079" y="663327"/>
            <a:ext cx="10317224" cy="1121270"/>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20060541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50_Custom Layout">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FDC412A1-0B11-0C45-81A6-26B3D6380AC4}"/>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8483"/>
            <a:ext cx="12161838" cy="6841034"/>
          </a:xfrm>
          <a:prstGeom prst="rect">
            <a:avLst/>
          </a:prstGeom>
        </p:spPr>
      </p:pic>
      <p:sp>
        <p:nvSpPr>
          <p:cNvPr id="6" name="Text Placeholder 21">
            <a:extLst>
              <a:ext uri="{FF2B5EF4-FFF2-40B4-BE49-F238E27FC236}">
                <a16:creationId xmlns:a16="http://schemas.microsoft.com/office/drawing/2014/main" id="{243C3D02-B664-354D-9C46-E67547D832E7}"/>
              </a:ext>
            </a:extLst>
          </p:cNvPr>
          <p:cNvSpPr>
            <a:spLocks noGrp="1"/>
          </p:cNvSpPr>
          <p:nvPr>
            <p:ph type="body" sz="quarter" idx="14"/>
          </p:nvPr>
        </p:nvSpPr>
        <p:spPr>
          <a:xfrm>
            <a:off x="640079" y="389007"/>
            <a:ext cx="3421283" cy="206870"/>
          </a:xfrm>
        </p:spPr>
        <p:txBody>
          <a:bodyPr/>
          <a:lstStyle>
            <a:lvl1pPr marL="0" indent="0">
              <a:buNone/>
              <a:defRPr sz="1097" b="1" cap="all" spc="299" baseline="0">
                <a:solidFill>
                  <a:schemeClr val="bg1"/>
                </a:solidFill>
              </a:defRPr>
            </a:lvl1pPr>
          </a:lstStyle>
          <a:p>
            <a:pPr lvl="0"/>
            <a:endParaRPr lang="en-US" dirty="0"/>
          </a:p>
        </p:txBody>
      </p:sp>
      <p:sp>
        <p:nvSpPr>
          <p:cNvPr id="7" name="Title 1">
            <a:extLst>
              <a:ext uri="{FF2B5EF4-FFF2-40B4-BE49-F238E27FC236}">
                <a16:creationId xmlns:a16="http://schemas.microsoft.com/office/drawing/2014/main" id="{87D513C2-248B-A64A-B5AC-4C183B7A6DFF}"/>
              </a:ext>
            </a:extLst>
          </p:cNvPr>
          <p:cNvSpPr>
            <a:spLocks noGrp="1"/>
          </p:cNvSpPr>
          <p:nvPr>
            <p:ph type="title"/>
          </p:nvPr>
        </p:nvSpPr>
        <p:spPr>
          <a:xfrm>
            <a:off x="640079" y="663327"/>
            <a:ext cx="10317224" cy="1121270"/>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74650029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51_Custom Layout">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FDC412A1-0B11-0C45-81A6-26B3D6380AC4}"/>
              </a:ext>
            </a:extLst>
          </p:cNvPr>
          <p:cNvPicPr>
            <a:picLocks noChangeAspect="1"/>
          </p:cNvPicPr>
          <p:nvPr userDrawn="1"/>
        </p:nvPicPr>
        <p:blipFill>
          <a:blip r:embed="rId2" cstate="email">
            <a:alphaModFix amt="68000"/>
            <a:extLst>
              <a:ext uri="{28A0092B-C50C-407E-A947-70E740481C1C}">
                <a14:useLocalDpi xmlns:a14="http://schemas.microsoft.com/office/drawing/2010/main" val="0"/>
              </a:ext>
            </a:extLst>
          </a:blip>
          <a:stretch>
            <a:fillRect/>
          </a:stretch>
        </p:blipFill>
        <p:spPr>
          <a:xfrm>
            <a:off x="0" y="8483"/>
            <a:ext cx="12161838" cy="6841034"/>
          </a:xfrm>
          <a:prstGeom prst="rect">
            <a:avLst/>
          </a:prstGeom>
        </p:spPr>
      </p:pic>
      <p:sp>
        <p:nvSpPr>
          <p:cNvPr id="6" name="Text Placeholder 21">
            <a:extLst>
              <a:ext uri="{FF2B5EF4-FFF2-40B4-BE49-F238E27FC236}">
                <a16:creationId xmlns:a16="http://schemas.microsoft.com/office/drawing/2014/main" id="{243C3D02-B664-354D-9C46-E67547D832E7}"/>
              </a:ext>
            </a:extLst>
          </p:cNvPr>
          <p:cNvSpPr>
            <a:spLocks noGrp="1"/>
          </p:cNvSpPr>
          <p:nvPr>
            <p:ph type="body" sz="quarter" idx="14"/>
          </p:nvPr>
        </p:nvSpPr>
        <p:spPr>
          <a:xfrm>
            <a:off x="640079" y="389007"/>
            <a:ext cx="3421283" cy="206870"/>
          </a:xfrm>
        </p:spPr>
        <p:txBody>
          <a:bodyPr/>
          <a:lstStyle>
            <a:lvl1pPr marL="0" indent="0">
              <a:buNone/>
              <a:defRPr sz="1097" b="1" cap="all" spc="299" baseline="0">
                <a:solidFill>
                  <a:schemeClr val="bg1"/>
                </a:solidFill>
              </a:defRPr>
            </a:lvl1pPr>
          </a:lstStyle>
          <a:p>
            <a:pPr lvl="0"/>
            <a:endParaRPr lang="en-US" dirty="0"/>
          </a:p>
        </p:txBody>
      </p:sp>
      <p:sp>
        <p:nvSpPr>
          <p:cNvPr id="7" name="Title 1">
            <a:extLst>
              <a:ext uri="{FF2B5EF4-FFF2-40B4-BE49-F238E27FC236}">
                <a16:creationId xmlns:a16="http://schemas.microsoft.com/office/drawing/2014/main" id="{87D513C2-248B-A64A-B5AC-4C183B7A6DFF}"/>
              </a:ext>
            </a:extLst>
          </p:cNvPr>
          <p:cNvSpPr>
            <a:spLocks noGrp="1"/>
          </p:cNvSpPr>
          <p:nvPr>
            <p:ph type="title"/>
          </p:nvPr>
        </p:nvSpPr>
        <p:spPr>
          <a:xfrm>
            <a:off x="640079" y="663327"/>
            <a:ext cx="10317224" cy="1121270"/>
          </a:xfrm>
        </p:spPr>
        <p:txBody>
          <a:bodyPr/>
          <a:lstStyle>
            <a:lvl1pPr>
              <a:defRPr sz="359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3655257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52_Custom Layout">
    <p:spTree>
      <p:nvGrpSpPr>
        <p:cNvPr id="1" name=""/>
        <p:cNvGrpSpPr/>
        <p:nvPr/>
      </p:nvGrpSpPr>
      <p:grpSpPr>
        <a:xfrm>
          <a:off x="0" y="0"/>
          <a:ext cx="0" cy="0"/>
          <a:chOff x="0" y="0"/>
          <a:chExt cx="0" cy="0"/>
        </a:xfrm>
      </p:grpSpPr>
      <p:sp>
        <p:nvSpPr>
          <p:cNvPr id="6" name="Text Placeholder 21">
            <a:extLst>
              <a:ext uri="{FF2B5EF4-FFF2-40B4-BE49-F238E27FC236}">
                <a16:creationId xmlns:a16="http://schemas.microsoft.com/office/drawing/2014/main" id="{243C3D02-B664-354D-9C46-E67547D832E7}"/>
              </a:ext>
            </a:extLst>
          </p:cNvPr>
          <p:cNvSpPr>
            <a:spLocks noGrp="1"/>
          </p:cNvSpPr>
          <p:nvPr>
            <p:ph type="body" sz="quarter" idx="14"/>
          </p:nvPr>
        </p:nvSpPr>
        <p:spPr>
          <a:xfrm>
            <a:off x="640079" y="389007"/>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7" name="Title 1">
            <a:extLst>
              <a:ext uri="{FF2B5EF4-FFF2-40B4-BE49-F238E27FC236}">
                <a16:creationId xmlns:a16="http://schemas.microsoft.com/office/drawing/2014/main" id="{87D513C2-248B-A64A-B5AC-4C183B7A6DFF}"/>
              </a:ext>
            </a:extLst>
          </p:cNvPr>
          <p:cNvSpPr>
            <a:spLocks noGrp="1"/>
          </p:cNvSpPr>
          <p:nvPr>
            <p:ph type="title"/>
          </p:nvPr>
        </p:nvSpPr>
        <p:spPr>
          <a:xfrm>
            <a:off x="640079" y="663327"/>
            <a:ext cx="10317224" cy="1121270"/>
          </a:xfrm>
        </p:spPr>
        <p:txBody>
          <a:bodyPr/>
          <a:lstStyle>
            <a:lvl1pPr>
              <a:defRPr sz="3591">
                <a:solidFill>
                  <a:schemeClr val="bg2">
                    <a:lumMod val="10000"/>
                  </a:schemeClr>
                </a:solidFill>
              </a:defRPr>
            </a:lvl1pPr>
          </a:lstStyle>
          <a:p>
            <a:r>
              <a:rPr lang="en-US" dirty="0"/>
              <a:t>Click to edit Master title style</a:t>
            </a:r>
          </a:p>
        </p:txBody>
      </p:sp>
    </p:spTree>
    <p:extLst>
      <p:ext uri="{BB962C8B-B14F-4D97-AF65-F5344CB8AC3E}">
        <p14:creationId xmlns:p14="http://schemas.microsoft.com/office/powerpoint/2010/main" val="332932000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53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4925ADF-9B98-3042-8602-7FB8CCFDB03E}"/>
              </a:ext>
            </a:extLst>
          </p:cNvPr>
          <p:cNvSpPr/>
          <p:nvPr userDrawn="1"/>
        </p:nvSpPr>
        <p:spPr>
          <a:xfrm>
            <a:off x="640077" y="135210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12" name="Text Placeholder 21">
            <a:extLst>
              <a:ext uri="{FF2B5EF4-FFF2-40B4-BE49-F238E27FC236}">
                <a16:creationId xmlns:a16="http://schemas.microsoft.com/office/drawing/2014/main" id="{0F67163A-C7AA-FE40-A71F-61793A4B0E71}"/>
              </a:ext>
            </a:extLst>
          </p:cNvPr>
          <p:cNvSpPr>
            <a:spLocks noGrp="1"/>
          </p:cNvSpPr>
          <p:nvPr>
            <p:ph type="body" sz="quarter" idx="14"/>
          </p:nvPr>
        </p:nvSpPr>
        <p:spPr>
          <a:xfrm>
            <a:off x="640079" y="2090420"/>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13" name="Title 1">
            <a:extLst>
              <a:ext uri="{FF2B5EF4-FFF2-40B4-BE49-F238E27FC236}">
                <a16:creationId xmlns:a16="http://schemas.microsoft.com/office/drawing/2014/main" id="{696EA418-9A48-0645-97DE-249A48542058}"/>
              </a:ext>
            </a:extLst>
          </p:cNvPr>
          <p:cNvSpPr>
            <a:spLocks noGrp="1"/>
          </p:cNvSpPr>
          <p:nvPr>
            <p:ph type="title" hasCustomPrompt="1"/>
          </p:nvPr>
        </p:nvSpPr>
        <p:spPr>
          <a:xfrm>
            <a:off x="640078" y="2364740"/>
            <a:ext cx="4958082" cy="1121270"/>
          </a:xfrm>
        </p:spPr>
        <p:txBody>
          <a:bodyPr/>
          <a:lstStyle>
            <a:lvl1pPr>
              <a:defRPr sz="3591">
                <a:solidFill>
                  <a:schemeClr val="bg2">
                    <a:lumMod val="10000"/>
                  </a:schemeClr>
                </a:solidFill>
              </a:defRPr>
            </a:lvl1pPr>
          </a:lstStyle>
          <a:p>
            <a:r>
              <a:rPr lang="en-US" dirty="0"/>
              <a:t>Click to edit master title style</a:t>
            </a:r>
          </a:p>
        </p:txBody>
      </p:sp>
      <p:sp>
        <p:nvSpPr>
          <p:cNvPr id="14" name="Text Placeholder 12">
            <a:extLst>
              <a:ext uri="{FF2B5EF4-FFF2-40B4-BE49-F238E27FC236}">
                <a16:creationId xmlns:a16="http://schemas.microsoft.com/office/drawing/2014/main" id="{107A6AD6-8F94-9D4C-AF2E-2020B52EADB9}"/>
              </a:ext>
            </a:extLst>
          </p:cNvPr>
          <p:cNvSpPr>
            <a:spLocks noGrp="1"/>
          </p:cNvSpPr>
          <p:nvPr>
            <p:ph type="body" sz="quarter" idx="16"/>
          </p:nvPr>
        </p:nvSpPr>
        <p:spPr>
          <a:xfrm>
            <a:off x="640078" y="3553460"/>
            <a:ext cx="4958082" cy="1638300"/>
          </a:xfr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2505583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4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21">
            <a:extLst>
              <a:ext uri="{FF2B5EF4-FFF2-40B4-BE49-F238E27FC236}">
                <a16:creationId xmlns:a16="http://schemas.microsoft.com/office/drawing/2014/main" id="{566E5E15-CE06-B742-89D8-BD3CF60C24EC}"/>
              </a:ext>
            </a:extLst>
          </p:cNvPr>
          <p:cNvSpPr>
            <a:spLocks noGrp="1"/>
          </p:cNvSpPr>
          <p:nvPr>
            <p:ph type="body" sz="quarter" idx="14"/>
          </p:nvPr>
        </p:nvSpPr>
        <p:spPr>
          <a:xfrm>
            <a:off x="640079" y="822960"/>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5" name="Title 1">
            <a:extLst>
              <a:ext uri="{FF2B5EF4-FFF2-40B4-BE49-F238E27FC236}">
                <a16:creationId xmlns:a16="http://schemas.microsoft.com/office/drawing/2014/main" id="{D8F11A9B-1184-934A-9FAD-5AB96884D173}"/>
              </a:ext>
            </a:extLst>
          </p:cNvPr>
          <p:cNvSpPr>
            <a:spLocks noGrp="1"/>
          </p:cNvSpPr>
          <p:nvPr>
            <p:ph type="title"/>
          </p:nvPr>
        </p:nvSpPr>
        <p:spPr>
          <a:xfrm>
            <a:off x="640078" y="1097280"/>
            <a:ext cx="4958082" cy="1121270"/>
          </a:xfrm>
        </p:spPr>
        <p:txBody>
          <a:bodyPr/>
          <a:lstStyle>
            <a:lvl1pPr>
              <a:defRPr sz="3591">
                <a:solidFill>
                  <a:schemeClr val="bg2">
                    <a:lumMod val="10000"/>
                  </a:schemeClr>
                </a:solidFill>
              </a:defRPr>
            </a:lvl1pPr>
          </a:lstStyle>
          <a:p>
            <a:r>
              <a:rPr lang="en-US" dirty="0"/>
              <a:t>Click to edit Master title style</a:t>
            </a:r>
          </a:p>
        </p:txBody>
      </p:sp>
      <p:sp>
        <p:nvSpPr>
          <p:cNvPr id="6" name="Text Placeholder 12">
            <a:extLst>
              <a:ext uri="{FF2B5EF4-FFF2-40B4-BE49-F238E27FC236}">
                <a16:creationId xmlns:a16="http://schemas.microsoft.com/office/drawing/2014/main" id="{DE20C643-33E7-5E40-B8E2-F95386C07B4D}"/>
              </a:ext>
            </a:extLst>
          </p:cNvPr>
          <p:cNvSpPr>
            <a:spLocks noGrp="1"/>
          </p:cNvSpPr>
          <p:nvPr>
            <p:ph type="body" sz="quarter" idx="16"/>
          </p:nvPr>
        </p:nvSpPr>
        <p:spPr>
          <a:xfrm>
            <a:off x="640078" y="2286000"/>
            <a:ext cx="4958082" cy="3383280"/>
          </a:xfr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A974D89-CB42-1B4D-A141-BD4789B299AE}"/>
              </a:ext>
            </a:extLst>
          </p:cNvPr>
          <p:cNvSpPr/>
          <p:nvPr userDrawn="1"/>
        </p:nvSpPr>
        <p:spPr>
          <a:xfrm>
            <a:off x="365759" y="-7283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Tree>
    <p:extLst>
      <p:ext uri="{BB962C8B-B14F-4D97-AF65-F5344CB8AC3E}">
        <p14:creationId xmlns:p14="http://schemas.microsoft.com/office/powerpoint/2010/main" val="143832470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55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2EFC2B-8F7D-E748-A4C1-B0CDC57559F3}"/>
              </a:ext>
            </a:extLst>
          </p:cNvPr>
          <p:cNvSpPr/>
          <p:nvPr userDrawn="1"/>
        </p:nvSpPr>
        <p:spPr>
          <a:xfrm>
            <a:off x="0" y="3106540"/>
            <a:ext cx="12161838" cy="644920"/>
          </a:xfrm>
          <a:prstGeom prst="rect">
            <a:avLst/>
          </a:prstGeom>
          <a:solidFill>
            <a:schemeClr val="bg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3" name="Text Placeholder 21">
            <a:extLst>
              <a:ext uri="{FF2B5EF4-FFF2-40B4-BE49-F238E27FC236}">
                <a16:creationId xmlns:a16="http://schemas.microsoft.com/office/drawing/2014/main" id="{8C555EEA-E607-BB4E-951D-41C597D4BB89}"/>
              </a:ext>
            </a:extLst>
          </p:cNvPr>
          <p:cNvSpPr>
            <a:spLocks noGrp="1"/>
          </p:cNvSpPr>
          <p:nvPr>
            <p:ph type="body" sz="quarter" idx="14"/>
          </p:nvPr>
        </p:nvSpPr>
        <p:spPr>
          <a:xfrm>
            <a:off x="640079" y="822960"/>
            <a:ext cx="3421283" cy="206870"/>
          </a:xfrm>
        </p:spPr>
        <p:txBody>
          <a:bodyPr/>
          <a:lstStyle>
            <a:lvl1pPr marL="0" indent="0">
              <a:buNone/>
              <a:defRPr sz="1097" b="1" cap="all" spc="299" baseline="0">
                <a:solidFill>
                  <a:schemeClr val="tx2"/>
                </a:solidFill>
              </a:defRPr>
            </a:lvl1pPr>
          </a:lstStyle>
          <a:p>
            <a:pPr lvl="0"/>
            <a:endParaRPr lang="en-US" dirty="0"/>
          </a:p>
        </p:txBody>
      </p:sp>
      <p:sp>
        <p:nvSpPr>
          <p:cNvPr id="4" name="Title 1">
            <a:extLst>
              <a:ext uri="{FF2B5EF4-FFF2-40B4-BE49-F238E27FC236}">
                <a16:creationId xmlns:a16="http://schemas.microsoft.com/office/drawing/2014/main" id="{B7A851B4-7CCB-7F47-9834-2DB03B4DDEE6}"/>
              </a:ext>
            </a:extLst>
          </p:cNvPr>
          <p:cNvSpPr>
            <a:spLocks noGrp="1"/>
          </p:cNvSpPr>
          <p:nvPr>
            <p:ph type="title"/>
          </p:nvPr>
        </p:nvSpPr>
        <p:spPr>
          <a:xfrm>
            <a:off x="640078" y="1097280"/>
            <a:ext cx="4958082" cy="1121270"/>
          </a:xfrm>
        </p:spPr>
        <p:txBody>
          <a:bodyPr/>
          <a:lstStyle>
            <a:lvl1pPr>
              <a:defRPr sz="3591">
                <a:solidFill>
                  <a:schemeClr val="bg2">
                    <a:lumMod val="10000"/>
                  </a:schemeClr>
                </a:solidFill>
              </a:defRPr>
            </a:lvl1pPr>
          </a:lstStyle>
          <a:p>
            <a:r>
              <a:rPr lang="en-US" dirty="0"/>
              <a:t>Click to edit Master title style</a:t>
            </a:r>
          </a:p>
        </p:txBody>
      </p:sp>
      <p:sp>
        <p:nvSpPr>
          <p:cNvPr id="5" name="Rectangle 4">
            <a:extLst>
              <a:ext uri="{FF2B5EF4-FFF2-40B4-BE49-F238E27FC236}">
                <a16:creationId xmlns:a16="http://schemas.microsoft.com/office/drawing/2014/main" id="{4896E512-3CEE-FD46-9ED5-D1753C9C3FDB}"/>
              </a:ext>
            </a:extLst>
          </p:cNvPr>
          <p:cNvSpPr/>
          <p:nvPr userDrawn="1"/>
        </p:nvSpPr>
        <p:spPr>
          <a:xfrm>
            <a:off x="640079" y="16846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Tree>
    <p:extLst>
      <p:ext uri="{BB962C8B-B14F-4D97-AF65-F5344CB8AC3E}">
        <p14:creationId xmlns:p14="http://schemas.microsoft.com/office/powerpoint/2010/main" val="141689503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56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2EFC2B-8F7D-E748-A4C1-B0CDC57559F3}"/>
              </a:ext>
            </a:extLst>
          </p:cNvPr>
          <p:cNvSpPr/>
          <p:nvPr userDrawn="1"/>
        </p:nvSpPr>
        <p:spPr>
          <a:xfrm>
            <a:off x="0" y="3106540"/>
            <a:ext cx="12161838" cy="644920"/>
          </a:xfrm>
          <a:prstGeom prst="rect">
            <a:avLst/>
          </a:prstGeom>
          <a:solidFill>
            <a:schemeClr val="bg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Tree>
    <p:extLst>
      <p:ext uri="{BB962C8B-B14F-4D97-AF65-F5344CB8AC3E}">
        <p14:creationId xmlns:p14="http://schemas.microsoft.com/office/powerpoint/2010/main" val="24884485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0F9933A-50CD-E446-A636-2A2BA5288E64}"/>
              </a:ext>
            </a:extLst>
          </p:cNvPr>
          <p:cNvSpPr/>
          <p:nvPr userDrawn="1"/>
        </p:nvSpPr>
        <p:spPr>
          <a:xfrm>
            <a:off x="640079" y="16846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Rectangle 5">
            <a:extLst>
              <a:ext uri="{FF2B5EF4-FFF2-40B4-BE49-F238E27FC236}">
                <a16:creationId xmlns:a16="http://schemas.microsoft.com/office/drawing/2014/main" id="{C1CB9D0D-EDD8-5D40-A5D5-4129ADB9B40E}"/>
              </a:ext>
            </a:extLst>
          </p:cNvPr>
          <p:cNvSpPr/>
          <p:nvPr userDrawn="1"/>
        </p:nvSpPr>
        <p:spPr>
          <a:xfrm>
            <a:off x="0" y="4241920"/>
            <a:ext cx="12161838" cy="644920"/>
          </a:xfrm>
          <a:prstGeom prst="rect">
            <a:avLst/>
          </a:prstGeom>
          <a:solidFill>
            <a:srgbClr val="1E1D1C"/>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22" name="Picture Placeholder 20">
            <a:extLst>
              <a:ext uri="{FF2B5EF4-FFF2-40B4-BE49-F238E27FC236}">
                <a16:creationId xmlns:a16="http://schemas.microsoft.com/office/drawing/2014/main" id="{8A7300E7-564E-2048-BB2C-0A325066FAA0}"/>
              </a:ext>
            </a:extLst>
          </p:cNvPr>
          <p:cNvSpPr>
            <a:spLocks noGrp="1" noChangeAspect="1"/>
          </p:cNvSpPr>
          <p:nvPr>
            <p:ph type="pic" sz="quarter" idx="10"/>
          </p:nvPr>
        </p:nvSpPr>
        <p:spPr>
          <a:xfrm>
            <a:off x="640080" y="3108960"/>
            <a:ext cx="1828800" cy="1828800"/>
          </a:xfrm>
          <a:prstGeom prst="ellipse">
            <a:avLst/>
          </a:prstGeom>
          <a:solidFill>
            <a:schemeClr val="bg1"/>
          </a:solidFill>
        </p:spPr>
        <p:txBody>
          <a:bodyPr/>
          <a:lstStyle>
            <a:lvl1pPr marL="0" indent="0">
              <a:buFontTx/>
              <a:buNone/>
              <a:defRPr sz="499">
                <a:solidFill>
                  <a:schemeClr val="bg1"/>
                </a:solidFill>
              </a:defRPr>
            </a:lvl1pPr>
          </a:lstStyle>
          <a:p>
            <a:endParaRPr lang="en-US" dirty="0"/>
          </a:p>
        </p:txBody>
      </p:sp>
      <p:sp>
        <p:nvSpPr>
          <p:cNvPr id="23" name="Picture Placeholder 20">
            <a:extLst>
              <a:ext uri="{FF2B5EF4-FFF2-40B4-BE49-F238E27FC236}">
                <a16:creationId xmlns:a16="http://schemas.microsoft.com/office/drawing/2014/main" id="{E080BF4A-B3D9-D849-B5E6-6B164D1E4A3E}"/>
              </a:ext>
            </a:extLst>
          </p:cNvPr>
          <p:cNvSpPr>
            <a:spLocks noGrp="1" noChangeAspect="1"/>
          </p:cNvSpPr>
          <p:nvPr>
            <p:ph type="pic" sz="quarter" idx="11"/>
          </p:nvPr>
        </p:nvSpPr>
        <p:spPr>
          <a:xfrm>
            <a:off x="3449406" y="3108960"/>
            <a:ext cx="1828800" cy="1828800"/>
          </a:xfrm>
          <a:prstGeom prst="ellipse">
            <a:avLst/>
          </a:prstGeom>
          <a:solidFill>
            <a:schemeClr val="bg1"/>
          </a:solidFill>
        </p:spPr>
        <p:txBody>
          <a:bodyPr/>
          <a:lstStyle>
            <a:lvl1pPr marL="0" indent="0">
              <a:buFontTx/>
              <a:buNone/>
              <a:defRPr sz="499">
                <a:solidFill>
                  <a:schemeClr val="bg1"/>
                </a:solidFill>
              </a:defRPr>
            </a:lvl1pPr>
          </a:lstStyle>
          <a:p>
            <a:endParaRPr lang="en-US" dirty="0"/>
          </a:p>
        </p:txBody>
      </p:sp>
      <p:sp>
        <p:nvSpPr>
          <p:cNvPr id="24" name="Picture Placeholder 20">
            <a:extLst>
              <a:ext uri="{FF2B5EF4-FFF2-40B4-BE49-F238E27FC236}">
                <a16:creationId xmlns:a16="http://schemas.microsoft.com/office/drawing/2014/main" id="{52AB6CCB-C36B-E84B-97A6-A71F7FFB7557}"/>
              </a:ext>
            </a:extLst>
          </p:cNvPr>
          <p:cNvSpPr>
            <a:spLocks noGrp="1" noChangeAspect="1"/>
          </p:cNvSpPr>
          <p:nvPr>
            <p:ph type="pic" sz="quarter" idx="12"/>
          </p:nvPr>
        </p:nvSpPr>
        <p:spPr>
          <a:xfrm>
            <a:off x="6258732" y="3108960"/>
            <a:ext cx="1828800" cy="1828800"/>
          </a:xfrm>
          <a:prstGeom prst="ellipse">
            <a:avLst/>
          </a:prstGeom>
          <a:solidFill>
            <a:schemeClr val="bg1"/>
          </a:solidFill>
        </p:spPr>
        <p:txBody>
          <a:bodyPr/>
          <a:lstStyle>
            <a:lvl1pPr marL="0" indent="0">
              <a:buFontTx/>
              <a:buNone/>
              <a:defRPr sz="499">
                <a:solidFill>
                  <a:schemeClr val="bg1"/>
                </a:solidFill>
              </a:defRPr>
            </a:lvl1pPr>
          </a:lstStyle>
          <a:p>
            <a:endParaRPr lang="en-US"/>
          </a:p>
        </p:txBody>
      </p:sp>
      <p:sp>
        <p:nvSpPr>
          <p:cNvPr id="25" name="Picture Placeholder 20">
            <a:extLst>
              <a:ext uri="{FF2B5EF4-FFF2-40B4-BE49-F238E27FC236}">
                <a16:creationId xmlns:a16="http://schemas.microsoft.com/office/drawing/2014/main" id="{8F9A1A2B-6171-6948-A682-ACA00DA1A855}"/>
              </a:ext>
            </a:extLst>
          </p:cNvPr>
          <p:cNvSpPr>
            <a:spLocks noGrp="1" noChangeAspect="1"/>
          </p:cNvSpPr>
          <p:nvPr>
            <p:ph type="pic" sz="quarter" idx="13"/>
          </p:nvPr>
        </p:nvSpPr>
        <p:spPr>
          <a:xfrm>
            <a:off x="9068059" y="3108960"/>
            <a:ext cx="1828800" cy="1828800"/>
          </a:xfrm>
          <a:prstGeom prst="ellipse">
            <a:avLst/>
          </a:prstGeom>
          <a:solidFill>
            <a:schemeClr val="bg1"/>
          </a:solidFill>
        </p:spPr>
        <p:txBody>
          <a:bodyPr/>
          <a:lstStyle>
            <a:lvl1pPr marL="0" indent="0">
              <a:buFontTx/>
              <a:buNone/>
              <a:defRPr sz="499">
                <a:solidFill>
                  <a:schemeClr val="bg1"/>
                </a:solidFill>
              </a:defRPr>
            </a:lvl1pPr>
          </a:lstStyle>
          <a:p>
            <a:endParaRPr lang="en-US"/>
          </a:p>
        </p:txBody>
      </p:sp>
      <p:sp>
        <p:nvSpPr>
          <p:cNvPr id="18" name="Text Placeholder 21">
            <a:extLst>
              <a:ext uri="{FF2B5EF4-FFF2-40B4-BE49-F238E27FC236}">
                <a16:creationId xmlns:a16="http://schemas.microsoft.com/office/drawing/2014/main" id="{858F0A2E-DF9E-7F46-804E-92E072846AAD}"/>
              </a:ext>
            </a:extLst>
          </p:cNvPr>
          <p:cNvSpPr>
            <a:spLocks noGrp="1"/>
          </p:cNvSpPr>
          <p:nvPr>
            <p:ph type="body" sz="quarter" idx="14"/>
          </p:nvPr>
        </p:nvSpPr>
        <p:spPr>
          <a:xfrm>
            <a:off x="64008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21" name="Text Placeholder 21">
            <a:extLst>
              <a:ext uri="{FF2B5EF4-FFF2-40B4-BE49-F238E27FC236}">
                <a16:creationId xmlns:a16="http://schemas.microsoft.com/office/drawing/2014/main" id="{F537FB49-6AB3-0F45-BCA4-F565FFBF06EF}"/>
              </a:ext>
            </a:extLst>
          </p:cNvPr>
          <p:cNvSpPr>
            <a:spLocks noGrp="1"/>
          </p:cNvSpPr>
          <p:nvPr>
            <p:ph type="body" sz="quarter" idx="16"/>
          </p:nvPr>
        </p:nvSpPr>
        <p:spPr>
          <a:xfrm>
            <a:off x="640080" y="256032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27" name="Text Placeholder 21">
            <a:extLst>
              <a:ext uri="{FF2B5EF4-FFF2-40B4-BE49-F238E27FC236}">
                <a16:creationId xmlns:a16="http://schemas.microsoft.com/office/drawing/2014/main" id="{C8DB35B8-B30D-EE48-9340-8402C59DD35B}"/>
              </a:ext>
            </a:extLst>
          </p:cNvPr>
          <p:cNvSpPr>
            <a:spLocks noGrp="1"/>
          </p:cNvSpPr>
          <p:nvPr>
            <p:ph type="body" sz="quarter" idx="17"/>
          </p:nvPr>
        </p:nvSpPr>
        <p:spPr>
          <a:xfrm>
            <a:off x="640080" y="5319948"/>
            <a:ext cx="2034998" cy="366598"/>
          </a:xfrm>
        </p:spPr>
        <p:txBody>
          <a:bodyPr/>
          <a:lstStyle>
            <a:lvl1pPr marL="0" indent="0">
              <a:buNone/>
              <a:defRPr sz="1097" b="1" cap="all" spc="299" baseline="0">
                <a:solidFill>
                  <a:schemeClr val="bg1"/>
                </a:solidFill>
              </a:defRPr>
            </a:lvl1pPr>
          </a:lstStyle>
          <a:p>
            <a:pPr lvl="0"/>
            <a:endParaRPr lang="en-US" dirty="0"/>
          </a:p>
        </p:txBody>
      </p:sp>
      <p:sp>
        <p:nvSpPr>
          <p:cNvPr id="28" name="Text Placeholder 21">
            <a:extLst>
              <a:ext uri="{FF2B5EF4-FFF2-40B4-BE49-F238E27FC236}">
                <a16:creationId xmlns:a16="http://schemas.microsoft.com/office/drawing/2014/main" id="{797EE0DE-E5BC-7B45-9F12-32C673938E23}"/>
              </a:ext>
            </a:extLst>
          </p:cNvPr>
          <p:cNvSpPr>
            <a:spLocks noGrp="1"/>
          </p:cNvSpPr>
          <p:nvPr>
            <p:ph type="body" sz="quarter" idx="18"/>
          </p:nvPr>
        </p:nvSpPr>
        <p:spPr>
          <a:xfrm>
            <a:off x="640080" y="5789848"/>
            <a:ext cx="2034998" cy="366598"/>
          </a:xfrm>
        </p:spPr>
        <p:txBody>
          <a:bodyPr/>
          <a:lstStyle>
            <a:lvl1pPr marL="0" indent="0">
              <a:buNone/>
              <a:defRPr sz="1496" b="0" i="1" cap="none" spc="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29" name="Text Placeholder 21">
            <a:extLst>
              <a:ext uri="{FF2B5EF4-FFF2-40B4-BE49-F238E27FC236}">
                <a16:creationId xmlns:a16="http://schemas.microsoft.com/office/drawing/2014/main" id="{70C977AC-2189-BB4E-A26B-28319F2655B8}"/>
              </a:ext>
            </a:extLst>
          </p:cNvPr>
          <p:cNvSpPr>
            <a:spLocks noGrp="1"/>
          </p:cNvSpPr>
          <p:nvPr>
            <p:ph type="body" sz="quarter" idx="19"/>
          </p:nvPr>
        </p:nvSpPr>
        <p:spPr>
          <a:xfrm>
            <a:off x="3449407" y="5319948"/>
            <a:ext cx="2034998" cy="366598"/>
          </a:xfrm>
        </p:spPr>
        <p:txBody>
          <a:bodyPr/>
          <a:lstStyle>
            <a:lvl1pPr marL="0" indent="0">
              <a:buNone/>
              <a:defRPr sz="1097" b="1" cap="all" spc="299" baseline="0">
                <a:solidFill>
                  <a:schemeClr val="bg1"/>
                </a:solidFill>
              </a:defRPr>
            </a:lvl1pPr>
          </a:lstStyle>
          <a:p>
            <a:pPr lvl="0"/>
            <a:endParaRPr lang="en-US" dirty="0"/>
          </a:p>
        </p:txBody>
      </p:sp>
      <p:sp>
        <p:nvSpPr>
          <p:cNvPr id="30" name="Text Placeholder 21">
            <a:extLst>
              <a:ext uri="{FF2B5EF4-FFF2-40B4-BE49-F238E27FC236}">
                <a16:creationId xmlns:a16="http://schemas.microsoft.com/office/drawing/2014/main" id="{A35729EC-A5AC-AD46-AB13-BE7B95EC24AF}"/>
              </a:ext>
            </a:extLst>
          </p:cNvPr>
          <p:cNvSpPr>
            <a:spLocks noGrp="1"/>
          </p:cNvSpPr>
          <p:nvPr>
            <p:ph type="body" sz="quarter" idx="20"/>
          </p:nvPr>
        </p:nvSpPr>
        <p:spPr>
          <a:xfrm>
            <a:off x="3449407" y="5789848"/>
            <a:ext cx="2034998" cy="366598"/>
          </a:xfrm>
        </p:spPr>
        <p:txBody>
          <a:bodyPr/>
          <a:lstStyle>
            <a:lvl1pPr marL="0" indent="0">
              <a:buNone/>
              <a:defRPr sz="1496" b="0" i="1" cap="none" spc="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31" name="Text Placeholder 21">
            <a:extLst>
              <a:ext uri="{FF2B5EF4-FFF2-40B4-BE49-F238E27FC236}">
                <a16:creationId xmlns:a16="http://schemas.microsoft.com/office/drawing/2014/main" id="{4C3557ED-D379-164B-B182-7163C9B02728}"/>
              </a:ext>
            </a:extLst>
          </p:cNvPr>
          <p:cNvSpPr>
            <a:spLocks noGrp="1"/>
          </p:cNvSpPr>
          <p:nvPr>
            <p:ph type="body" sz="quarter" idx="21"/>
          </p:nvPr>
        </p:nvSpPr>
        <p:spPr>
          <a:xfrm>
            <a:off x="6258733" y="5319948"/>
            <a:ext cx="2034998" cy="366598"/>
          </a:xfrm>
        </p:spPr>
        <p:txBody>
          <a:bodyPr/>
          <a:lstStyle>
            <a:lvl1pPr marL="0" indent="0">
              <a:buNone/>
              <a:defRPr sz="1097" b="1" cap="all" spc="299" baseline="0">
                <a:solidFill>
                  <a:schemeClr val="bg1"/>
                </a:solidFill>
              </a:defRPr>
            </a:lvl1pPr>
          </a:lstStyle>
          <a:p>
            <a:pPr lvl="0"/>
            <a:endParaRPr lang="en-US" dirty="0"/>
          </a:p>
        </p:txBody>
      </p:sp>
      <p:sp>
        <p:nvSpPr>
          <p:cNvPr id="32" name="Text Placeholder 21">
            <a:extLst>
              <a:ext uri="{FF2B5EF4-FFF2-40B4-BE49-F238E27FC236}">
                <a16:creationId xmlns:a16="http://schemas.microsoft.com/office/drawing/2014/main" id="{A069F074-EF5D-4F4C-B8E1-A2D505D2B87B}"/>
              </a:ext>
            </a:extLst>
          </p:cNvPr>
          <p:cNvSpPr>
            <a:spLocks noGrp="1"/>
          </p:cNvSpPr>
          <p:nvPr>
            <p:ph type="body" sz="quarter" idx="22"/>
          </p:nvPr>
        </p:nvSpPr>
        <p:spPr>
          <a:xfrm>
            <a:off x="6258733" y="5789848"/>
            <a:ext cx="2034998" cy="366598"/>
          </a:xfrm>
        </p:spPr>
        <p:txBody>
          <a:bodyPr/>
          <a:lstStyle>
            <a:lvl1pPr marL="0" indent="0">
              <a:buNone/>
              <a:defRPr sz="1496" b="0" i="1" cap="none" spc="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33" name="Text Placeholder 21">
            <a:extLst>
              <a:ext uri="{FF2B5EF4-FFF2-40B4-BE49-F238E27FC236}">
                <a16:creationId xmlns:a16="http://schemas.microsoft.com/office/drawing/2014/main" id="{A1712F15-276B-FD4C-B0A9-649DA1804D2F}"/>
              </a:ext>
            </a:extLst>
          </p:cNvPr>
          <p:cNvSpPr>
            <a:spLocks noGrp="1"/>
          </p:cNvSpPr>
          <p:nvPr>
            <p:ph type="body" sz="quarter" idx="23"/>
          </p:nvPr>
        </p:nvSpPr>
        <p:spPr>
          <a:xfrm>
            <a:off x="9068059" y="5319948"/>
            <a:ext cx="2034998" cy="366598"/>
          </a:xfrm>
        </p:spPr>
        <p:txBody>
          <a:bodyPr/>
          <a:lstStyle>
            <a:lvl1pPr marL="0" indent="0">
              <a:buNone/>
              <a:defRPr sz="1097" b="1" cap="all" spc="299" baseline="0">
                <a:solidFill>
                  <a:schemeClr val="bg1"/>
                </a:solidFill>
              </a:defRPr>
            </a:lvl1pPr>
          </a:lstStyle>
          <a:p>
            <a:pPr lvl="0"/>
            <a:endParaRPr lang="en-US" dirty="0"/>
          </a:p>
        </p:txBody>
      </p:sp>
      <p:sp>
        <p:nvSpPr>
          <p:cNvPr id="34" name="Text Placeholder 21">
            <a:extLst>
              <a:ext uri="{FF2B5EF4-FFF2-40B4-BE49-F238E27FC236}">
                <a16:creationId xmlns:a16="http://schemas.microsoft.com/office/drawing/2014/main" id="{F256E4EF-FD24-BB40-B1A2-E2B64E797B3B}"/>
              </a:ext>
            </a:extLst>
          </p:cNvPr>
          <p:cNvSpPr>
            <a:spLocks noGrp="1"/>
          </p:cNvSpPr>
          <p:nvPr>
            <p:ph type="body" sz="quarter" idx="24"/>
          </p:nvPr>
        </p:nvSpPr>
        <p:spPr>
          <a:xfrm>
            <a:off x="9068059" y="5789848"/>
            <a:ext cx="2034998" cy="366598"/>
          </a:xfrm>
        </p:spPr>
        <p:txBody>
          <a:bodyPr/>
          <a:lstStyle>
            <a:lvl1pPr marL="0" indent="0">
              <a:buNone/>
              <a:defRPr sz="1496" b="0" i="1" cap="none" spc="0" baseline="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
        <p:nvSpPr>
          <p:cNvPr id="2" name="Title 1">
            <a:extLst>
              <a:ext uri="{FF2B5EF4-FFF2-40B4-BE49-F238E27FC236}">
                <a16:creationId xmlns:a16="http://schemas.microsoft.com/office/drawing/2014/main" id="{C8F80C07-1EA4-8F48-A5A8-0BC1E356DC7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68020915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7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A69F942-079D-B141-BFFD-761565A1DA68}"/>
              </a:ext>
            </a:extLst>
          </p:cNvPr>
          <p:cNvSpPr/>
          <p:nvPr userDrawn="1"/>
        </p:nvSpPr>
        <p:spPr>
          <a:xfrm>
            <a:off x="0" y="866260"/>
            <a:ext cx="12161838" cy="644920"/>
          </a:xfrm>
          <a:prstGeom prst="rect">
            <a:avLst/>
          </a:prstGeom>
          <a:solidFill>
            <a:schemeClr val="bg2">
              <a:lumMod val="10000"/>
            </a:schemeClr>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3" name="Rectangle 2">
            <a:extLst>
              <a:ext uri="{FF2B5EF4-FFF2-40B4-BE49-F238E27FC236}">
                <a16:creationId xmlns:a16="http://schemas.microsoft.com/office/drawing/2014/main" id="{2F14FC6A-EED9-E44F-AEF8-53B3967ABE1A}"/>
              </a:ext>
            </a:extLst>
          </p:cNvPr>
          <p:cNvSpPr/>
          <p:nvPr userDrawn="1"/>
        </p:nvSpPr>
        <p:spPr>
          <a:xfrm>
            <a:off x="640079" y="16846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CB88D2E-DAB7-F842-9A6E-0E2EB120D065}"/>
              </a:ext>
            </a:extLst>
          </p:cNvPr>
          <p:cNvSpPr>
            <a:spLocks noGrp="1"/>
          </p:cNvSpPr>
          <p:nvPr>
            <p:ph type="body" sz="quarter" idx="14"/>
          </p:nvPr>
        </p:nvSpPr>
        <p:spPr>
          <a:xfrm>
            <a:off x="64008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19" name="Title 1">
            <a:extLst>
              <a:ext uri="{FF2B5EF4-FFF2-40B4-BE49-F238E27FC236}">
                <a16:creationId xmlns:a16="http://schemas.microsoft.com/office/drawing/2014/main" id="{F666C84A-E025-3E4B-888D-A8A6704ED762}"/>
              </a:ext>
            </a:extLst>
          </p:cNvPr>
          <p:cNvSpPr>
            <a:spLocks noGrp="1"/>
          </p:cNvSpPr>
          <p:nvPr>
            <p:ph type="title"/>
          </p:nvPr>
        </p:nvSpPr>
        <p:spPr>
          <a:xfrm>
            <a:off x="640081" y="1122680"/>
            <a:ext cx="5669279" cy="1137920"/>
          </a:xfrm>
        </p:spPr>
        <p:txBody>
          <a:bodyPr/>
          <a:lstStyle>
            <a:lvl1pPr>
              <a:lnSpc>
                <a:spcPct val="90000"/>
              </a:lnSpc>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98937757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58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A69F942-079D-B141-BFFD-761565A1DA68}"/>
              </a:ext>
            </a:extLst>
          </p:cNvPr>
          <p:cNvSpPr/>
          <p:nvPr userDrawn="1"/>
        </p:nvSpPr>
        <p:spPr>
          <a:xfrm>
            <a:off x="0" y="866260"/>
            <a:ext cx="12161838"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3" name="Rectangle 2">
            <a:extLst>
              <a:ext uri="{FF2B5EF4-FFF2-40B4-BE49-F238E27FC236}">
                <a16:creationId xmlns:a16="http://schemas.microsoft.com/office/drawing/2014/main" id="{2F14FC6A-EED9-E44F-AEF8-53B3967ABE1A}"/>
              </a:ext>
            </a:extLst>
          </p:cNvPr>
          <p:cNvSpPr/>
          <p:nvPr userDrawn="1"/>
        </p:nvSpPr>
        <p:spPr>
          <a:xfrm>
            <a:off x="640079" y="168465"/>
            <a:ext cx="548640" cy="644920"/>
          </a:xfrm>
          <a:prstGeom prst="rect">
            <a:avLst/>
          </a:prstGeom>
          <a:solidFill>
            <a:schemeClr val="bg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CB88D2E-DAB7-F842-9A6E-0E2EB120D065}"/>
              </a:ext>
            </a:extLst>
          </p:cNvPr>
          <p:cNvSpPr>
            <a:spLocks noGrp="1"/>
          </p:cNvSpPr>
          <p:nvPr>
            <p:ph type="body" sz="quarter" idx="14"/>
          </p:nvPr>
        </p:nvSpPr>
        <p:spPr>
          <a:xfrm>
            <a:off x="64008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19" name="Title 1">
            <a:extLst>
              <a:ext uri="{FF2B5EF4-FFF2-40B4-BE49-F238E27FC236}">
                <a16:creationId xmlns:a16="http://schemas.microsoft.com/office/drawing/2014/main" id="{F666C84A-E025-3E4B-888D-A8A6704ED762}"/>
              </a:ext>
            </a:extLst>
          </p:cNvPr>
          <p:cNvSpPr>
            <a:spLocks noGrp="1"/>
          </p:cNvSpPr>
          <p:nvPr>
            <p:ph type="title"/>
          </p:nvPr>
        </p:nvSpPr>
        <p:spPr>
          <a:xfrm>
            <a:off x="640081" y="1122680"/>
            <a:ext cx="5669279" cy="1137920"/>
          </a:xfrm>
        </p:spPr>
        <p:txBody>
          <a:bodyPr/>
          <a:lstStyle>
            <a:lvl1pPr>
              <a:lnSpc>
                <a:spcPct val="90000"/>
              </a:lnSpc>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96470442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59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A69F942-079D-B141-BFFD-761565A1DA68}"/>
              </a:ext>
            </a:extLst>
          </p:cNvPr>
          <p:cNvSpPr/>
          <p:nvPr userDrawn="1"/>
        </p:nvSpPr>
        <p:spPr>
          <a:xfrm>
            <a:off x="0" y="866260"/>
            <a:ext cx="12161838" cy="644920"/>
          </a:xfrm>
          <a:prstGeom prst="rect">
            <a:avLst/>
          </a:prstGeom>
          <a:solidFill>
            <a:schemeClr val="tx2"/>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3" name="Rectangle 2">
            <a:extLst>
              <a:ext uri="{FF2B5EF4-FFF2-40B4-BE49-F238E27FC236}">
                <a16:creationId xmlns:a16="http://schemas.microsoft.com/office/drawing/2014/main" id="{2F14FC6A-EED9-E44F-AEF8-53B3967ABE1A}"/>
              </a:ext>
            </a:extLst>
          </p:cNvPr>
          <p:cNvSpPr/>
          <p:nvPr userDrawn="1"/>
        </p:nvSpPr>
        <p:spPr>
          <a:xfrm>
            <a:off x="640079" y="168465"/>
            <a:ext cx="548640" cy="644920"/>
          </a:xfrm>
          <a:prstGeom prst="rect">
            <a:avLst/>
          </a:prstGeom>
          <a:solidFill>
            <a:schemeClr val="bg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9" name="Text Placeholder 21">
            <a:extLst>
              <a:ext uri="{FF2B5EF4-FFF2-40B4-BE49-F238E27FC236}">
                <a16:creationId xmlns:a16="http://schemas.microsoft.com/office/drawing/2014/main" id="{8CB88D2E-DAB7-F842-9A6E-0E2EB120D065}"/>
              </a:ext>
            </a:extLst>
          </p:cNvPr>
          <p:cNvSpPr>
            <a:spLocks noGrp="1"/>
          </p:cNvSpPr>
          <p:nvPr>
            <p:ph type="body" sz="quarter" idx="14"/>
          </p:nvPr>
        </p:nvSpPr>
        <p:spPr>
          <a:xfrm>
            <a:off x="640080" y="822960"/>
            <a:ext cx="5669280" cy="182880"/>
          </a:xfrm>
        </p:spPr>
        <p:txBody>
          <a:bodyPr/>
          <a:lstStyle>
            <a:lvl1pPr marL="0" indent="0">
              <a:buNone/>
              <a:defRPr sz="1097" b="1" cap="all" spc="299" baseline="0">
                <a:solidFill>
                  <a:schemeClr val="bg1"/>
                </a:solidFill>
              </a:defRPr>
            </a:lvl1pPr>
          </a:lstStyle>
          <a:p>
            <a:pPr lvl="0"/>
            <a:endParaRPr lang="en-US" dirty="0"/>
          </a:p>
        </p:txBody>
      </p:sp>
      <p:sp>
        <p:nvSpPr>
          <p:cNvPr id="19" name="Title 1">
            <a:extLst>
              <a:ext uri="{FF2B5EF4-FFF2-40B4-BE49-F238E27FC236}">
                <a16:creationId xmlns:a16="http://schemas.microsoft.com/office/drawing/2014/main" id="{F666C84A-E025-3E4B-888D-A8A6704ED762}"/>
              </a:ext>
            </a:extLst>
          </p:cNvPr>
          <p:cNvSpPr>
            <a:spLocks noGrp="1"/>
          </p:cNvSpPr>
          <p:nvPr>
            <p:ph type="title"/>
          </p:nvPr>
        </p:nvSpPr>
        <p:spPr>
          <a:xfrm>
            <a:off x="640081" y="1122680"/>
            <a:ext cx="5669279" cy="1137920"/>
          </a:xfrm>
        </p:spPr>
        <p:txBody>
          <a:bodyPr/>
          <a:lstStyle>
            <a:lvl1pPr>
              <a:lnSpc>
                <a:spcPct val="90000"/>
              </a:lnSpc>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9539606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Divider_red-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CE0C5CB-21EF-4A49-A32F-967F51E9371E}"/>
              </a:ext>
            </a:extLst>
          </p:cNvPr>
          <p:cNvSpPr/>
          <p:nvPr userDrawn="1"/>
        </p:nvSpPr>
        <p:spPr>
          <a:xfrm>
            <a:off x="3017520" y="16846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4" name="Text Placeholder 21">
            <a:extLst>
              <a:ext uri="{FF2B5EF4-FFF2-40B4-BE49-F238E27FC236}">
                <a16:creationId xmlns:a16="http://schemas.microsoft.com/office/drawing/2014/main" id="{0DBC763D-CF3B-7A4D-AD09-726781A28587}"/>
              </a:ext>
            </a:extLst>
          </p:cNvPr>
          <p:cNvSpPr>
            <a:spLocks noGrp="1"/>
          </p:cNvSpPr>
          <p:nvPr>
            <p:ph type="body" sz="quarter" idx="14"/>
          </p:nvPr>
        </p:nvSpPr>
        <p:spPr>
          <a:xfrm>
            <a:off x="3017520" y="822960"/>
            <a:ext cx="5669280" cy="182880"/>
          </a:xfrm>
        </p:spPr>
        <p:txBody>
          <a:bodyPr/>
          <a:lstStyle>
            <a:lvl1pPr marL="0" indent="0">
              <a:buNone/>
              <a:defRPr sz="1097" b="1" cap="all" spc="299" baseline="0">
                <a:solidFill>
                  <a:schemeClr val="tx2"/>
                </a:solidFill>
              </a:defRPr>
            </a:lvl1pPr>
          </a:lstStyle>
          <a:p>
            <a:pPr lvl="0"/>
            <a:endParaRPr lang="en-US" dirty="0"/>
          </a:p>
        </p:txBody>
      </p:sp>
      <p:sp>
        <p:nvSpPr>
          <p:cNvPr id="2" name="Title 1">
            <a:extLst>
              <a:ext uri="{FF2B5EF4-FFF2-40B4-BE49-F238E27FC236}">
                <a16:creationId xmlns:a16="http://schemas.microsoft.com/office/drawing/2014/main" id="{4F8A48C8-B380-2546-B809-AB2C41B8BCB5}"/>
              </a:ext>
            </a:extLst>
          </p:cNvPr>
          <p:cNvSpPr>
            <a:spLocks noGrp="1"/>
          </p:cNvSpPr>
          <p:nvPr>
            <p:ph type="title"/>
          </p:nvPr>
        </p:nvSpPr>
        <p:spPr>
          <a:xfrm>
            <a:off x="3017520" y="1097280"/>
            <a:ext cx="6858000" cy="914400"/>
          </a:xfrm>
        </p:spPr>
        <p:txBody>
          <a:bodyPr/>
          <a:lstStyle/>
          <a:p>
            <a:r>
              <a:rPr lang="en-US" dirty="0"/>
              <a:t>Click to edit Master title style</a:t>
            </a:r>
          </a:p>
        </p:txBody>
      </p:sp>
      <p:sp>
        <p:nvSpPr>
          <p:cNvPr id="13" name="Text Placeholder 12">
            <a:extLst>
              <a:ext uri="{FF2B5EF4-FFF2-40B4-BE49-F238E27FC236}">
                <a16:creationId xmlns:a16="http://schemas.microsoft.com/office/drawing/2014/main" id="{FCC8FBEE-B70F-3742-A854-20520FBF1CD6}"/>
              </a:ext>
            </a:extLst>
          </p:cNvPr>
          <p:cNvSpPr>
            <a:spLocks noGrp="1"/>
          </p:cNvSpPr>
          <p:nvPr>
            <p:ph type="body" sz="quarter" idx="15"/>
          </p:nvPr>
        </p:nvSpPr>
        <p:spPr>
          <a:xfrm>
            <a:off x="3017520" y="2194560"/>
            <a:ext cx="6858000" cy="3657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B6B21D2C-72A2-4B4A-B55F-989CBBFD38DE}"/>
              </a:ext>
            </a:extLst>
          </p:cNvPr>
          <p:cNvSpPr/>
          <p:nvPr userDrawn="1"/>
        </p:nvSpPr>
        <p:spPr>
          <a:xfrm>
            <a:off x="0" y="3106540"/>
            <a:ext cx="2743200" cy="644920"/>
          </a:xfrm>
          <a:prstGeom prst="rect">
            <a:avLst/>
          </a:prstGeom>
          <a:solidFill>
            <a:schemeClr val="tx2"/>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Tree>
    <p:extLst>
      <p:ext uri="{BB962C8B-B14F-4D97-AF65-F5344CB8AC3E}">
        <p14:creationId xmlns:p14="http://schemas.microsoft.com/office/powerpoint/2010/main" val="148312062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7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4CED37-3AE0-4249-AE62-BC806EC55E45}"/>
              </a:ext>
            </a:extLst>
          </p:cNvPr>
          <p:cNvSpPr/>
          <p:nvPr userDrawn="1"/>
        </p:nvSpPr>
        <p:spPr>
          <a:xfrm>
            <a:off x="0" y="3106540"/>
            <a:ext cx="5257800" cy="644920"/>
          </a:xfrm>
          <a:prstGeom prst="rect">
            <a:avLst/>
          </a:prstGeom>
          <a:solidFill>
            <a:schemeClr val="bg2">
              <a:lumMod val="10000"/>
            </a:schemeClr>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5" name="Rectangle 4">
            <a:extLst>
              <a:ext uri="{FF2B5EF4-FFF2-40B4-BE49-F238E27FC236}">
                <a16:creationId xmlns:a16="http://schemas.microsoft.com/office/drawing/2014/main" id="{F33BA545-1C13-AB4B-9606-7023389BE3A9}"/>
              </a:ext>
            </a:extLst>
          </p:cNvPr>
          <p:cNvSpPr/>
          <p:nvPr userDrawn="1"/>
        </p:nvSpPr>
        <p:spPr>
          <a:xfrm>
            <a:off x="640079" y="168465"/>
            <a:ext cx="548640" cy="644920"/>
          </a:xfrm>
          <a:prstGeom prst="rect">
            <a:avLst/>
          </a:prstGeom>
          <a:solidFill>
            <a:schemeClr val="tx1"/>
          </a:solidFill>
        </p:spPr>
        <p:txBody>
          <a:bodyPr wrap="square" rtlCol="0" anchor="ctr">
            <a:spAutoFit/>
          </a:bodyPr>
          <a:lstStyle/>
          <a:p>
            <a:pPr algn="ctr"/>
            <a:endParaRPr lang="en-US" sz="3591" b="1" spc="-150" dirty="0">
              <a:solidFill>
                <a:srgbClr val="FFFFFF"/>
              </a:solidFill>
              <a:latin typeface="Arial" pitchFamily="34" charset="0"/>
              <a:cs typeface="Arial" pitchFamily="34" charset="0"/>
            </a:endParaRPr>
          </a:p>
        </p:txBody>
      </p:sp>
      <p:sp>
        <p:nvSpPr>
          <p:cNvPr id="6" name="Text Placeholder 21">
            <a:extLst>
              <a:ext uri="{FF2B5EF4-FFF2-40B4-BE49-F238E27FC236}">
                <a16:creationId xmlns:a16="http://schemas.microsoft.com/office/drawing/2014/main" id="{BC51D301-5886-2245-ADE2-1FA651B83482}"/>
              </a:ext>
            </a:extLst>
          </p:cNvPr>
          <p:cNvSpPr>
            <a:spLocks noGrp="1"/>
          </p:cNvSpPr>
          <p:nvPr>
            <p:ph type="body" sz="quarter" idx="14"/>
          </p:nvPr>
        </p:nvSpPr>
        <p:spPr>
          <a:xfrm>
            <a:off x="640080" y="822960"/>
            <a:ext cx="3657600" cy="182880"/>
          </a:xfrm>
        </p:spPr>
        <p:txBody>
          <a:bodyPr/>
          <a:lstStyle>
            <a:lvl1pPr marL="0" indent="0">
              <a:buNone/>
              <a:defRPr sz="1097" b="1" cap="all" spc="299" baseline="0">
                <a:solidFill>
                  <a:schemeClr val="tx2"/>
                </a:solidFill>
              </a:defRPr>
            </a:lvl1pPr>
          </a:lstStyle>
          <a:p>
            <a:pPr lvl="0"/>
            <a:endParaRPr lang="en-US" dirty="0"/>
          </a:p>
        </p:txBody>
      </p:sp>
      <p:sp>
        <p:nvSpPr>
          <p:cNvPr id="7" name="Title 1">
            <a:extLst>
              <a:ext uri="{FF2B5EF4-FFF2-40B4-BE49-F238E27FC236}">
                <a16:creationId xmlns:a16="http://schemas.microsoft.com/office/drawing/2014/main" id="{C5ECC21C-FAD4-FE43-80B2-3098EAFEADDB}"/>
              </a:ext>
            </a:extLst>
          </p:cNvPr>
          <p:cNvSpPr>
            <a:spLocks noGrp="1"/>
          </p:cNvSpPr>
          <p:nvPr>
            <p:ph type="title"/>
          </p:nvPr>
        </p:nvSpPr>
        <p:spPr>
          <a:xfrm>
            <a:off x="640079" y="1097280"/>
            <a:ext cx="3657600" cy="1102982"/>
          </a:xfrm>
        </p:spPr>
        <p:txBody>
          <a:bodyPr/>
          <a:lstStyle>
            <a:lvl1pPr>
              <a:defRPr sz="3591">
                <a:solidFill>
                  <a:schemeClr val="bg1"/>
                </a:solidFill>
              </a:defRPr>
            </a:lvl1pPr>
          </a:lstStyle>
          <a:p>
            <a:r>
              <a:rPr lang="en-US" dirty="0"/>
              <a:t>Click to edit Master title style</a:t>
            </a:r>
          </a:p>
        </p:txBody>
      </p:sp>
      <p:sp>
        <p:nvSpPr>
          <p:cNvPr id="11" name="Text Placeholder 12">
            <a:extLst>
              <a:ext uri="{FF2B5EF4-FFF2-40B4-BE49-F238E27FC236}">
                <a16:creationId xmlns:a16="http://schemas.microsoft.com/office/drawing/2014/main" id="{25E10B6A-D2BB-424C-A5BD-9E2361C9AC07}"/>
              </a:ext>
            </a:extLst>
          </p:cNvPr>
          <p:cNvSpPr>
            <a:spLocks noGrp="1"/>
          </p:cNvSpPr>
          <p:nvPr>
            <p:ph type="body" sz="quarter" idx="16"/>
          </p:nvPr>
        </p:nvSpPr>
        <p:spPr>
          <a:xfrm>
            <a:off x="5760721" y="1234440"/>
            <a:ext cx="5760720" cy="43891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2940458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Content slide blank">
    <p:spTree>
      <p:nvGrpSpPr>
        <p:cNvPr id="1" name=""/>
        <p:cNvGrpSpPr/>
        <p:nvPr/>
      </p:nvGrpSpPr>
      <p:grpSpPr>
        <a:xfrm>
          <a:off x="0" y="0"/>
          <a:ext cx="0" cy="0"/>
          <a:chOff x="0" y="0"/>
          <a:chExt cx="0" cy="0"/>
        </a:xfrm>
      </p:grpSpPr>
      <p:sp>
        <p:nvSpPr>
          <p:cNvPr id="4" name="Rectangle 3"/>
          <p:cNvSpPr>
            <a:spLocks noChangeArrowheads="1"/>
          </p:cNvSpPr>
          <p:nvPr/>
        </p:nvSpPr>
        <p:spPr bwMode="auto">
          <a:xfrm>
            <a:off x="1824038" y="6581777"/>
            <a:ext cx="8278812"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424" tIns="60711" rIns="121424" bIns="60711">
            <a:spAutoFit/>
          </a:bodyPr>
          <a:lstStyle/>
          <a:p>
            <a:pPr algn="ctr"/>
            <a:r>
              <a:rPr lang="en-US" sz="998">
                <a:solidFill>
                  <a:srgbClr val="505150"/>
                </a:solidFill>
                <a:cs typeface="Calibri" charset="0"/>
              </a:rPr>
              <a:t>Confidential &amp; Proprietary</a:t>
            </a:r>
            <a:endParaRPr lang="fr-FR" sz="998">
              <a:solidFill>
                <a:srgbClr val="505150"/>
              </a:solidFill>
            </a:endParaRPr>
          </a:p>
        </p:txBody>
      </p:sp>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9" y="6299200"/>
            <a:ext cx="1563687"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Page number"/>
          <p:cNvSpPr txBox="1">
            <a:spLocks/>
          </p:cNvSpPr>
          <p:nvPr/>
        </p:nvSpPr>
        <p:spPr>
          <a:xfrm>
            <a:off x="10852150" y="6535740"/>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4206" fontAlgn="auto">
              <a:spcBef>
                <a:spcPts val="0"/>
              </a:spcBef>
              <a:spcAft>
                <a:spcPts val="0"/>
              </a:spcAft>
              <a:buFont typeface="Arial" pitchFamily="34" charset="0"/>
              <a:buNone/>
              <a:defRPr/>
            </a:pPr>
            <a:fld id="{F171574E-8CE2-3540-B51F-7B17F34DC495}" type="slidenum">
              <a:rPr lang="en-GB" sz="998">
                <a:solidFill>
                  <a:srgbClr val="7F7F7F"/>
                </a:solidFill>
                <a:latin typeface="Tahoma"/>
                <a:cs typeface="Tahoma"/>
              </a:rPr>
              <a:pPr algn="r" defTabSz="1214206" fontAlgn="auto">
                <a:spcBef>
                  <a:spcPts val="0"/>
                </a:spcBef>
                <a:spcAft>
                  <a:spcPts val="0"/>
                </a:spcAft>
                <a:buFont typeface="Arial" pitchFamily="34" charset="0"/>
                <a:buNone/>
                <a:defRPr/>
              </a:pPr>
              <a:t>‹#›</a:t>
            </a:fld>
            <a:endParaRPr lang="en-GB" sz="1097" dirty="0">
              <a:solidFill>
                <a:srgbClr val="FF0000"/>
              </a:solidFill>
              <a:latin typeface="Tahoma"/>
              <a:cs typeface="Tahoma"/>
            </a:endParaRPr>
          </a:p>
        </p:txBody>
      </p:sp>
      <p:sp>
        <p:nvSpPr>
          <p:cNvPr id="30" name="Title"/>
          <p:cNvSpPr>
            <a:spLocks noGrp="1"/>
          </p:cNvSpPr>
          <p:nvPr>
            <p:ph type="title"/>
          </p:nvPr>
        </p:nvSpPr>
        <p:spPr>
          <a:xfrm>
            <a:off x="506614" y="0"/>
            <a:ext cx="11733927" cy="815354"/>
          </a:xfrm>
          <a:prstGeom prst="rect">
            <a:avLst/>
          </a:prstGeom>
        </p:spPr>
        <p:txBody>
          <a:bodyPr lIns="121725" tIns="60862" rIns="121725" bIns="60862" anchor="b" anchorCtr="0"/>
          <a:lstStyle>
            <a:lvl1pPr marL="0" indent="0" algn="l">
              <a:defRPr sz="3591" b="1" i="0" cap="none" spc="-100" baseline="0">
                <a:solidFill>
                  <a:schemeClr val="tx1"/>
                </a:solidFill>
                <a:latin typeface="Arial"/>
                <a:cs typeface="Arial"/>
              </a:defRPr>
            </a:lvl1pPr>
          </a:lstStyle>
          <a:p>
            <a:r>
              <a:rPr lang="en-US" noProof="0"/>
              <a:t>Click to edit Master title style</a:t>
            </a:r>
            <a:endParaRPr lang="en-US" noProof="0" dirty="0"/>
          </a:p>
        </p:txBody>
      </p:sp>
      <p:sp>
        <p:nvSpPr>
          <p:cNvPr id="31" name="Subtitle"/>
          <p:cNvSpPr>
            <a:spLocks noGrp="1"/>
          </p:cNvSpPr>
          <p:nvPr>
            <p:ph type="body" sz="quarter" idx="12"/>
          </p:nvPr>
        </p:nvSpPr>
        <p:spPr>
          <a:xfrm>
            <a:off x="506614" y="680979"/>
            <a:ext cx="11267190" cy="270000"/>
          </a:xfrm>
          <a:prstGeom prst="rect">
            <a:avLst/>
          </a:prstGeom>
        </p:spPr>
        <p:txBody>
          <a:bodyPr lIns="121725" tIns="60862" rIns="121725" bIns="60862"/>
          <a:lstStyle>
            <a:lvl1pPr marL="0" indent="0">
              <a:buFontTx/>
              <a:buNone/>
              <a:defRPr sz="1895" i="0" spc="200" baseline="0">
                <a:solidFill>
                  <a:srgbClr val="505150"/>
                </a:solidFill>
                <a:latin typeface="Arial"/>
                <a:cs typeface="Arial"/>
              </a:defRPr>
            </a:lvl1pPr>
            <a:lvl2pPr>
              <a:buFontTx/>
              <a:buNone/>
              <a:defRPr sz="1895" i="1" baseline="0">
                <a:latin typeface="Arial" pitchFamily="34" charset="0"/>
                <a:cs typeface="Arial" pitchFamily="34" charset="0"/>
              </a:defRPr>
            </a:lvl2pPr>
            <a:lvl3pPr>
              <a:buFontTx/>
              <a:buNone/>
              <a:defRPr sz="1895" i="1" baseline="0">
                <a:latin typeface="Arial" pitchFamily="34" charset="0"/>
                <a:cs typeface="Arial" pitchFamily="34" charset="0"/>
              </a:defRPr>
            </a:lvl3pPr>
            <a:lvl4pPr>
              <a:buFontTx/>
              <a:buNone/>
              <a:defRPr sz="1895" i="1" baseline="0">
                <a:latin typeface="Arial" pitchFamily="34" charset="0"/>
                <a:cs typeface="Arial" pitchFamily="34" charset="0"/>
              </a:defRPr>
            </a:lvl4pPr>
            <a:lvl5pPr>
              <a:buFontTx/>
              <a:buNone/>
              <a:defRPr sz="1895" i="1" baseline="0">
                <a:latin typeface="Arial" pitchFamily="34" charset="0"/>
                <a:cs typeface="Arial" pitchFamily="34" charset="0"/>
              </a:defRPr>
            </a:lvl5pPr>
          </a:lstStyle>
          <a:p>
            <a:pPr lvl="0"/>
            <a:r>
              <a:rPr lang="en-US" noProof="0"/>
              <a:t>Click to edit Master text styles</a:t>
            </a:r>
          </a:p>
        </p:txBody>
      </p:sp>
    </p:spTree>
    <p:extLst>
      <p:ext uri="{BB962C8B-B14F-4D97-AF65-F5344CB8AC3E}">
        <p14:creationId xmlns:p14="http://schemas.microsoft.com/office/powerpoint/2010/main" val="3677533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50.xml"/><Relationship Id="rId21" Type="http://schemas.openxmlformats.org/officeDocument/2006/relationships/slideLayout" Target="../slideLayouts/slideLayout45.xml"/><Relationship Id="rId42" Type="http://schemas.openxmlformats.org/officeDocument/2006/relationships/slideLayout" Target="../slideLayouts/slideLayout66.xml"/><Relationship Id="rId47" Type="http://schemas.openxmlformats.org/officeDocument/2006/relationships/slideLayout" Target="../slideLayouts/slideLayout71.xml"/><Relationship Id="rId63" Type="http://schemas.openxmlformats.org/officeDocument/2006/relationships/slideLayout" Target="../slideLayouts/slideLayout87.xml"/><Relationship Id="rId68" Type="http://schemas.openxmlformats.org/officeDocument/2006/relationships/slideLayout" Target="../slideLayouts/slideLayout92.xml"/><Relationship Id="rId16" Type="http://schemas.openxmlformats.org/officeDocument/2006/relationships/slideLayout" Target="../slideLayouts/slideLayout40.xml"/><Relationship Id="rId11" Type="http://schemas.openxmlformats.org/officeDocument/2006/relationships/slideLayout" Target="../slideLayouts/slideLayout35.xml"/><Relationship Id="rId32" Type="http://schemas.openxmlformats.org/officeDocument/2006/relationships/slideLayout" Target="../slideLayouts/slideLayout56.xml"/><Relationship Id="rId37" Type="http://schemas.openxmlformats.org/officeDocument/2006/relationships/slideLayout" Target="../slideLayouts/slideLayout61.xml"/><Relationship Id="rId53" Type="http://schemas.openxmlformats.org/officeDocument/2006/relationships/slideLayout" Target="../slideLayouts/slideLayout77.xml"/><Relationship Id="rId58" Type="http://schemas.openxmlformats.org/officeDocument/2006/relationships/slideLayout" Target="../slideLayouts/slideLayout82.xml"/><Relationship Id="rId74" Type="http://schemas.openxmlformats.org/officeDocument/2006/relationships/slideLayout" Target="../slideLayouts/slideLayout98.xml"/><Relationship Id="rId79" Type="http://schemas.openxmlformats.org/officeDocument/2006/relationships/slideLayout" Target="../slideLayouts/slideLayout103.xml"/><Relationship Id="rId5" Type="http://schemas.openxmlformats.org/officeDocument/2006/relationships/slideLayout" Target="../slideLayouts/slideLayout29.xml"/><Relationship Id="rId61" Type="http://schemas.openxmlformats.org/officeDocument/2006/relationships/slideLayout" Target="../slideLayouts/slideLayout85.xml"/><Relationship Id="rId82" Type="http://schemas.openxmlformats.org/officeDocument/2006/relationships/theme" Target="../theme/theme3.xml"/><Relationship Id="rId19" Type="http://schemas.openxmlformats.org/officeDocument/2006/relationships/slideLayout" Target="../slideLayouts/slideLayout4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slideLayout" Target="../slideLayouts/slideLayout51.xml"/><Relationship Id="rId30" Type="http://schemas.openxmlformats.org/officeDocument/2006/relationships/slideLayout" Target="../slideLayouts/slideLayout54.xml"/><Relationship Id="rId35" Type="http://schemas.openxmlformats.org/officeDocument/2006/relationships/slideLayout" Target="../slideLayouts/slideLayout59.xml"/><Relationship Id="rId43" Type="http://schemas.openxmlformats.org/officeDocument/2006/relationships/slideLayout" Target="../slideLayouts/slideLayout67.xml"/><Relationship Id="rId48" Type="http://schemas.openxmlformats.org/officeDocument/2006/relationships/slideLayout" Target="../slideLayouts/slideLayout72.xml"/><Relationship Id="rId56" Type="http://schemas.openxmlformats.org/officeDocument/2006/relationships/slideLayout" Target="../slideLayouts/slideLayout80.xml"/><Relationship Id="rId64" Type="http://schemas.openxmlformats.org/officeDocument/2006/relationships/slideLayout" Target="../slideLayouts/slideLayout88.xml"/><Relationship Id="rId69" Type="http://schemas.openxmlformats.org/officeDocument/2006/relationships/slideLayout" Target="../slideLayouts/slideLayout93.xml"/><Relationship Id="rId77" Type="http://schemas.openxmlformats.org/officeDocument/2006/relationships/slideLayout" Target="../slideLayouts/slideLayout101.xml"/><Relationship Id="rId8" Type="http://schemas.openxmlformats.org/officeDocument/2006/relationships/slideLayout" Target="../slideLayouts/slideLayout32.xml"/><Relationship Id="rId51" Type="http://schemas.openxmlformats.org/officeDocument/2006/relationships/slideLayout" Target="../slideLayouts/slideLayout75.xml"/><Relationship Id="rId72" Type="http://schemas.openxmlformats.org/officeDocument/2006/relationships/slideLayout" Target="../slideLayouts/slideLayout96.xml"/><Relationship Id="rId80" Type="http://schemas.openxmlformats.org/officeDocument/2006/relationships/slideLayout" Target="../slideLayouts/slideLayout104.xml"/><Relationship Id="rId3" Type="http://schemas.openxmlformats.org/officeDocument/2006/relationships/slideLayout" Target="../slideLayouts/slideLayout27.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33" Type="http://schemas.openxmlformats.org/officeDocument/2006/relationships/slideLayout" Target="../slideLayouts/slideLayout57.xml"/><Relationship Id="rId38" Type="http://schemas.openxmlformats.org/officeDocument/2006/relationships/slideLayout" Target="../slideLayouts/slideLayout62.xml"/><Relationship Id="rId46" Type="http://schemas.openxmlformats.org/officeDocument/2006/relationships/slideLayout" Target="../slideLayouts/slideLayout70.xml"/><Relationship Id="rId59" Type="http://schemas.openxmlformats.org/officeDocument/2006/relationships/slideLayout" Target="../slideLayouts/slideLayout83.xml"/><Relationship Id="rId67" Type="http://schemas.openxmlformats.org/officeDocument/2006/relationships/slideLayout" Target="../slideLayouts/slideLayout91.xml"/><Relationship Id="rId20" Type="http://schemas.openxmlformats.org/officeDocument/2006/relationships/slideLayout" Target="../slideLayouts/slideLayout44.xml"/><Relationship Id="rId41" Type="http://schemas.openxmlformats.org/officeDocument/2006/relationships/slideLayout" Target="../slideLayouts/slideLayout65.xml"/><Relationship Id="rId54" Type="http://schemas.openxmlformats.org/officeDocument/2006/relationships/slideLayout" Target="../slideLayouts/slideLayout78.xml"/><Relationship Id="rId62" Type="http://schemas.openxmlformats.org/officeDocument/2006/relationships/slideLayout" Target="../slideLayouts/slideLayout86.xml"/><Relationship Id="rId70" Type="http://schemas.openxmlformats.org/officeDocument/2006/relationships/slideLayout" Target="../slideLayouts/slideLayout94.xml"/><Relationship Id="rId75" Type="http://schemas.openxmlformats.org/officeDocument/2006/relationships/slideLayout" Target="../slideLayouts/slideLayout99.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28" Type="http://schemas.openxmlformats.org/officeDocument/2006/relationships/slideLayout" Target="../slideLayouts/slideLayout52.xml"/><Relationship Id="rId36" Type="http://schemas.openxmlformats.org/officeDocument/2006/relationships/slideLayout" Target="../slideLayouts/slideLayout60.xml"/><Relationship Id="rId49" Type="http://schemas.openxmlformats.org/officeDocument/2006/relationships/slideLayout" Target="../slideLayouts/slideLayout73.xml"/><Relationship Id="rId57" Type="http://schemas.openxmlformats.org/officeDocument/2006/relationships/slideLayout" Target="../slideLayouts/slideLayout81.xml"/><Relationship Id="rId10" Type="http://schemas.openxmlformats.org/officeDocument/2006/relationships/slideLayout" Target="../slideLayouts/slideLayout34.xml"/><Relationship Id="rId31" Type="http://schemas.openxmlformats.org/officeDocument/2006/relationships/slideLayout" Target="../slideLayouts/slideLayout55.xml"/><Relationship Id="rId44" Type="http://schemas.openxmlformats.org/officeDocument/2006/relationships/slideLayout" Target="../slideLayouts/slideLayout68.xml"/><Relationship Id="rId52" Type="http://schemas.openxmlformats.org/officeDocument/2006/relationships/slideLayout" Target="../slideLayouts/slideLayout76.xml"/><Relationship Id="rId60" Type="http://schemas.openxmlformats.org/officeDocument/2006/relationships/slideLayout" Target="../slideLayouts/slideLayout84.xml"/><Relationship Id="rId65" Type="http://schemas.openxmlformats.org/officeDocument/2006/relationships/slideLayout" Target="../slideLayouts/slideLayout89.xml"/><Relationship Id="rId73" Type="http://schemas.openxmlformats.org/officeDocument/2006/relationships/slideLayout" Target="../slideLayouts/slideLayout97.xml"/><Relationship Id="rId78" Type="http://schemas.openxmlformats.org/officeDocument/2006/relationships/slideLayout" Target="../slideLayouts/slideLayout102.xml"/><Relationship Id="rId81" Type="http://schemas.openxmlformats.org/officeDocument/2006/relationships/slideLayout" Target="../slideLayouts/slideLayout105.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9" Type="http://schemas.openxmlformats.org/officeDocument/2006/relationships/slideLayout" Target="../slideLayouts/slideLayout63.xml"/><Relationship Id="rId34" Type="http://schemas.openxmlformats.org/officeDocument/2006/relationships/slideLayout" Target="../slideLayouts/slideLayout58.xml"/><Relationship Id="rId50" Type="http://schemas.openxmlformats.org/officeDocument/2006/relationships/slideLayout" Target="../slideLayouts/slideLayout74.xml"/><Relationship Id="rId55" Type="http://schemas.openxmlformats.org/officeDocument/2006/relationships/slideLayout" Target="../slideLayouts/slideLayout79.xml"/><Relationship Id="rId76" Type="http://schemas.openxmlformats.org/officeDocument/2006/relationships/slideLayout" Target="../slideLayouts/slideLayout100.xml"/><Relationship Id="rId7" Type="http://schemas.openxmlformats.org/officeDocument/2006/relationships/slideLayout" Target="../slideLayouts/slideLayout31.xml"/><Relationship Id="rId71" Type="http://schemas.openxmlformats.org/officeDocument/2006/relationships/slideLayout" Target="../slideLayouts/slideLayout95.xml"/><Relationship Id="rId2" Type="http://schemas.openxmlformats.org/officeDocument/2006/relationships/slideLayout" Target="../slideLayouts/slideLayout26.xml"/><Relationship Id="rId29" Type="http://schemas.openxmlformats.org/officeDocument/2006/relationships/slideLayout" Target="../slideLayouts/slideLayout53.xml"/><Relationship Id="rId24" Type="http://schemas.openxmlformats.org/officeDocument/2006/relationships/slideLayout" Target="../slideLayouts/slideLayout48.xml"/><Relationship Id="rId40" Type="http://schemas.openxmlformats.org/officeDocument/2006/relationships/slideLayout" Target="../slideLayouts/slideLayout64.xml"/><Relationship Id="rId45" Type="http://schemas.openxmlformats.org/officeDocument/2006/relationships/slideLayout" Target="../slideLayouts/slideLayout69.xml"/><Relationship Id="rId66"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0CAF83-7FA9-63F8-B527-2D0E47AE85F4}"/>
              </a:ext>
            </a:extLst>
          </p:cNvPr>
          <p:cNvSpPr txBox="1"/>
          <p:nvPr userDrawn="1">
            <p:extLst>
              <p:ext uri="{1162E1C5-73C7-4A58-AE30-91384D911F3F}">
                <p184:classification xmlns:p184="http://schemas.microsoft.com/office/powerpoint/2018/4/main" val="hdr"/>
              </p:ext>
            </p:extLst>
          </p:nvPr>
        </p:nvSpPr>
        <p:spPr>
          <a:xfrm>
            <a:off x="11369675" y="63500"/>
            <a:ext cx="749300" cy="106680"/>
          </a:xfrm>
          <a:prstGeom prst="rect">
            <a:avLst/>
          </a:prstGeom>
        </p:spPr>
        <p:txBody>
          <a:bodyPr horzOverflow="overflow" lIns="0" tIns="0" rIns="0" bIns="0">
            <a:spAutoFit/>
          </a:bodyPr>
          <a:lstStyle/>
          <a:p>
            <a:pPr algn="l"/>
            <a:r>
              <a:rPr lang="en-US" sz="7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1 - General Business</a:t>
            </a:r>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9" r:id="rId8"/>
    <p:sldLayoutId id="2147483760" r:id="rId9"/>
    <p:sldLayoutId id="2147483761" r:id="rId10"/>
    <p:sldLayoutId id="2147483762" r:id="rId11"/>
  </p:sldLayoutIdLst>
  <p:txStyles>
    <p:titleStyle>
      <a:lvl1pPr algn="ctr" defTabSz="608013" rtl="0" eaLnBrk="1" fontAlgn="base" hangingPunct="1">
        <a:spcBef>
          <a:spcPct val="0"/>
        </a:spcBef>
        <a:spcAft>
          <a:spcPct val="0"/>
        </a:spcAft>
        <a:defRPr sz="5900" kern="1200">
          <a:solidFill>
            <a:schemeClr val="tx1"/>
          </a:solidFill>
          <a:latin typeface="+mj-lt"/>
          <a:ea typeface="ＭＳ Ｐゴシック" charset="0"/>
          <a:cs typeface="ＭＳ Ｐゴシック" charset="0"/>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p:titleStyle>
    <p:bodyStyle>
      <a:lvl1pPr marL="455613" indent="-455613" algn="l" defTabSz="608013" rtl="0" eaLnBrk="1" fontAlgn="base" hangingPunct="1">
        <a:spcBef>
          <a:spcPct val="20000"/>
        </a:spcBef>
        <a:spcAft>
          <a:spcPct val="0"/>
        </a:spcAft>
        <a:buFont typeface="Arial" charset="0"/>
        <a:buChar char="•"/>
        <a:defRPr sz="4300" kern="1200">
          <a:solidFill>
            <a:schemeClr val="tx1"/>
          </a:solidFill>
          <a:latin typeface="+mn-lt"/>
          <a:ea typeface="ＭＳ Ｐゴシック" charset="0"/>
          <a:cs typeface="ＭＳ Ｐゴシック" charset="0"/>
        </a:defRPr>
      </a:lvl1pPr>
      <a:lvl2pPr marL="989013" indent="-379413" algn="l" defTabSz="608013"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3213" algn="l" defTabSz="608013"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28838" indent="-303213" algn="l" defTabSz="608013" rtl="0" eaLnBrk="1" fontAlgn="base" hangingPunct="1">
        <a:spcBef>
          <a:spcPct val="20000"/>
        </a:spcBef>
        <a:spcAft>
          <a:spcPct val="0"/>
        </a:spcAft>
        <a:buFont typeface="Arial" charset="0"/>
        <a:buChar char="–"/>
        <a:defRPr sz="2700" kern="1200">
          <a:solidFill>
            <a:schemeClr val="tx1"/>
          </a:solidFill>
          <a:latin typeface="+mn-lt"/>
          <a:ea typeface="ＭＳ Ｐゴシック" charset="0"/>
          <a:cs typeface="+mn-cs"/>
        </a:defRPr>
      </a:lvl4pPr>
      <a:lvl5pPr marL="2738438" indent="-303213" algn="l" defTabSz="608013" rtl="0" eaLnBrk="1" fontAlgn="base" hangingPunct="1">
        <a:spcBef>
          <a:spcPct val="20000"/>
        </a:spcBef>
        <a:spcAft>
          <a:spcPct val="0"/>
        </a:spcAft>
        <a:buFont typeface="Arial" charset="0"/>
        <a:buChar char="»"/>
        <a:defRPr sz="2700" kern="1200">
          <a:solidFill>
            <a:schemeClr val="tx1"/>
          </a:solidFill>
          <a:latin typeface="+mn-lt"/>
          <a:ea typeface="ＭＳ Ｐゴシック" charset="0"/>
          <a:cs typeface="+mn-cs"/>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fr-FR"/>
      </a:defPPr>
      <a:lvl1pPr marL="0" algn="l" defTabSz="608625" rtl="0" eaLnBrk="1" latinLnBrk="0" hangingPunct="1">
        <a:defRPr sz="2400" kern="1200">
          <a:solidFill>
            <a:schemeClr val="tx1"/>
          </a:solidFill>
          <a:latin typeface="+mn-lt"/>
          <a:ea typeface="+mn-ea"/>
          <a:cs typeface="+mn-cs"/>
        </a:defRPr>
      </a:lvl1pPr>
      <a:lvl2pPr marL="608625" algn="l" defTabSz="608625" rtl="0" eaLnBrk="1" latinLnBrk="0" hangingPunct="1">
        <a:defRPr sz="2400" kern="1200">
          <a:solidFill>
            <a:schemeClr val="tx1"/>
          </a:solidFill>
          <a:latin typeface="+mn-lt"/>
          <a:ea typeface="+mn-ea"/>
          <a:cs typeface="+mn-cs"/>
        </a:defRPr>
      </a:lvl2pPr>
      <a:lvl3pPr marL="1217249" algn="l" defTabSz="608625" rtl="0" eaLnBrk="1" latinLnBrk="0" hangingPunct="1">
        <a:defRPr sz="2400" kern="1200">
          <a:solidFill>
            <a:schemeClr val="tx1"/>
          </a:solidFill>
          <a:latin typeface="+mn-lt"/>
          <a:ea typeface="+mn-ea"/>
          <a:cs typeface="+mn-cs"/>
        </a:defRPr>
      </a:lvl3pPr>
      <a:lvl4pPr marL="1825874" algn="l" defTabSz="608625" rtl="0" eaLnBrk="1" latinLnBrk="0" hangingPunct="1">
        <a:defRPr sz="2400" kern="1200">
          <a:solidFill>
            <a:schemeClr val="tx1"/>
          </a:solidFill>
          <a:latin typeface="+mn-lt"/>
          <a:ea typeface="+mn-ea"/>
          <a:cs typeface="+mn-cs"/>
        </a:defRPr>
      </a:lvl4pPr>
      <a:lvl5pPr marL="2434499" algn="l" defTabSz="608625" rtl="0" eaLnBrk="1" latinLnBrk="0" hangingPunct="1">
        <a:defRPr sz="2400" kern="1200">
          <a:solidFill>
            <a:schemeClr val="tx1"/>
          </a:solidFill>
          <a:latin typeface="+mn-lt"/>
          <a:ea typeface="+mn-ea"/>
          <a:cs typeface="+mn-cs"/>
        </a:defRPr>
      </a:lvl5pPr>
      <a:lvl6pPr marL="3043123" algn="l" defTabSz="608625" rtl="0" eaLnBrk="1" latinLnBrk="0" hangingPunct="1">
        <a:defRPr sz="2400" kern="1200">
          <a:solidFill>
            <a:schemeClr val="tx1"/>
          </a:solidFill>
          <a:latin typeface="+mn-lt"/>
          <a:ea typeface="+mn-ea"/>
          <a:cs typeface="+mn-cs"/>
        </a:defRPr>
      </a:lvl6pPr>
      <a:lvl7pPr marL="3651748" algn="l" defTabSz="608625" rtl="0" eaLnBrk="1" latinLnBrk="0" hangingPunct="1">
        <a:defRPr sz="2400" kern="1200">
          <a:solidFill>
            <a:schemeClr val="tx1"/>
          </a:solidFill>
          <a:latin typeface="+mn-lt"/>
          <a:ea typeface="+mn-ea"/>
          <a:cs typeface="+mn-cs"/>
        </a:defRPr>
      </a:lvl7pPr>
      <a:lvl8pPr marL="4260372" algn="l" defTabSz="608625" rtl="0" eaLnBrk="1" latinLnBrk="0" hangingPunct="1">
        <a:defRPr sz="2400" kern="1200">
          <a:solidFill>
            <a:schemeClr val="tx1"/>
          </a:solidFill>
          <a:latin typeface="+mn-lt"/>
          <a:ea typeface="+mn-ea"/>
          <a:cs typeface="+mn-cs"/>
        </a:defRPr>
      </a:lvl8pPr>
      <a:lvl9pPr marL="4868997" algn="l" defTabSz="60862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F6CECD-3F84-980C-6FDA-84C48B062DAA}"/>
              </a:ext>
            </a:extLst>
          </p:cNvPr>
          <p:cNvSpPr txBox="1"/>
          <p:nvPr userDrawn="1">
            <p:extLst>
              <p:ext uri="{1162E1C5-73C7-4A58-AE30-91384D911F3F}">
                <p184:classification xmlns:p184="http://schemas.microsoft.com/office/powerpoint/2018/4/main" val="hdr"/>
              </p:ext>
            </p:extLst>
          </p:nvPr>
        </p:nvSpPr>
        <p:spPr>
          <a:xfrm>
            <a:off x="11369675" y="63500"/>
            <a:ext cx="749300" cy="106680"/>
          </a:xfrm>
          <a:prstGeom prst="rect">
            <a:avLst/>
          </a:prstGeom>
        </p:spPr>
        <p:txBody>
          <a:bodyPr horzOverflow="overflow" lIns="0" tIns="0" rIns="0" bIns="0">
            <a:spAutoFit/>
          </a:bodyPr>
          <a:lstStyle/>
          <a:p>
            <a:pPr algn="l"/>
            <a:r>
              <a:rPr lang="en-US" sz="7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1 - General Business</a:t>
            </a:r>
          </a:p>
        </p:txBody>
      </p:sp>
    </p:spTree>
    <p:extLst>
      <p:ext uri="{BB962C8B-B14F-4D97-AF65-F5344CB8AC3E}">
        <p14:creationId xmlns:p14="http://schemas.microsoft.com/office/powerpoint/2010/main" val="2666041790"/>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Lst>
  <p:hf sldNum="0" hdr="0" ftr="0" dt="0"/>
  <p:txStyles>
    <p:titleStyle>
      <a:lvl1pPr algn="ctr" defTabSz="608013" rtl="0" eaLnBrk="1" fontAlgn="base" hangingPunct="1">
        <a:spcBef>
          <a:spcPct val="0"/>
        </a:spcBef>
        <a:spcAft>
          <a:spcPct val="0"/>
        </a:spcAft>
        <a:defRPr sz="5900" kern="1200">
          <a:solidFill>
            <a:schemeClr val="tx1"/>
          </a:solidFill>
          <a:latin typeface="+mj-lt"/>
          <a:ea typeface="ＭＳ Ｐゴシック" charset="0"/>
          <a:cs typeface="ＭＳ Ｐゴシック" charset="0"/>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p:titleStyle>
    <p:bodyStyle>
      <a:lvl1pPr marL="455613" indent="-455613" algn="l" defTabSz="608013" rtl="0" eaLnBrk="1" fontAlgn="base" hangingPunct="1">
        <a:spcBef>
          <a:spcPct val="20000"/>
        </a:spcBef>
        <a:spcAft>
          <a:spcPct val="0"/>
        </a:spcAft>
        <a:buFont typeface="Arial" charset="0"/>
        <a:buChar char="•"/>
        <a:defRPr sz="4300" kern="1200">
          <a:solidFill>
            <a:schemeClr val="tx1"/>
          </a:solidFill>
          <a:latin typeface="+mn-lt"/>
          <a:ea typeface="ＭＳ Ｐゴシック" charset="0"/>
          <a:cs typeface="ＭＳ Ｐゴシック" charset="0"/>
        </a:defRPr>
      </a:lvl1pPr>
      <a:lvl2pPr marL="989013" indent="-379413" algn="l" defTabSz="608013"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3213" algn="l" defTabSz="608013"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28838" indent="-303213" algn="l" defTabSz="608013" rtl="0" eaLnBrk="1" fontAlgn="base" hangingPunct="1">
        <a:spcBef>
          <a:spcPct val="20000"/>
        </a:spcBef>
        <a:spcAft>
          <a:spcPct val="0"/>
        </a:spcAft>
        <a:buFont typeface="Arial" charset="0"/>
        <a:buChar char="–"/>
        <a:defRPr sz="2700" kern="1200">
          <a:solidFill>
            <a:schemeClr val="tx1"/>
          </a:solidFill>
          <a:latin typeface="+mn-lt"/>
          <a:ea typeface="ＭＳ Ｐゴシック" charset="0"/>
          <a:cs typeface="+mn-cs"/>
        </a:defRPr>
      </a:lvl4pPr>
      <a:lvl5pPr marL="2738438" indent="-303213" algn="l" defTabSz="608013" rtl="0" eaLnBrk="1" fontAlgn="base" hangingPunct="1">
        <a:spcBef>
          <a:spcPct val="20000"/>
        </a:spcBef>
        <a:spcAft>
          <a:spcPct val="0"/>
        </a:spcAft>
        <a:buFont typeface="Arial" charset="0"/>
        <a:buChar char="»"/>
        <a:defRPr sz="2700" kern="1200">
          <a:solidFill>
            <a:schemeClr val="tx1"/>
          </a:solidFill>
          <a:latin typeface="+mn-lt"/>
          <a:ea typeface="ＭＳ Ｐゴシック" charset="0"/>
          <a:cs typeface="+mn-cs"/>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fr-FR"/>
      </a:defPPr>
      <a:lvl1pPr marL="0" algn="l" defTabSz="608625" rtl="0" eaLnBrk="1" latinLnBrk="0" hangingPunct="1">
        <a:defRPr sz="2400" kern="1200">
          <a:solidFill>
            <a:schemeClr val="tx1"/>
          </a:solidFill>
          <a:latin typeface="+mn-lt"/>
          <a:ea typeface="+mn-ea"/>
          <a:cs typeface="+mn-cs"/>
        </a:defRPr>
      </a:lvl1pPr>
      <a:lvl2pPr marL="608625" algn="l" defTabSz="608625" rtl="0" eaLnBrk="1" latinLnBrk="0" hangingPunct="1">
        <a:defRPr sz="2400" kern="1200">
          <a:solidFill>
            <a:schemeClr val="tx1"/>
          </a:solidFill>
          <a:latin typeface="+mn-lt"/>
          <a:ea typeface="+mn-ea"/>
          <a:cs typeface="+mn-cs"/>
        </a:defRPr>
      </a:lvl2pPr>
      <a:lvl3pPr marL="1217249" algn="l" defTabSz="608625" rtl="0" eaLnBrk="1" latinLnBrk="0" hangingPunct="1">
        <a:defRPr sz="2400" kern="1200">
          <a:solidFill>
            <a:schemeClr val="tx1"/>
          </a:solidFill>
          <a:latin typeface="+mn-lt"/>
          <a:ea typeface="+mn-ea"/>
          <a:cs typeface="+mn-cs"/>
        </a:defRPr>
      </a:lvl3pPr>
      <a:lvl4pPr marL="1825874" algn="l" defTabSz="608625" rtl="0" eaLnBrk="1" latinLnBrk="0" hangingPunct="1">
        <a:defRPr sz="2400" kern="1200">
          <a:solidFill>
            <a:schemeClr val="tx1"/>
          </a:solidFill>
          <a:latin typeface="+mn-lt"/>
          <a:ea typeface="+mn-ea"/>
          <a:cs typeface="+mn-cs"/>
        </a:defRPr>
      </a:lvl4pPr>
      <a:lvl5pPr marL="2434499" algn="l" defTabSz="608625" rtl="0" eaLnBrk="1" latinLnBrk="0" hangingPunct="1">
        <a:defRPr sz="2400" kern="1200">
          <a:solidFill>
            <a:schemeClr val="tx1"/>
          </a:solidFill>
          <a:latin typeface="+mn-lt"/>
          <a:ea typeface="+mn-ea"/>
          <a:cs typeface="+mn-cs"/>
        </a:defRPr>
      </a:lvl5pPr>
      <a:lvl6pPr marL="3043123" algn="l" defTabSz="608625" rtl="0" eaLnBrk="1" latinLnBrk="0" hangingPunct="1">
        <a:defRPr sz="2400" kern="1200">
          <a:solidFill>
            <a:schemeClr val="tx1"/>
          </a:solidFill>
          <a:latin typeface="+mn-lt"/>
          <a:ea typeface="+mn-ea"/>
          <a:cs typeface="+mn-cs"/>
        </a:defRPr>
      </a:lvl6pPr>
      <a:lvl7pPr marL="3651748" algn="l" defTabSz="608625" rtl="0" eaLnBrk="1" latinLnBrk="0" hangingPunct="1">
        <a:defRPr sz="2400" kern="1200">
          <a:solidFill>
            <a:schemeClr val="tx1"/>
          </a:solidFill>
          <a:latin typeface="+mn-lt"/>
          <a:ea typeface="+mn-ea"/>
          <a:cs typeface="+mn-cs"/>
        </a:defRPr>
      </a:lvl7pPr>
      <a:lvl8pPr marL="4260372" algn="l" defTabSz="608625" rtl="0" eaLnBrk="1" latinLnBrk="0" hangingPunct="1">
        <a:defRPr sz="2400" kern="1200">
          <a:solidFill>
            <a:schemeClr val="tx1"/>
          </a:solidFill>
          <a:latin typeface="+mn-lt"/>
          <a:ea typeface="+mn-ea"/>
          <a:cs typeface="+mn-cs"/>
        </a:defRPr>
      </a:lvl8pPr>
      <a:lvl9pPr marL="4868997" algn="l" defTabSz="60862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BFB8DD-7F50-9543-B82F-BEF213CAD827}"/>
              </a:ext>
            </a:extLst>
          </p:cNvPr>
          <p:cNvSpPr>
            <a:spLocks noGrp="1"/>
          </p:cNvSpPr>
          <p:nvPr>
            <p:ph type="title"/>
          </p:nvPr>
        </p:nvSpPr>
        <p:spPr>
          <a:xfrm>
            <a:off x="640080" y="1097280"/>
            <a:ext cx="6858000" cy="914400"/>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1ADA8C5C-D317-A145-AF91-44221CC6BA08}"/>
              </a:ext>
            </a:extLst>
          </p:cNvPr>
          <p:cNvSpPr>
            <a:spLocks noGrp="1"/>
          </p:cNvSpPr>
          <p:nvPr>
            <p:ph type="body" idx="1"/>
          </p:nvPr>
        </p:nvSpPr>
        <p:spPr>
          <a:xfrm>
            <a:off x="640080" y="2194562"/>
            <a:ext cx="6858000" cy="416528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B2231F29-AFB9-571B-CDEA-D3C40A5274B5}"/>
              </a:ext>
            </a:extLst>
          </p:cNvPr>
          <p:cNvSpPr txBox="1"/>
          <p:nvPr userDrawn="1">
            <p:extLst>
              <p:ext uri="{1162E1C5-73C7-4A58-AE30-91384D911F3F}">
                <p184:classification xmlns:p184="http://schemas.microsoft.com/office/powerpoint/2018/4/main" val="hdr"/>
              </p:ext>
            </p:extLst>
          </p:nvPr>
        </p:nvSpPr>
        <p:spPr>
          <a:xfrm>
            <a:off x="11369675" y="63500"/>
            <a:ext cx="749300" cy="106680"/>
          </a:xfrm>
          <a:prstGeom prst="rect">
            <a:avLst/>
          </a:prstGeom>
        </p:spPr>
        <p:txBody>
          <a:bodyPr horzOverflow="overflow" lIns="0" tIns="0" rIns="0" bIns="0">
            <a:spAutoFit/>
          </a:bodyPr>
          <a:lstStyle/>
          <a:p>
            <a:pPr algn="l"/>
            <a:r>
              <a:rPr lang="en-US" sz="7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1 - General Business</a:t>
            </a:r>
          </a:p>
        </p:txBody>
      </p:sp>
    </p:spTree>
    <p:extLst>
      <p:ext uri="{BB962C8B-B14F-4D97-AF65-F5344CB8AC3E}">
        <p14:creationId xmlns:p14="http://schemas.microsoft.com/office/powerpoint/2010/main" val="2748010625"/>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04" r:id="rId26"/>
    <p:sldLayoutId id="2147483805" r:id="rId27"/>
    <p:sldLayoutId id="2147483806" r:id="rId28"/>
    <p:sldLayoutId id="2147483807" r:id="rId29"/>
    <p:sldLayoutId id="2147483808" r:id="rId30"/>
    <p:sldLayoutId id="2147483809" r:id="rId31"/>
    <p:sldLayoutId id="2147483810" r:id="rId32"/>
    <p:sldLayoutId id="2147483811" r:id="rId33"/>
    <p:sldLayoutId id="2147483812" r:id="rId34"/>
    <p:sldLayoutId id="2147483813" r:id="rId35"/>
    <p:sldLayoutId id="2147483814" r:id="rId36"/>
    <p:sldLayoutId id="2147483815" r:id="rId37"/>
    <p:sldLayoutId id="2147483816" r:id="rId38"/>
    <p:sldLayoutId id="2147483819" r:id="rId39"/>
    <p:sldLayoutId id="2147483821" r:id="rId40"/>
    <p:sldLayoutId id="2147483822" r:id="rId41"/>
    <p:sldLayoutId id="2147483824" r:id="rId42"/>
    <p:sldLayoutId id="2147483825" r:id="rId43"/>
    <p:sldLayoutId id="2147483826" r:id="rId44"/>
    <p:sldLayoutId id="2147483827" r:id="rId45"/>
    <p:sldLayoutId id="2147483828" r:id="rId46"/>
    <p:sldLayoutId id="2147483829" r:id="rId47"/>
    <p:sldLayoutId id="2147483830" r:id="rId48"/>
    <p:sldLayoutId id="2147483831" r:id="rId49"/>
    <p:sldLayoutId id="2147483832" r:id="rId50"/>
    <p:sldLayoutId id="2147483833" r:id="rId51"/>
    <p:sldLayoutId id="2147483834" r:id="rId52"/>
    <p:sldLayoutId id="2147483835" r:id="rId53"/>
    <p:sldLayoutId id="2147483836" r:id="rId54"/>
    <p:sldLayoutId id="2147483837" r:id="rId55"/>
    <p:sldLayoutId id="2147483838" r:id="rId56"/>
    <p:sldLayoutId id="2147483839" r:id="rId57"/>
    <p:sldLayoutId id="2147483840" r:id="rId58"/>
    <p:sldLayoutId id="2147483841" r:id="rId59"/>
    <p:sldLayoutId id="2147483842" r:id="rId60"/>
    <p:sldLayoutId id="2147483843" r:id="rId61"/>
    <p:sldLayoutId id="2147483844" r:id="rId62"/>
    <p:sldLayoutId id="2147483846" r:id="rId63"/>
    <p:sldLayoutId id="2147483847" r:id="rId64"/>
    <p:sldLayoutId id="2147483848" r:id="rId65"/>
    <p:sldLayoutId id="2147483849" r:id="rId66"/>
    <p:sldLayoutId id="2147483850" r:id="rId67"/>
    <p:sldLayoutId id="2147483852" r:id="rId68"/>
    <p:sldLayoutId id="2147483853" r:id="rId69"/>
    <p:sldLayoutId id="2147483854" r:id="rId70"/>
    <p:sldLayoutId id="2147483855" r:id="rId71"/>
    <p:sldLayoutId id="2147483856" r:id="rId72"/>
    <p:sldLayoutId id="2147483857" r:id="rId73"/>
    <p:sldLayoutId id="2147483858" r:id="rId74"/>
    <p:sldLayoutId id="2147483859" r:id="rId75"/>
    <p:sldLayoutId id="2147483860" r:id="rId76"/>
    <p:sldLayoutId id="2147483861" r:id="rId77"/>
    <p:sldLayoutId id="2147483862" r:id="rId78"/>
    <p:sldLayoutId id="2147483863" r:id="rId79"/>
    <p:sldLayoutId id="2147483865" r:id="rId80"/>
    <p:sldLayoutId id="2147483872" r:id="rId81"/>
  </p:sldLayoutIdLst>
  <p:txStyles>
    <p:titleStyle>
      <a:lvl1pPr algn="l" defTabSz="606493" rtl="0" eaLnBrk="1" fontAlgn="base" hangingPunct="1">
        <a:lnSpc>
          <a:spcPct val="90000"/>
        </a:lnSpc>
        <a:spcBef>
          <a:spcPct val="0"/>
        </a:spcBef>
        <a:spcAft>
          <a:spcPct val="0"/>
        </a:spcAft>
        <a:defRPr sz="3591" b="0" i="0" kern="1200" baseline="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defRPr>
      </a:lvl1pPr>
      <a:lvl2pPr algn="ctr" defTabSz="606493" rtl="0" eaLnBrk="1" fontAlgn="base" hangingPunct="1">
        <a:spcBef>
          <a:spcPct val="0"/>
        </a:spcBef>
        <a:spcAft>
          <a:spcPct val="0"/>
        </a:spcAft>
        <a:defRPr sz="5885">
          <a:solidFill>
            <a:schemeClr val="tx1"/>
          </a:solidFill>
          <a:latin typeface="Arial" charset="0"/>
          <a:ea typeface="ＭＳ Ｐゴシック" charset="0"/>
          <a:cs typeface="ＭＳ Ｐゴシック" charset="0"/>
        </a:defRPr>
      </a:lvl2pPr>
      <a:lvl3pPr algn="ctr" defTabSz="606493" rtl="0" eaLnBrk="1" fontAlgn="base" hangingPunct="1">
        <a:spcBef>
          <a:spcPct val="0"/>
        </a:spcBef>
        <a:spcAft>
          <a:spcPct val="0"/>
        </a:spcAft>
        <a:defRPr sz="5885">
          <a:solidFill>
            <a:schemeClr val="tx1"/>
          </a:solidFill>
          <a:latin typeface="Arial" charset="0"/>
          <a:ea typeface="ＭＳ Ｐゴシック" charset="0"/>
          <a:cs typeface="ＭＳ Ｐゴシック" charset="0"/>
        </a:defRPr>
      </a:lvl3pPr>
      <a:lvl4pPr algn="ctr" defTabSz="606493" rtl="0" eaLnBrk="1" fontAlgn="base" hangingPunct="1">
        <a:spcBef>
          <a:spcPct val="0"/>
        </a:spcBef>
        <a:spcAft>
          <a:spcPct val="0"/>
        </a:spcAft>
        <a:defRPr sz="5885">
          <a:solidFill>
            <a:schemeClr val="tx1"/>
          </a:solidFill>
          <a:latin typeface="Arial" charset="0"/>
          <a:ea typeface="ＭＳ Ｐゴシック" charset="0"/>
          <a:cs typeface="ＭＳ Ｐゴシック" charset="0"/>
        </a:defRPr>
      </a:lvl4pPr>
      <a:lvl5pPr algn="ctr" defTabSz="606493" rtl="0" eaLnBrk="1" fontAlgn="base" hangingPunct="1">
        <a:spcBef>
          <a:spcPct val="0"/>
        </a:spcBef>
        <a:spcAft>
          <a:spcPct val="0"/>
        </a:spcAft>
        <a:defRPr sz="5885">
          <a:solidFill>
            <a:schemeClr val="tx1"/>
          </a:solidFill>
          <a:latin typeface="Arial" charset="0"/>
          <a:ea typeface="ＭＳ Ｐゴシック" charset="0"/>
          <a:cs typeface="ＭＳ Ｐゴシック" charset="0"/>
        </a:defRPr>
      </a:lvl5pPr>
      <a:lvl6pPr marL="456057" algn="ctr" defTabSz="606493" rtl="0" eaLnBrk="1" fontAlgn="base" hangingPunct="1">
        <a:spcBef>
          <a:spcPct val="0"/>
        </a:spcBef>
        <a:spcAft>
          <a:spcPct val="0"/>
        </a:spcAft>
        <a:defRPr sz="5885">
          <a:solidFill>
            <a:schemeClr val="tx1"/>
          </a:solidFill>
          <a:latin typeface="Arial" charset="0"/>
          <a:ea typeface="ＭＳ Ｐゴシック" charset="0"/>
          <a:cs typeface="ＭＳ Ｐゴシック" charset="0"/>
        </a:defRPr>
      </a:lvl6pPr>
      <a:lvl7pPr marL="912114" algn="ctr" defTabSz="606493" rtl="0" eaLnBrk="1" fontAlgn="base" hangingPunct="1">
        <a:spcBef>
          <a:spcPct val="0"/>
        </a:spcBef>
        <a:spcAft>
          <a:spcPct val="0"/>
        </a:spcAft>
        <a:defRPr sz="5885">
          <a:solidFill>
            <a:schemeClr val="tx1"/>
          </a:solidFill>
          <a:latin typeface="Arial" charset="0"/>
          <a:ea typeface="ＭＳ Ｐゴシック" charset="0"/>
          <a:cs typeface="ＭＳ Ｐゴシック" charset="0"/>
        </a:defRPr>
      </a:lvl7pPr>
      <a:lvl8pPr marL="1368171" algn="ctr" defTabSz="606493" rtl="0" eaLnBrk="1" fontAlgn="base" hangingPunct="1">
        <a:spcBef>
          <a:spcPct val="0"/>
        </a:spcBef>
        <a:spcAft>
          <a:spcPct val="0"/>
        </a:spcAft>
        <a:defRPr sz="5885">
          <a:solidFill>
            <a:schemeClr val="tx1"/>
          </a:solidFill>
          <a:latin typeface="Arial" charset="0"/>
          <a:ea typeface="ＭＳ Ｐゴシック" charset="0"/>
          <a:cs typeface="ＭＳ Ｐゴシック" charset="0"/>
        </a:defRPr>
      </a:lvl8pPr>
      <a:lvl9pPr marL="1824228" algn="ctr" defTabSz="606493" rtl="0" eaLnBrk="1" fontAlgn="base" hangingPunct="1">
        <a:spcBef>
          <a:spcPct val="0"/>
        </a:spcBef>
        <a:spcAft>
          <a:spcPct val="0"/>
        </a:spcAft>
        <a:defRPr sz="5885">
          <a:solidFill>
            <a:schemeClr val="tx1"/>
          </a:solidFill>
          <a:latin typeface="Arial" charset="0"/>
          <a:ea typeface="ＭＳ Ｐゴシック" charset="0"/>
          <a:cs typeface="ＭＳ Ｐゴシック" charset="0"/>
        </a:defRPr>
      </a:lvl9pPr>
    </p:titleStyle>
    <p:bodyStyle>
      <a:lvl1pPr marL="0" indent="0" algn="l" defTabSz="606493" rtl="0" eaLnBrk="1" fontAlgn="base" hangingPunct="1">
        <a:spcBef>
          <a:spcPct val="20000"/>
        </a:spcBef>
        <a:spcAft>
          <a:spcPct val="0"/>
        </a:spcAft>
        <a:buFont typeface="Arial" panose="020B0604020202020204" pitchFamily="34" charset="0"/>
        <a:buNone/>
        <a:defRPr sz="1795" kern="120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defRPr>
      </a:lvl1pPr>
      <a:lvl2pPr marL="456057" indent="-182423" algn="l" defTabSz="606493" rtl="0" eaLnBrk="1" fontAlgn="base" hangingPunct="1">
        <a:spcBef>
          <a:spcPts val="499"/>
        </a:spcBef>
        <a:spcAft>
          <a:spcPct val="0"/>
        </a:spcAft>
        <a:buFont typeface="Arial" panose="020B0604020202020204" pitchFamily="34" charset="0"/>
        <a:buChar char="•"/>
        <a:defRPr sz="1795" kern="120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defRPr>
      </a:lvl2pPr>
      <a:lvl3pPr marL="912114" indent="-182423" algn="l" defTabSz="606493" rtl="0" eaLnBrk="1" fontAlgn="base" hangingPunct="1">
        <a:spcBef>
          <a:spcPts val="499"/>
        </a:spcBef>
        <a:spcAft>
          <a:spcPct val="0"/>
        </a:spcAft>
        <a:buFont typeface="Arial" panose="020B0604020202020204" pitchFamily="34" charset="0"/>
        <a:buChar char="•"/>
        <a:defRPr sz="1596" kern="120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defRPr>
      </a:lvl3pPr>
      <a:lvl4pPr marL="1368171" indent="-182423" algn="l" defTabSz="606493" rtl="0" eaLnBrk="1" fontAlgn="base" hangingPunct="1">
        <a:spcBef>
          <a:spcPts val="499"/>
        </a:spcBef>
        <a:spcAft>
          <a:spcPct val="0"/>
        </a:spcAft>
        <a:buFont typeface="Arial" panose="020B0604020202020204" pitchFamily="34" charset="0"/>
        <a:buChar char="•"/>
        <a:defRPr sz="1397"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4228" indent="-182423" algn="l" defTabSz="606493" rtl="0" eaLnBrk="1" fontAlgn="base" hangingPunct="1">
        <a:spcBef>
          <a:spcPts val="499"/>
        </a:spcBef>
        <a:spcAft>
          <a:spcPct val="0"/>
        </a:spcAft>
        <a:buFont typeface="Arial" panose="020B0604020202020204" pitchFamily="34" charset="0"/>
        <a:buChar char="•"/>
        <a:defRPr sz="1397"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3339067" indent="-303551" algn="l" defTabSz="607103" rtl="0" eaLnBrk="1" latinLnBrk="0" hangingPunct="1">
        <a:spcBef>
          <a:spcPct val="20000"/>
        </a:spcBef>
        <a:buFont typeface="Arial"/>
        <a:buChar char="•"/>
        <a:defRPr sz="2693" kern="1200">
          <a:solidFill>
            <a:schemeClr val="tx1"/>
          </a:solidFill>
          <a:latin typeface="+mn-lt"/>
          <a:ea typeface="+mn-ea"/>
          <a:cs typeface="+mn-cs"/>
        </a:defRPr>
      </a:lvl6pPr>
      <a:lvl7pPr marL="3946170" indent="-303551" algn="l" defTabSz="607103" rtl="0" eaLnBrk="1" latinLnBrk="0" hangingPunct="1">
        <a:spcBef>
          <a:spcPct val="20000"/>
        </a:spcBef>
        <a:buFont typeface="Arial"/>
        <a:buChar char="•"/>
        <a:defRPr sz="2693" kern="1200">
          <a:solidFill>
            <a:schemeClr val="tx1"/>
          </a:solidFill>
          <a:latin typeface="+mn-lt"/>
          <a:ea typeface="+mn-ea"/>
          <a:cs typeface="+mn-cs"/>
        </a:defRPr>
      </a:lvl7pPr>
      <a:lvl8pPr marL="4553273" indent="-303551" algn="l" defTabSz="607103" rtl="0" eaLnBrk="1" latinLnBrk="0" hangingPunct="1">
        <a:spcBef>
          <a:spcPct val="20000"/>
        </a:spcBef>
        <a:buFont typeface="Arial"/>
        <a:buChar char="•"/>
        <a:defRPr sz="2693" kern="1200">
          <a:solidFill>
            <a:schemeClr val="tx1"/>
          </a:solidFill>
          <a:latin typeface="+mn-lt"/>
          <a:ea typeface="+mn-ea"/>
          <a:cs typeface="+mn-cs"/>
        </a:defRPr>
      </a:lvl8pPr>
      <a:lvl9pPr marL="5160376" indent="-303551" algn="l" defTabSz="607103" rtl="0" eaLnBrk="1" latinLnBrk="0" hangingPunct="1">
        <a:spcBef>
          <a:spcPct val="20000"/>
        </a:spcBef>
        <a:buFont typeface="Arial"/>
        <a:buChar char="•"/>
        <a:defRPr sz="2693" kern="1200">
          <a:solidFill>
            <a:schemeClr val="tx1"/>
          </a:solidFill>
          <a:latin typeface="+mn-lt"/>
          <a:ea typeface="+mn-ea"/>
          <a:cs typeface="+mn-cs"/>
        </a:defRPr>
      </a:lvl9pPr>
    </p:bodyStyle>
    <p:otherStyle>
      <a:defPPr>
        <a:defRPr lang="fr-FR"/>
      </a:defPPr>
      <a:lvl1pPr marL="0" algn="l" defTabSz="607103" rtl="0" eaLnBrk="1" latinLnBrk="0" hangingPunct="1">
        <a:defRPr sz="2394" kern="1200">
          <a:solidFill>
            <a:schemeClr val="tx1"/>
          </a:solidFill>
          <a:latin typeface="+mn-lt"/>
          <a:ea typeface="+mn-ea"/>
          <a:cs typeface="+mn-cs"/>
        </a:defRPr>
      </a:lvl1pPr>
      <a:lvl2pPr marL="607103" algn="l" defTabSz="607103" rtl="0" eaLnBrk="1" latinLnBrk="0" hangingPunct="1">
        <a:defRPr sz="2394" kern="1200">
          <a:solidFill>
            <a:schemeClr val="tx1"/>
          </a:solidFill>
          <a:latin typeface="+mn-lt"/>
          <a:ea typeface="+mn-ea"/>
          <a:cs typeface="+mn-cs"/>
        </a:defRPr>
      </a:lvl2pPr>
      <a:lvl3pPr marL="1214206" algn="l" defTabSz="607103" rtl="0" eaLnBrk="1" latinLnBrk="0" hangingPunct="1">
        <a:defRPr sz="2394" kern="1200">
          <a:solidFill>
            <a:schemeClr val="tx1"/>
          </a:solidFill>
          <a:latin typeface="+mn-lt"/>
          <a:ea typeface="+mn-ea"/>
          <a:cs typeface="+mn-cs"/>
        </a:defRPr>
      </a:lvl3pPr>
      <a:lvl4pPr marL="1821309" algn="l" defTabSz="607103" rtl="0" eaLnBrk="1" latinLnBrk="0" hangingPunct="1">
        <a:defRPr sz="2394" kern="1200">
          <a:solidFill>
            <a:schemeClr val="tx1"/>
          </a:solidFill>
          <a:latin typeface="+mn-lt"/>
          <a:ea typeface="+mn-ea"/>
          <a:cs typeface="+mn-cs"/>
        </a:defRPr>
      </a:lvl4pPr>
      <a:lvl5pPr marL="2428413" algn="l" defTabSz="607103" rtl="0" eaLnBrk="1" latinLnBrk="0" hangingPunct="1">
        <a:defRPr sz="2394" kern="1200">
          <a:solidFill>
            <a:schemeClr val="tx1"/>
          </a:solidFill>
          <a:latin typeface="+mn-lt"/>
          <a:ea typeface="+mn-ea"/>
          <a:cs typeface="+mn-cs"/>
        </a:defRPr>
      </a:lvl5pPr>
      <a:lvl6pPr marL="3035515" algn="l" defTabSz="607103" rtl="0" eaLnBrk="1" latinLnBrk="0" hangingPunct="1">
        <a:defRPr sz="2394" kern="1200">
          <a:solidFill>
            <a:schemeClr val="tx1"/>
          </a:solidFill>
          <a:latin typeface="+mn-lt"/>
          <a:ea typeface="+mn-ea"/>
          <a:cs typeface="+mn-cs"/>
        </a:defRPr>
      </a:lvl6pPr>
      <a:lvl7pPr marL="3642619" algn="l" defTabSz="607103" rtl="0" eaLnBrk="1" latinLnBrk="0" hangingPunct="1">
        <a:defRPr sz="2394" kern="1200">
          <a:solidFill>
            <a:schemeClr val="tx1"/>
          </a:solidFill>
          <a:latin typeface="+mn-lt"/>
          <a:ea typeface="+mn-ea"/>
          <a:cs typeface="+mn-cs"/>
        </a:defRPr>
      </a:lvl7pPr>
      <a:lvl8pPr marL="4249721" algn="l" defTabSz="607103" rtl="0" eaLnBrk="1" latinLnBrk="0" hangingPunct="1">
        <a:defRPr sz="2394" kern="1200">
          <a:solidFill>
            <a:schemeClr val="tx1"/>
          </a:solidFill>
          <a:latin typeface="+mn-lt"/>
          <a:ea typeface="+mn-ea"/>
          <a:cs typeface="+mn-cs"/>
        </a:defRPr>
      </a:lvl8pPr>
      <a:lvl9pPr marL="4856825" algn="l" defTabSz="607103" rtl="0" eaLnBrk="1" latinLnBrk="0" hangingPunct="1">
        <a:defRPr sz="23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hyperlink" Target="https://wabtec.sharepoint.com/sites/DigitalElectronicsControlPointRepository/Lists/Control%20Point%20Approval%20Requests/AllItems.aspx" TargetMode="External"/><Relationship Id="rId5" Type="http://schemas.openxmlformats.org/officeDocument/2006/relationships/image" Target="../media/image37.png"/><Relationship Id="rId4"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5.xml"/></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hyperlink" Target="https://wabtec.sharepoint.com/sites/DigitalElectronicsControlPointRepository/Lists/Control%20Point%20Approval%20Requests/AllItems.aspx?OR=Teams%2DHL&amp;CT=1643389515542&amp;sourceId=&amp;params=%7B%22AppName%22%3A%22Teams%2DDesktop%22%2C%22AppVersion%22%3A%2227%2F22010300408%22%7D" TargetMode="External"/><Relationship Id="rId2" Type="http://schemas.openxmlformats.org/officeDocument/2006/relationships/hyperlink" Target="https://reliance.wabtec.com/reliance/reliance?ETQ$CMD=CMD_OPEN_APP&amp;ETQ$APPLICATION_NAME=DOCWORK&amp;ETQ$SCREEN_WIDTH=1280&amp;ETQ$TOKEN_ID=-92159581"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279525" y="2519363"/>
            <a:ext cx="8374063" cy="681037"/>
          </a:xfrm>
        </p:spPr>
        <p:txBody>
          <a:bodyPr/>
          <a:lstStyle/>
          <a:p>
            <a:pPr defTabSz="608625" fontAlgn="auto">
              <a:spcAft>
                <a:spcPts val="0"/>
              </a:spcAft>
              <a:defRPr/>
            </a:pPr>
            <a:r>
              <a:rPr lang="en-US" dirty="0">
                <a:latin typeface="Arial"/>
                <a:ea typeface="+mj-ea"/>
                <a:cs typeface="Arial"/>
              </a:rPr>
              <a:t>2026 RAILS Training</a:t>
            </a:r>
          </a:p>
        </p:txBody>
      </p:sp>
      <p:sp>
        <p:nvSpPr>
          <p:cNvPr id="5" name="Espace réservé du texte 4"/>
          <p:cNvSpPr>
            <a:spLocks noGrp="1"/>
          </p:cNvSpPr>
          <p:nvPr>
            <p:ph type="body" sz="quarter" idx="10"/>
          </p:nvPr>
        </p:nvSpPr>
        <p:spPr>
          <a:xfrm>
            <a:off x="1279525" y="4712813"/>
            <a:ext cx="7993063" cy="919163"/>
          </a:xfrm>
        </p:spPr>
        <p:txBody>
          <a:bodyPr/>
          <a:lstStyle/>
          <a:p>
            <a:pPr defTabSz="608625" fontAlgn="auto">
              <a:spcAft>
                <a:spcPts val="0"/>
              </a:spcAft>
              <a:defRPr/>
            </a:pPr>
            <a:r>
              <a:rPr lang="en-US" sz="2200" dirty="0">
                <a:solidFill>
                  <a:schemeClr val="bg1"/>
                </a:solidFill>
                <a:latin typeface="+mj-lt"/>
                <a:ea typeface="+mn-ea"/>
              </a:rPr>
              <a:t>Digital Intelligence</a:t>
            </a:r>
          </a:p>
          <a:p>
            <a:pPr defTabSz="608625" fontAlgn="auto">
              <a:spcAft>
                <a:spcPts val="0"/>
              </a:spcAft>
              <a:defRPr/>
            </a:pPr>
            <a:r>
              <a:rPr lang="en-US" sz="2000" b="0" dirty="0">
                <a:solidFill>
                  <a:schemeClr val="bg1"/>
                </a:solidFill>
                <a:latin typeface="+mj-lt"/>
                <a:ea typeface="+mn-ea"/>
              </a:rPr>
              <a:t>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ACBC8C-18C4-4A1B-B1DE-771911B61014}"/>
              </a:ext>
            </a:extLst>
          </p:cNvPr>
          <p:cNvSpPr>
            <a:spLocks noGrp="1"/>
          </p:cNvSpPr>
          <p:nvPr>
            <p:ph idx="1"/>
          </p:nvPr>
        </p:nvSpPr>
        <p:spPr/>
        <p:txBody>
          <a:bodyPr/>
          <a:lstStyle/>
          <a:p>
            <a:r>
              <a:rPr lang="en-US" sz="2000" b="1" u="sng" dirty="0"/>
              <a:t>R</a:t>
            </a:r>
            <a:r>
              <a:rPr lang="en-US" sz="2000" dirty="0"/>
              <a:t>obust, </a:t>
            </a:r>
            <a:r>
              <a:rPr lang="en-US" sz="2000" b="1" u="sng" dirty="0"/>
              <a:t>A</a:t>
            </a:r>
            <a:r>
              <a:rPr lang="en-US" sz="2000" dirty="0"/>
              <a:t>gile, </a:t>
            </a:r>
            <a:r>
              <a:rPr lang="en-US" sz="2000" b="1" u="sng" dirty="0"/>
              <a:t>I</a:t>
            </a:r>
            <a:r>
              <a:rPr lang="en-US" sz="2000" dirty="0"/>
              <a:t>ntegrated, </a:t>
            </a:r>
            <a:r>
              <a:rPr lang="en-US" sz="2000" b="1" u="sng" dirty="0"/>
              <a:t>L</a:t>
            </a:r>
            <a:r>
              <a:rPr lang="en-US" sz="2000" dirty="0"/>
              <a:t>ifecycle </a:t>
            </a:r>
            <a:r>
              <a:rPr lang="en-US" sz="2000" b="1" u="sng" dirty="0"/>
              <a:t>S</a:t>
            </a:r>
            <a:r>
              <a:rPr lang="en-US" sz="2000" dirty="0"/>
              <a:t>ystem is the process by which </a:t>
            </a:r>
            <a:r>
              <a:rPr lang="en-US" sz="2000" b="1" u="sng" dirty="0"/>
              <a:t>INITIATIVES</a:t>
            </a:r>
            <a:r>
              <a:rPr lang="en-US" sz="2000" dirty="0"/>
              <a:t> move from Inception to Delivery and into Support. </a:t>
            </a:r>
            <a:endParaRPr lang="en-US" sz="1600" dirty="0"/>
          </a:p>
          <a:p>
            <a:pPr marL="456057" indent="-456057">
              <a:buFont typeface="Arial" panose="020B0604020202020204" pitchFamily="34" charset="0"/>
              <a:buChar char="•"/>
            </a:pPr>
            <a:r>
              <a:rPr lang="en-US" sz="2000" dirty="0"/>
              <a:t>Applies to all P&amp;L’s / Sub-P&amp;L’s in the Digital Intelligence organization</a:t>
            </a:r>
          </a:p>
          <a:p>
            <a:pPr marL="456057" indent="-456057">
              <a:buFont typeface="Arial" panose="020B0604020202020204" pitchFamily="34" charset="0"/>
              <a:buChar char="•"/>
            </a:pPr>
            <a:r>
              <a:rPr lang="en-US" sz="2000" dirty="0"/>
              <a:t>It is fundamentally a </a:t>
            </a:r>
            <a:r>
              <a:rPr lang="en-US" sz="2000" b="1" u="sng" dirty="0">
                <a:solidFill>
                  <a:srgbClr val="FF0000"/>
                </a:solidFill>
              </a:rPr>
              <a:t>BUSINESS PROCESS </a:t>
            </a:r>
            <a:r>
              <a:rPr lang="en-US" sz="2000" dirty="0"/>
              <a:t>to establish lines of communication and help ensure Cross Functional involvement and review.</a:t>
            </a:r>
          </a:p>
          <a:p>
            <a:pPr marL="456057" indent="-456057">
              <a:buFont typeface="Arial" panose="020B0604020202020204" pitchFamily="34" charset="0"/>
              <a:buChar char="•"/>
            </a:pPr>
            <a:r>
              <a:rPr lang="en-US" sz="2000" dirty="0"/>
              <a:t>It is used for </a:t>
            </a:r>
            <a:r>
              <a:rPr lang="en-US" sz="2000" b="1" u="sng" dirty="0">
                <a:solidFill>
                  <a:srgbClr val="FF0000"/>
                </a:solidFill>
              </a:rPr>
              <a:t>ALL*</a:t>
            </a:r>
            <a:r>
              <a:rPr lang="en-US" sz="2000" dirty="0"/>
              <a:t> Initiatives … Maintenance developments for existing products, small or large customer funded requisitions, product evolutions, new product development</a:t>
            </a:r>
          </a:p>
          <a:p>
            <a:pPr marL="456057" indent="-456057">
              <a:buFont typeface="Arial" panose="020B0604020202020204" pitchFamily="34" charset="0"/>
              <a:buChar char="•"/>
            </a:pPr>
            <a:r>
              <a:rPr lang="en-US" sz="2000" b="1" i="1" dirty="0"/>
              <a:t>RAILS</a:t>
            </a:r>
            <a:r>
              <a:rPr lang="en-US" sz="2000" dirty="0"/>
              <a:t> is designed to support appropriate </a:t>
            </a:r>
            <a:r>
              <a:rPr lang="en-US" sz="2000" dirty="0">
                <a:solidFill>
                  <a:srgbClr val="FF0000"/>
                </a:solidFill>
              </a:rPr>
              <a:t>tailoring</a:t>
            </a:r>
            <a:r>
              <a:rPr lang="en-US" sz="2000" dirty="0"/>
              <a:t> with appropriate oversight</a:t>
            </a:r>
          </a:p>
          <a:p>
            <a:pPr marL="456057" indent="-456057">
              <a:buFont typeface="Arial" panose="020B0604020202020204" pitchFamily="34" charset="0"/>
              <a:buChar char="•"/>
            </a:pPr>
            <a:r>
              <a:rPr lang="en-US" sz="2000" dirty="0"/>
              <a:t>Reduces RISK in projects, improves actual costs, improves customer quality</a:t>
            </a:r>
          </a:p>
          <a:p>
            <a:pPr marL="456057" indent="-456057">
              <a:buFont typeface="Arial" panose="020B0604020202020204" pitchFamily="34" charset="0"/>
              <a:buChar char="•"/>
            </a:pPr>
            <a:r>
              <a:rPr lang="en-US" sz="2000" dirty="0"/>
              <a:t>Drives Cross Functional Alignment … </a:t>
            </a:r>
            <a:r>
              <a:rPr lang="en-US" sz="2000" u="sng" dirty="0">
                <a:solidFill>
                  <a:srgbClr val="FF0000"/>
                </a:solidFill>
              </a:rPr>
              <a:t>we act together as one team</a:t>
            </a:r>
          </a:p>
        </p:txBody>
      </p:sp>
      <p:sp>
        <p:nvSpPr>
          <p:cNvPr id="3" name="Title 2">
            <a:extLst>
              <a:ext uri="{FF2B5EF4-FFF2-40B4-BE49-F238E27FC236}">
                <a16:creationId xmlns:a16="http://schemas.microsoft.com/office/drawing/2014/main" id="{57D7F4C8-D45E-44AD-AA84-88B3CD67172A}"/>
              </a:ext>
            </a:extLst>
          </p:cNvPr>
          <p:cNvSpPr>
            <a:spLocks noGrp="1"/>
          </p:cNvSpPr>
          <p:nvPr>
            <p:ph type="title"/>
          </p:nvPr>
        </p:nvSpPr>
        <p:spPr/>
        <p:txBody>
          <a:bodyPr/>
          <a:lstStyle/>
          <a:p>
            <a:r>
              <a:rPr lang="en-US" dirty="0"/>
              <a:t>What is RAILS</a:t>
            </a:r>
          </a:p>
        </p:txBody>
      </p:sp>
      <p:sp>
        <p:nvSpPr>
          <p:cNvPr id="7" name="Text Placeholder 6">
            <a:extLst>
              <a:ext uri="{FF2B5EF4-FFF2-40B4-BE49-F238E27FC236}">
                <a16:creationId xmlns:a16="http://schemas.microsoft.com/office/drawing/2014/main" id="{CAF58DF8-3B89-4005-9E9E-4A8AC66D360C}"/>
              </a:ext>
            </a:extLst>
          </p:cNvPr>
          <p:cNvSpPr>
            <a:spLocks noGrp="1"/>
          </p:cNvSpPr>
          <p:nvPr>
            <p:ph type="body" sz="quarter" idx="12"/>
          </p:nvPr>
        </p:nvSpPr>
        <p:spPr/>
        <p:txBody>
          <a:bodyPr/>
          <a:lstStyle/>
          <a:p>
            <a:endParaRPr lang="en-US"/>
          </a:p>
        </p:txBody>
      </p:sp>
      <p:sp>
        <p:nvSpPr>
          <p:cNvPr id="4" name="TextBox 3">
            <a:extLst>
              <a:ext uri="{FF2B5EF4-FFF2-40B4-BE49-F238E27FC236}">
                <a16:creationId xmlns:a16="http://schemas.microsoft.com/office/drawing/2014/main" id="{95380EED-CA71-3729-A045-9907432D6438}"/>
              </a:ext>
            </a:extLst>
          </p:cNvPr>
          <p:cNvSpPr txBox="1"/>
          <p:nvPr/>
        </p:nvSpPr>
        <p:spPr>
          <a:xfrm>
            <a:off x="9822425" y="6177020"/>
            <a:ext cx="2339413" cy="338554"/>
          </a:xfrm>
          <a:prstGeom prst="rect">
            <a:avLst/>
          </a:prstGeom>
          <a:noFill/>
        </p:spPr>
        <p:txBody>
          <a:bodyPr wrap="square" rtlCol="0">
            <a:spAutoFit/>
          </a:bodyPr>
          <a:lstStyle/>
          <a:p>
            <a:pPr algn="r"/>
            <a:r>
              <a:rPr lang="en-US" sz="1600" dirty="0"/>
              <a:t>* </a:t>
            </a:r>
            <a:r>
              <a:rPr lang="en-US" sz="1600" dirty="0">
                <a:hlinkClick r:id="rId3" action="ppaction://hlinksldjump"/>
              </a:rPr>
              <a:t>Except Flow Projects</a:t>
            </a:r>
            <a:endParaRPr lang="en-US" sz="1600" dirty="0"/>
          </a:p>
        </p:txBody>
      </p:sp>
    </p:spTree>
    <p:extLst>
      <p:ext uri="{BB962C8B-B14F-4D97-AF65-F5344CB8AC3E}">
        <p14:creationId xmlns:p14="http://schemas.microsoft.com/office/powerpoint/2010/main" val="3229037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21278A-FA00-E108-6D3D-37B5E97E59AE}"/>
              </a:ext>
            </a:extLst>
          </p:cNvPr>
          <p:cNvSpPr>
            <a:spLocks noGrp="1"/>
          </p:cNvSpPr>
          <p:nvPr>
            <p:ph idx="1"/>
          </p:nvPr>
        </p:nvSpPr>
        <p:spPr/>
        <p:txBody>
          <a:bodyPr/>
          <a:lstStyle/>
          <a:p>
            <a:r>
              <a:rPr lang="en-US" dirty="0"/>
              <a:t>Throughout this training we will reference ROLES as having certain responsibilities</a:t>
            </a:r>
          </a:p>
          <a:p>
            <a:r>
              <a:rPr lang="en-US" dirty="0"/>
              <a:t>During some projects, the people filling some of those ROLES may not have the same job title … that is OK.  </a:t>
            </a:r>
          </a:p>
          <a:p>
            <a:r>
              <a:rPr lang="en-US" dirty="0"/>
              <a:t>We just need to make sure someone is ASSIGNED responsibility to fulfill that ROLE for this project.  </a:t>
            </a:r>
          </a:p>
          <a:p>
            <a:r>
              <a:rPr lang="en-US" dirty="0"/>
              <a:t>For Example: </a:t>
            </a:r>
          </a:p>
          <a:p>
            <a:pPr lvl="1"/>
            <a:r>
              <a:rPr lang="en-US" dirty="0"/>
              <a:t>In a project which falls below the DOA levels, the Product Manager will fulfill the ROLE of comm-ops to ensure the ITO-OTR handoff occurs</a:t>
            </a:r>
          </a:p>
          <a:p>
            <a:pPr lvl="1"/>
            <a:r>
              <a:rPr lang="en-US" dirty="0"/>
              <a:t>In projects which are not complex or large enough to have a dedicated project manager, someone will still need to shepherd this project to completion and manage cross functional coordination … that person is fulfilling the role of project manager.</a:t>
            </a:r>
          </a:p>
          <a:p>
            <a:endParaRPr lang="en-US" dirty="0"/>
          </a:p>
        </p:txBody>
      </p:sp>
      <p:sp>
        <p:nvSpPr>
          <p:cNvPr id="3" name="Title 2">
            <a:extLst>
              <a:ext uri="{FF2B5EF4-FFF2-40B4-BE49-F238E27FC236}">
                <a16:creationId xmlns:a16="http://schemas.microsoft.com/office/drawing/2014/main" id="{2F4D7FC0-FE6F-928F-DB40-F47D1BADBBEA}"/>
              </a:ext>
            </a:extLst>
          </p:cNvPr>
          <p:cNvSpPr>
            <a:spLocks noGrp="1"/>
          </p:cNvSpPr>
          <p:nvPr>
            <p:ph type="title"/>
          </p:nvPr>
        </p:nvSpPr>
        <p:spPr/>
        <p:txBody>
          <a:bodyPr/>
          <a:lstStyle/>
          <a:p>
            <a:r>
              <a:rPr lang="en-US" dirty="0"/>
              <a:t>A Note about ROLES versus TITLES</a:t>
            </a:r>
          </a:p>
        </p:txBody>
      </p:sp>
      <p:sp>
        <p:nvSpPr>
          <p:cNvPr id="4" name="Text Placeholder 3">
            <a:extLst>
              <a:ext uri="{FF2B5EF4-FFF2-40B4-BE49-F238E27FC236}">
                <a16:creationId xmlns:a16="http://schemas.microsoft.com/office/drawing/2014/main" id="{4E9DB8C4-B781-727B-47BC-537447A640E9}"/>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227077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614" y="114497"/>
            <a:ext cx="11428212" cy="582098"/>
          </a:xfrm>
        </p:spPr>
        <p:txBody>
          <a:bodyPr/>
          <a:lstStyle/>
          <a:p>
            <a:r>
              <a:rPr lang="en-US" sz="3200" b="1" dirty="0"/>
              <a:t>RAILS</a:t>
            </a:r>
            <a:r>
              <a:rPr lang="en-US" sz="3200" dirty="0"/>
              <a:t> Lifecycle Stages Intents &amp; Highlights</a:t>
            </a:r>
          </a:p>
        </p:txBody>
      </p:sp>
      <p:sp>
        <p:nvSpPr>
          <p:cNvPr id="10" name="Freeform: Shape 9">
            <a:extLst>
              <a:ext uri="{FF2B5EF4-FFF2-40B4-BE49-F238E27FC236}">
                <a16:creationId xmlns:a16="http://schemas.microsoft.com/office/drawing/2014/main" id="{F48B8E86-218C-49F1-8E00-22F4995BA79A}"/>
              </a:ext>
            </a:extLst>
          </p:cNvPr>
          <p:cNvSpPr/>
          <p:nvPr/>
        </p:nvSpPr>
        <p:spPr>
          <a:xfrm>
            <a:off x="506613" y="782526"/>
            <a:ext cx="1965285" cy="786114"/>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61066" tIns="22670" rIns="415727" bIns="22670" numCol="1" spcCol="1270" anchor="ctr" anchorCtr="0">
            <a:noAutofit/>
          </a:bodyPr>
          <a:lstStyle/>
          <a:p>
            <a:pPr marL="0" marR="0" lvl="0" indent="0" algn="ctr" defTabSz="755650" rtl="0" eaLnBrk="1" fontAlgn="base"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ahoma"/>
                <a:ea typeface="+mn-ea"/>
                <a:cs typeface="+mn-cs"/>
              </a:rPr>
              <a:t>Initiative Charter</a:t>
            </a:r>
          </a:p>
          <a:p>
            <a:pPr marL="0" marR="0" lvl="0" indent="0" algn="ctr" defTabSz="755650" rtl="0" eaLnBrk="1" fontAlgn="base"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ahoma"/>
                <a:ea typeface="+mn-ea"/>
                <a:cs typeface="+mn-cs"/>
              </a:rPr>
              <a:t>CP0</a:t>
            </a:r>
          </a:p>
        </p:txBody>
      </p:sp>
      <p:sp>
        <p:nvSpPr>
          <p:cNvPr id="11" name="Freeform: Shape 10">
            <a:extLst>
              <a:ext uri="{FF2B5EF4-FFF2-40B4-BE49-F238E27FC236}">
                <a16:creationId xmlns:a16="http://schemas.microsoft.com/office/drawing/2014/main" id="{6E54CB9D-AAA6-4982-A2F1-F37E9A6B429D}"/>
              </a:ext>
            </a:extLst>
          </p:cNvPr>
          <p:cNvSpPr/>
          <p:nvPr/>
        </p:nvSpPr>
        <p:spPr>
          <a:xfrm>
            <a:off x="506613" y="1714643"/>
            <a:ext cx="1965285" cy="777530"/>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61066" tIns="22670" rIns="415727" bIns="22670" numCol="1" spcCol="1270" anchor="ctr" anchorCtr="0">
            <a:noAutofit/>
          </a:bodyPr>
          <a:lstStyle/>
          <a:p>
            <a:pPr algn="ctr" defTabSz="755650">
              <a:lnSpc>
                <a:spcPct val="90000"/>
              </a:lnSpc>
              <a:spcAft>
                <a:spcPct val="35000"/>
              </a:spcAft>
            </a:pPr>
            <a:r>
              <a:rPr lang="en-US" sz="1600" dirty="0">
                <a:solidFill>
                  <a:prstClr val="white"/>
                </a:solidFill>
                <a:latin typeface="Tahoma"/>
              </a:rPr>
              <a:t>Business Case  </a:t>
            </a:r>
          </a:p>
          <a:p>
            <a:pPr algn="ctr" defTabSz="755650">
              <a:lnSpc>
                <a:spcPct val="90000"/>
              </a:lnSpc>
              <a:spcAft>
                <a:spcPct val="35000"/>
              </a:spcAft>
            </a:pPr>
            <a:r>
              <a:rPr lang="en-US" sz="1600" dirty="0">
                <a:solidFill>
                  <a:prstClr val="white"/>
                </a:solidFill>
                <a:latin typeface="Tahoma"/>
              </a:rPr>
              <a:t>CP1 </a:t>
            </a:r>
          </a:p>
        </p:txBody>
      </p:sp>
      <p:sp>
        <p:nvSpPr>
          <p:cNvPr id="12" name="Freeform: Shape 11">
            <a:extLst>
              <a:ext uri="{FF2B5EF4-FFF2-40B4-BE49-F238E27FC236}">
                <a16:creationId xmlns:a16="http://schemas.microsoft.com/office/drawing/2014/main" id="{48653481-CBE5-43D5-B527-68F0483A105A}"/>
              </a:ext>
            </a:extLst>
          </p:cNvPr>
          <p:cNvSpPr/>
          <p:nvPr/>
        </p:nvSpPr>
        <p:spPr>
          <a:xfrm>
            <a:off x="506613" y="3475170"/>
            <a:ext cx="1965285" cy="786114"/>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61066" tIns="22670" rIns="415727" bIns="22670" numCol="1" spcCol="1270" anchor="ctr" anchorCtr="0">
            <a:noAutofit/>
          </a:bodyPr>
          <a:lstStyle/>
          <a:p>
            <a:pPr marL="0" marR="0" lvl="0" indent="0" algn="ctr" defTabSz="755650" rtl="0" eaLnBrk="1" fontAlgn="base"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ahoma"/>
                <a:ea typeface="+mn-ea"/>
                <a:cs typeface="+mn-cs"/>
              </a:rPr>
              <a:t>Project Kickoff</a:t>
            </a:r>
          </a:p>
          <a:p>
            <a:pPr marL="0" marR="0" lvl="0" indent="0" algn="ctr" defTabSz="755650" rtl="0" eaLnBrk="1" fontAlgn="base"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ahoma"/>
                <a:ea typeface="+mn-ea"/>
                <a:cs typeface="+mn-cs"/>
              </a:rPr>
              <a:t>CP2</a:t>
            </a:r>
          </a:p>
        </p:txBody>
      </p:sp>
      <p:sp>
        <p:nvSpPr>
          <p:cNvPr id="13" name="Freeform: Shape 12">
            <a:extLst>
              <a:ext uri="{FF2B5EF4-FFF2-40B4-BE49-F238E27FC236}">
                <a16:creationId xmlns:a16="http://schemas.microsoft.com/office/drawing/2014/main" id="{5674941E-88A1-4964-8097-218B4DAD7EB6}"/>
              </a:ext>
            </a:extLst>
          </p:cNvPr>
          <p:cNvSpPr/>
          <p:nvPr/>
        </p:nvSpPr>
        <p:spPr>
          <a:xfrm>
            <a:off x="506613" y="4398703"/>
            <a:ext cx="1965285" cy="786114"/>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61066" tIns="22670" rIns="415727" bIns="22670" numCol="1" spcCol="1270" anchor="ctr" anchorCtr="0">
            <a:noAutofit/>
          </a:bodyPr>
          <a:lstStyle/>
          <a:p>
            <a:pPr marL="0" marR="0" lvl="0" indent="0" algn="ctr" defTabSz="755650" rtl="0" eaLnBrk="1" fontAlgn="base"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ahoma"/>
                <a:ea typeface="+mn-ea"/>
                <a:cs typeface="+mn-cs"/>
              </a:rPr>
              <a:t>Dev and V&amp;V</a:t>
            </a:r>
            <a:br>
              <a:rPr kumimoji="0" lang="en-US" sz="1600" b="0" i="0" u="none" strike="noStrike" kern="1200" cap="none" spc="0" normalizeH="0" baseline="0" noProof="0" dirty="0">
                <a:ln>
                  <a:noFill/>
                </a:ln>
                <a:solidFill>
                  <a:prstClr val="white"/>
                </a:solidFill>
                <a:effectLst/>
                <a:uLnTx/>
                <a:uFillTx/>
                <a:latin typeface="Tahoma"/>
                <a:ea typeface="+mn-ea"/>
                <a:cs typeface="+mn-cs"/>
              </a:rPr>
            </a:br>
            <a:r>
              <a:rPr kumimoji="0" lang="en-US" sz="1600" b="0" i="0" u="none" strike="noStrike" kern="1200" cap="none" spc="0" normalizeH="0" baseline="0" noProof="0" dirty="0">
                <a:ln>
                  <a:noFill/>
                </a:ln>
                <a:solidFill>
                  <a:prstClr val="white"/>
                </a:solidFill>
                <a:effectLst/>
                <a:uLnTx/>
                <a:uFillTx/>
                <a:latin typeface="Tahoma"/>
                <a:ea typeface="+mn-ea"/>
                <a:cs typeface="+mn-cs"/>
              </a:rPr>
              <a:t>CP3</a:t>
            </a:r>
          </a:p>
        </p:txBody>
      </p:sp>
      <p:sp>
        <p:nvSpPr>
          <p:cNvPr id="14" name="Freeform: Shape 13">
            <a:extLst>
              <a:ext uri="{FF2B5EF4-FFF2-40B4-BE49-F238E27FC236}">
                <a16:creationId xmlns:a16="http://schemas.microsoft.com/office/drawing/2014/main" id="{DFC814F7-75CC-4F6A-A9C5-E61088B8AFBF}"/>
              </a:ext>
            </a:extLst>
          </p:cNvPr>
          <p:cNvSpPr/>
          <p:nvPr/>
        </p:nvSpPr>
        <p:spPr>
          <a:xfrm>
            <a:off x="506613" y="5322236"/>
            <a:ext cx="1965285" cy="786114"/>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61066" tIns="22670" rIns="415727" bIns="22670" numCol="1" spcCol="1270" anchor="ctr" anchorCtr="0">
            <a:noAutofit/>
          </a:bodyPr>
          <a:lstStyle/>
          <a:p>
            <a:pPr marL="0" marR="0" lvl="0" indent="0" algn="ctr" defTabSz="755650" rtl="0" eaLnBrk="1" fontAlgn="base"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ahoma"/>
                <a:ea typeface="+mn-ea"/>
                <a:cs typeface="+mn-cs"/>
              </a:rPr>
              <a:t>Pilot Test &amp; </a:t>
            </a:r>
            <a:r>
              <a:rPr kumimoji="0" lang="en-US" sz="1600" b="0" i="0" u="none" strike="noStrike" kern="1200" cap="none" spc="0" normalizeH="0" baseline="0" noProof="0">
                <a:ln>
                  <a:noFill/>
                </a:ln>
                <a:solidFill>
                  <a:prstClr val="white"/>
                </a:solidFill>
                <a:effectLst/>
                <a:uLnTx/>
                <a:uFillTx/>
                <a:latin typeface="Tahoma"/>
                <a:ea typeface="+mn-ea"/>
                <a:cs typeface="+mn-cs"/>
              </a:rPr>
              <a:t>Prod Ready</a:t>
            </a:r>
            <a:br>
              <a:rPr kumimoji="0" lang="en-US" sz="1600" b="0" i="0" u="none" strike="noStrike" kern="1200" cap="none" spc="0" normalizeH="0" baseline="0" noProof="0" dirty="0">
                <a:ln>
                  <a:noFill/>
                </a:ln>
                <a:solidFill>
                  <a:prstClr val="white"/>
                </a:solidFill>
                <a:effectLst/>
                <a:uLnTx/>
                <a:uFillTx/>
                <a:latin typeface="Tahoma"/>
                <a:ea typeface="+mn-ea"/>
                <a:cs typeface="+mn-cs"/>
              </a:rPr>
            </a:br>
            <a:r>
              <a:rPr kumimoji="0" lang="en-US" sz="1600" b="0" i="0" u="none" strike="noStrike" kern="1200" cap="none" spc="0" normalizeH="0" baseline="0" noProof="0" dirty="0">
                <a:ln>
                  <a:noFill/>
                </a:ln>
                <a:solidFill>
                  <a:prstClr val="white"/>
                </a:solidFill>
                <a:effectLst/>
                <a:uLnTx/>
                <a:uFillTx/>
                <a:latin typeface="Tahoma"/>
                <a:ea typeface="+mn-ea"/>
                <a:cs typeface="+mn-cs"/>
              </a:rPr>
              <a:t>CP4</a:t>
            </a:r>
          </a:p>
        </p:txBody>
      </p:sp>
      <p:sp>
        <p:nvSpPr>
          <p:cNvPr id="16" name="TextBox 15">
            <a:extLst>
              <a:ext uri="{FF2B5EF4-FFF2-40B4-BE49-F238E27FC236}">
                <a16:creationId xmlns:a16="http://schemas.microsoft.com/office/drawing/2014/main" id="{B6A872CC-21F8-4192-A6FE-8AC81B9E6858}"/>
              </a:ext>
            </a:extLst>
          </p:cNvPr>
          <p:cNvSpPr txBox="1"/>
          <p:nvPr/>
        </p:nvSpPr>
        <p:spPr>
          <a:xfrm>
            <a:off x="2784763" y="787005"/>
            <a:ext cx="9455777" cy="892552"/>
          </a:xfrm>
          <a:prstGeom prst="rect">
            <a:avLst/>
          </a:prstGeom>
          <a:noFill/>
        </p:spPr>
        <p:txBody>
          <a:bodyPr wrap="square" rtlCol="0">
            <a:spAutoFit/>
          </a:bodyPr>
          <a:lstStyle/>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63666A"/>
                </a:solidFill>
                <a:effectLst/>
                <a:uLnTx/>
                <a:uFillTx/>
                <a:latin typeface="Tahoma" charset="0"/>
                <a:ea typeface="ＭＳ Ｐゴシック" charset="0"/>
              </a:rPr>
              <a:t>Does the potential benefit justify the effort to estimate &amp; plan the development. </a:t>
            </a:r>
          </a:p>
          <a:p>
            <a:pPr marL="0" marR="0" lvl="0" indent="0" algn="l" defTabSz="608013"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63666A"/>
                </a:solidFill>
                <a:effectLst/>
                <a:uLnTx/>
                <a:uFillTx/>
                <a:latin typeface="Tahoma" charset="0"/>
                <a:ea typeface="ＭＳ Ｐゴシック" charset="0"/>
              </a:rPr>
              <a:t>    </a:t>
            </a:r>
            <a:r>
              <a:rPr kumimoji="0" lang="en-US" sz="1800" b="0" i="0" u="none" strike="noStrike" kern="1200" cap="none" spc="0" normalizeH="0" baseline="0" noProof="0" dirty="0">
                <a:ln>
                  <a:noFill/>
                </a:ln>
                <a:solidFill>
                  <a:srgbClr val="C00000"/>
                </a:solidFill>
                <a:effectLst/>
                <a:uLnTx/>
                <a:uFillTx/>
                <a:latin typeface="Tahoma" charset="0"/>
                <a:ea typeface="ＭＳ Ｐゴシック" charset="0"/>
              </a:rPr>
              <a:t> </a:t>
            </a:r>
            <a:r>
              <a:rPr kumimoji="0" lang="en-US" sz="1600" b="0" i="0" u="none" strike="noStrike" kern="1200" cap="none" spc="0" normalizeH="0" baseline="0" noProof="0" dirty="0">
                <a:ln>
                  <a:noFill/>
                </a:ln>
                <a:solidFill>
                  <a:srgbClr val="C00000"/>
                </a:solidFill>
                <a:effectLst/>
                <a:uLnTx/>
                <a:uFillTx/>
                <a:latin typeface="Tahoma" charset="0"/>
                <a:ea typeface="ＭＳ Ｐゴシック" charset="0"/>
              </a:rPr>
              <a:t>The goal is to screen out low value opportunities. </a:t>
            </a:r>
            <a:r>
              <a:rPr kumimoji="0" lang="en-US" sz="1600" b="1" i="0" u="none" strike="noStrike" kern="1200" cap="none" spc="0" normalizeH="0" baseline="0" noProof="0" dirty="0">
                <a:ln>
                  <a:noFill/>
                </a:ln>
                <a:solidFill>
                  <a:srgbClr val="C00000"/>
                </a:solidFill>
                <a:effectLst/>
                <a:uLnTx/>
                <a:uFillTx/>
                <a:latin typeface="Tahoma" charset="0"/>
                <a:ea typeface="ＭＳ Ｐゴシック" charset="0"/>
              </a:rPr>
              <a:t>It is </a:t>
            </a:r>
            <a:r>
              <a:rPr kumimoji="0" lang="en-US" sz="1600" b="1" i="0" u="sng" strike="noStrike" kern="1200" cap="none" spc="0" normalizeH="0" baseline="0" noProof="0" dirty="0">
                <a:ln>
                  <a:noFill/>
                </a:ln>
                <a:solidFill>
                  <a:srgbClr val="C00000"/>
                </a:solidFill>
                <a:effectLst/>
                <a:uLnTx/>
                <a:uFillTx/>
                <a:latin typeface="Tahoma" charset="0"/>
                <a:ea typeface="ＭＳ Ｐゴシック" charset="0"/>
              </a:rPr>
              <a:t>REQUIRED</a:t>
            </a:r>
            <a:r>
              <a:rPr kumimoji="0" lang="en-US" sz="1600" b="1" i="0" u="none" strike="noStrike" kern="1200" cap="none" spc="0" normalizeH="0" baseline="0" noProof="0" dirty="0">
                <a:ln>
                  <a:noFill/>
                </a:ln>
                <a:solidFill>
                  <a:srgbClr val="C00000"/>
                </a:solidFill>
                <a:effectLst/>
                <a:uLnTx/>
                <a:uFillTx/>
                <a:latin typeface="Tahoma" charset="0"/>
                <a:ea typeface="ＭＳ Ｐゴシック" charset="0"/>
              </a:rPr>
              <a:t> only for Highest Risk </a:t>
            </a:r>
            <a:br>
              <a:rPr kumimoji="0" lang="en-US" sz="1600" b="1" i="0" u="none" strike="noStrike" kern="1200" cap="none" spc="0" normalizeH="0" baseline="0" noProof="0" dirty="0">
                <a:ln>
                  <a:noFill/>
                </a:ln>
                <a:solidFill>
                  <a:srgbClr val="C00000"/>
                </a:solidFill>
                <a:effectLst/>
                <a:uLnTx/>
                <a:uFillTx/>
                <a:latin typeface="Tahoma" charset="0"/>
                <a:ea typeface="ＭＳ Ｐゴシック" charset="0"/>
              </a:rPr>
            </a:br>
            <a:r>
              <a:rPr kumimoji="0" lang="en-US" sz="1600" b="1" i="0" u="none" strike="noStrike" kern="1200" cap="none" spc="0" normalizeH="0" baseline="0" noProof="0" dirty="0">
                <a:ln>
                  <a:noFill/>
                </a:ln>
                <a:solidFill>
                  <a:srgbClr val="C00000"/>
                </a:solidFill>
                <a:effectLst/>
                <a:uLnTx/>
                <a:uFillTx/>
                <a:latin typeface="Tahoma" charset="0"/>
                <a:ea typeface="ＭＳ Ｐゴシック" charset="0"/>
              </a:rPr>
              <a:t>      projects.</a:t>
            </a:r>
          </a:p>
        </p:txBody>
      </p:sp>
      <p:sp>
        <p:nvSpPr>
          <p:cNvPr id="17" name="TextBox 16">
            <a:extLst>
              <a:ext uri="{FF2B5EF4-FFF2-40B4-BE49-F238E27FC236}">
                <a16:creationId xmlns:a16="http://schemas.microsoft.com/office/drawing/2014/main" id="{8583A177-7163-4857-9CDF-FF91910B9372}"/>
              </a:ext>
            </a:extLst>
          </p:cNvPr>
          <p:cNvSpPr txBox="1"/>
          <p:nvPr/>
        </p:nvSpPr>
        <p:spPr>
          <a:xfrm>
            <a:off x="2784763" y="5275543"/>
            <a:ext cx="8870461" cy="646331"/>
          </a:xfrm>
          <a:prstGeom prst="rect">
            <a:avLst/>
          </a:prstGeom>
          <a:noFill/>
        </p:spPr>
        <p:txBody>
          <a:bodyPr wrap="square" rtlCol="0">
            <a:spAutoFit/>
          </a:bodyPr>
          <a:lstStyle/>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63666A"/>
                </a:solidFill>
                <a:effectLst/>
                <a:uLnTx/>
                <a:uFillTx/>
                <a:latin typeface="Tahoma" charset="0"/>
                <a:ea typeface="ＭＳ Ｐゴシック" charset="0"/>
              </a:rPr>
              <a:t>Complete pilot or user acceptance testing, and make any necessary adjustments</a:t>
            </a:r>
          </a:p>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63666A"/>
                </a:solidFill>
                <a:effectLst/>
                <a:uLnTx/>
                <a:uFillTx/>
                <a:latin typeface="Tahoma" charset="0"/>
                <a:ea typeface="ＭＳ Ｐゴシック" charset="0"/>
              </a:rPr>
              <a:t>Ends with </a:t>
            </a:r>
            <a:r>
              <a:rPr kumimoji="0" lang="en-US" sz="1800" b="0" i="0" u="none" strike="noStrike" kern="1200" cap="none" spc="0" normalizeH="0" baseline="0" noProof="0" dirty="0">
                <a:ln>
                  <a:noFill/>
                </a:ln>
                <a:solidFill>
                  <a:srgbClr val="C00000"/>
                </a:solidFill>
                <a:effectLst/>
                <a:uLnTx/>
                <a:uFillTx/>
                <a:latin typeface="Tahoma" charset="0"/>
                <a:ea typeface="ＭＳ Ｐゴシック" charset="0"/>
              </a:rPr>
              <a:t>Production Release Readiness</a:t>
            </a:r>
          </a:p>
        </p:txBody>
      </p:sp>
      <p:sp>
        <p:nvSpPr>
          <p:cNvPr id="18" name="TextBox 17">
            <a:extLst>
              <a:ext uri="{FF2B5EF4-FFF2-40B4-BE49-F238E27FC236}">
                <a16:creationId xmlns:a16="http://schemas.microsoft.com/office/drawing/2014/main" id="{763471F3-DFD7-4B99-ADC3-8A2D7ED25126}"/>
              </a:ext>
            </a:extLst>
          </p:cNvPr>
          <p:cNvSpPr txBox="1"/>
          <p:nvPr/>
        </p:nvSpPr>
        <p:spPr>
          <a:xfrm>
            <a:off x="2784764" y="3455159"/>
            <a:ext cx="8285018" cy="923330"/>
          </a:xfrm>
          <a:prstGeom prst="rect">
            <a:avLst/>
          </a:prstGeom>
          <a:noFill/>
        </p:spPr>
        <p:txBody>
          <a:bodyPr wrap="square" rtlCol="0">
            <a:spAutoFit/>
          </a:bodyPr>
          <a:lstStyle/>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63666A"/>
                </a:solidFill>
                <a:effectLst/>
                <a:uLnTx/>
                <a:uFillTx/>
                <a:latin typeface="Tahoma" charset="0"/>
                <a:ea typeface="ＭＳ Ｐゴシック" charset="0"/>
              </a:rPr>
              <a:t>Project kickoff … ensure team is aligned to actual commitments after negotiations … </a:t>
            </a:r>
            <a:r>
              <a:rPr kumimoji="0" lang="en-US" sz="1800" b="0" i="0" u="none" strike="noStrike" kern="1200" cap="none" spc="0" normalizeH="0" baseline="0" noProof="0" dirty="0">
                <a:ln>
                  <a:noFill/>
                </a:ln>
                <a:solidFill>
                  <a:srgbClr val="C00000"/>
                </a:solidFill>
                <a:effectLst/>
                <a:uLnTx/>
                <a:uFillTx/>
                <a:latin typeface="Tahoma" charset="0"/>
                <a:ea typeface="ＭＳ Ｐゴシック" charset="0"/>
              </a:rPr>
              <a:t>what changed from the initial estimate &amp; plan</a:t>
            </a:r>
          </a:p>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800" dirty="0">
                <a:solidFill>
                  <a:srgbClr val="C00000"/>
                </a:solidFill>
              </a:rPr>
              <a:t>Resources COMMITTED here … by group, maybe name</a:t>
            </a:r>
            <a:endParaRPr kumimoji="0" lang="en-US" sz="1800" b="0" i="0" u="none" strike="noStrike" kern="1200" cap="none" spc="0" normalizeH="0" baseline="0" noProof="0" dirty="0">
              <a:ln>
                <a:noFill/>
              </a:ln>
              <a:solidFill>
                <a:srgbClr val="C00000"/>
              </a:solidFill>
              <a:effectLst/>
              <a:uLnTx/>
              <a:uFillTx/>
              <a:latin typeface="Tahoma" charset="0"/>
              <a:ea typeface="ＭＳ Ｐゴシック" charset="0"/>
            </a:endParaRPr>
          </a:p>
        </p:txBody>
      </p:sp>
      <p:sp>
        <p:nvSpPr>
          <p:cNvPr id="19" name="TextBox 18">
            <a:extLst>
              <a:ext uri="{FF2B5EF4-FFF2-40B4-BE49-F238E27FC236}">
                <a16:creationId xmlns:a16="http://schemas.microsoft.com/office/drawing/2014/main" id="{58B11C19-29AF-4D23-8A67-A54D78022B83}"/>
              </a:ext>
            </a:extLst>
          </p:cNvPr>
          <p:cNvSpPr txBox="1"/>
          <p:nvPr/>
        </p:nvSpPr>
        <p:spPr>
          <a:xfrm>
            <a:off x="2784764" y="4365351"/>
            <a:ext cx="8285018" cy="646331"/>
          </a:xfrm>
          <a:prstGeom prst="rect">
            <a:avLst/>
          </a:prstGeom>
          <a:noFill/>
        </p:spPr>
        <p:txBody>
          <a:bodyPr wrap="square" rtlCol="0">
            <a:spAutoFit/>
          </a:bodyPr>
          <a:lstStyle/>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63666A"/>
                </a:solidFill>
                <a:effectLst/>
                <a:uLnTx/>
                <a:uFillTx/>
                <a:latin typeface="Tahoma" charset="0"/>
                <a:ea typeface="ＭＳ Ｐゴシック" charset="0"/>
              </a:rPr>
              <a:t>Cross functional (Engineering, Supply Chain, Services, </a:t>
            </a:r>
            <a:r>
              <a:rPr kumimoji="0" lang="en-US" sz="1800" b="0" i="0" u="none" strike="noStrike" kern="1200" cap="none" spc="0" normalizeH="0" baseline="0" noProof="0" dirty="0" err="1">
                <a:ln>
                  <a:noFill/>
                </a:ln>
                <a:solidFill>
                  <a:srgbClr val="63666A"/>
                </a:solidFill>
                <a:effectLst/>
                <a:uLnTx/>
                <a:uFillTx/>
                <a:latin typeface="Tahoma" charset="0"/>
                <a:ea typeface="ＭＳ Ｐゴシック" charset="0"/>
              </a:rPr>
              <a:t>etc</a:t>
            </a:r>
            <a:r>
              <a:rPr kumimoji="0" lang="en-US" sz="1800" b="0" i="0" u="none" strike="noStrike" kern="1200" cap="none" spc="0" normalizeH="0" baseline="0" noProof="0" dirty="0">
                <a:ln>
                  <a:noFill/>
                </a:ln>
                <a:solidFill>
                  <a:srgbClr val="63666A"/>
                </a:solidFill>
                <a:effectLst/>
                <a:uLnTx/>
                <a:uFillTx/>
                <a:latin typeface="Tahoma" charset="0"/>
                <a:ea typeface="ＭＳ Ｐゴシック" charset="0"/>
              </a:rPr>
              <a:t>) execution</a:t>
            </a:r>
          </a:p>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63666A"/>
                </a:solidFill>
                <a:effectLst/>
                <a:uLnTx/>
                <a:uFillTx/>
                <a:latin typeface="Tahoma" charset="0"/>
                <a:ea typeface="ＭＳ Ｐゴシック" charset="0"/>
              </a:rPr>
              <a:t>Ends with </a:t>
            </a:r>
            <a:r>
              <a:rPr kumimoji="0" lang="en-US" sz="1800" b="0" i="0" u="none" strike="noStrike" kern="1200" cap="none" spc="0" normalizeH="0" baseline="0" noProof="0" dirty="0">
                <a:ln>
                  <a:noFill/>
                </a:ln>
                <a:solidFill>
                  <a:srgbClr val="C00000"/>
                </a:solidFill>
                <a:effectLst/>
                <a:uLnTx/>
                <a:uFillTx/>
                <a:latin typeface="Tahoma" charset="0"/>
                <a:ea typeface="ＭＳ Ｐゴシック" charset="0"/>
              </a:rPr>
              <a:t>PILOT Release Readiness … with business alignment</a:t>
            </a:r>
          </a:p>
        </p:txBody>
      </p:sp>
      <p:sp>
        <p:nvSpPr>
          <p:cNvPr id="20" name="TextBox 19">
            <a:extLst>
              <a:ext uri="{FF2B5EF4-FFF2-40B4-BE49-F238E27FC236}">
                <a16:creationId xmlns:a16="http://schemas.microsoft.com/office/drawing/2014/main" id="{852EE092-EDA8-49EB-A336-9D21B8808CAC}"/>
              </a:ext>
            </a:extLst>
          </p:cNvPr>
          <p:cNvSpPr txBox="1"/>
          <p:nvPr/>
        </p:nvSpPr>
        <p:spPr>
          <a:xfrm>
            <a:off x="2784764" y="1964844"/>
            <a:ext cx="8285018" cy="1200329"/>
          </a:xfrm>
          <a:prstGeom prst="rect">
            <a:avLst/>
          </a:prstGeom>
          <a:noFill/>
        </p:spPr>
        <p:txBody>
          <a:bodyPr wrap="square" rtlCol="0">
            <a:spAutoFit/>
          </a:bodyPr>
          <a:lstStyle/>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63666A"/>
                </a:solidFill>
                <a:effectLst/>
                <a:uLnTx/>
                <a:uFillTx/>
                <a:latin typeface="Tahoma" charset="0"/>
                <a:ea typeface="ＭＳ Ｐゴシック" charset="0"/>
              </a:rPr>
              <a:t>Determine concept, requirements, estimate and schedule constraints</a:t>
            </a:r>
          </a:p>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63666A"/>
                </a:solidFill>
                <a:effectLst/>
                <a:uLnTx/>
                <a:uFillTx/>
                <a:latin typeface="Tahoma" charset="0"/>
                <a:ea typeface="ＭＳ Ｐゴシック" charset="0"/>
              </a:rPr>
              <a:t>Precursor to bid … </a:t>
            </a:r>
            <a:r>
              <a:rPr kumimoji="0" lang="en-US" sz="1800" b="0" i="0" u="none" strike="noStrike" kern="1200" cap="none" spc="0" normalizeH="0" baseline="0" noProof="0" dirty="0">
                <a:ln>
                  <a:noFill/>
                </a:ln>
                <a:solidFill>
                  <a:srgbClr val="C00000"/>
                </a:solidFill>
                <a:effectLst/>
                <a:uLnTx/>
                <a:uFillTx/>
                <a:latin typeface="Tahoma" charset="0"/>
                <a:ea typeface="ＭＳ Ｐゴシック" charset="0"/>
              </a:rPr>
              <a:t>make sure we can deliver to the commitments</a:t>
            </a:r>
          </a:p>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800" dirty="0">
                <a:solidFill>
                  <a:srgbClr val="C00000"/>
                </a:solidFill>
              </a:rPr>
              <a:t>Resources FORECAST here … factoring in risk &amp; win probability</a:t>
            </a:r>
          </a:p>
          <a:p>
            <a:pPr marL="342900" marR="0" lvl="0" indent="-342900" algn="l" defTabSz="608013"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C00000"/>
                </a:solidFill>
                <a:effectLst/>
                <a:uLnTx/>
                <a:uFillTx/>
                <a:latin typeface="Tahoma" charset="0"/>
                <a:ea typeface="ＭＳ Ｐゴシック" charset="0"/>
              </a:rPr>
              <a:t>Deal </a:t>
            </a:r>
            <a:r>
              <a:rPr lang="en-US" sz="1800" dirty="0">
                <a:solidFill>
                  <a:srgbClr val="C00000"/>
                </a:solidFill>
              </a:rPr>
              <a:t>Review includes development of Bid Strategy*</a:t>
            </a:r>
            <a:endParaRPr kumimoji="0" lang="en-US" sz="1800" b="0" i="0" u="none" strike="noStrike" kern="1200" cap="none" spc="0" normalizeH="0" baseline="0" noProof="0" dirty="0">
              <a:ln>
                <a:noFill/>
              </a:ln>
              <a:solidFill>
                <a:srgbClr val="C00000"/>
              </a:solidFill>
              <a:effectLst/>
              <a:uLnTx/>
              <a:uFillTx/>
              <a:latin typeface="Tahoma" charset="0"/>
              <a:ea typeface="ＭＳ Ｐゴシック" charset="0"/>
            </a:endParaRPr>
          </a:p>
        </p:txBody>
      </p:sp>
      <p:sp>
        <p:nvSpPr>
          <p:cNvPr id="7" name="Freeform: Shape 6">
            <a:extLst>
              <a:ext uri="{FF2B5EF4-FFF2-40B4-BE49-F238E27FC236}">
                <a16:creationId xmlns:a16="http://schemas.microsoft.com/office/drawing/2014/main" id="{21D0FB86-53EF-270E-64DE-45340CFF7581}"/>
              </a:ext>
            </a:extLst>
          </p:cNvPr>
          <p:cNvSpPr/>
          <p:nvPr/>
        </p:nvSpPr>
        <p:spPr>
          <a:xfrm>
            <a:off x="506613" y="2613415"/>
            <a:ext cx="1965285" cy="777530"/>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61066" tIns="22670" rIns="415727" bIns="22670" numCol="1" spcCol="1270" anchor="ctr" anchorCtr="0">
            <a:noAutofit/>
          </a:bodyPr>
          <a:lstStyle/>
          <a:p>
            <a:pPr marL="0" marR="0" lvl="0" indent="0" algn="ctr" defTabSz="755650" rtl="0" eaLnBrk="1" fontAlgn="base" latinLnBrk="0" hangingPunct="1">
              <a:lnSpc>
                <a:spcPct val="90000"/>
              </a:lnSpc>
              <a:spcBef>
                <a:spcPct val="0"/>
              </a:spcBef>
              <a:spcAft>
                <a:spcPct val="35000"/>
              </a:spcAft>
              <a:buClrTx/>
              <a:buSzTx/>
              <a:buFontTx/>
              <a:buNone/>
              <a:tabLst/>
              <a:defRPr/>
            </a:pPr>
            <a:r>
              <a:rPr lang="en-US" sz="1600" dirty="0">
                <a:solidFill>
                  <a:prstClr val="white"/>
                </a:solidFill>
                <a:latin typeface="Tahoma"/>
              </a:rPr>
              <a:t>Deal</a:t>
            </a:r>
            <a:r>
              <a:rPr kumimoji="0" lang="en-US" sz="1200" b="0" i="0" u="none" strike="noStrike" kern="1200" cap="none" spc="0" normalizeH="0" baseline="0" noProof="0" dirty="0">
                <a:ln>
                  <a:noFill/>
                </a:ln>
                <a:solidFill>
                  <a:prstClr val="white"/>
                </a:solidFill>
                <a:effectLst/>
                <a:uLnTx/>
                <a:uFillTx/>
                <a:latin typeface="Tahoma"/>
                <a:ea typeface="+mn-ea"/>
                <a:cs typeface="+mn-cs"/>
              </a:rPr>
              <a:t> </a:t>
            </a:r>
            <a:r>
              <a:rPr lang="en-US" sz="1600" dirty="0">
                <a:solidFill>
                  <a:prstClr val="white"/>
                </a:solidFill>
                <a:latin typeface="Tahoma"/>
              </a:rPr>
              <a:t>Review</a:t>
            </a:r>
          </a:p>
        </p:txBody>
      </p:sp>
      <p:sp>
        <p:nvSpPr>
          <p:cNvPr id="9" name="Right Brace 8">
            <a:extLst>
              <a:ext uri="{FF2B5EF4-FFF2-40B4-BE49-F238E27FC236}">
                <a16:creationId xmlns:a16="http://schemas.microsoft.com/office/drawing/2014/main" id="{C1222EDB-D2CC-A16D-FE79-953F419DCD87}"/>
              </a:ext>
            </a:extLst>
          </p:cNvPr>
          <p:cNvSpPr/>
          <p:nvPr/>
        </p:nvSpPr>
        <p:spPr>
          <a:xfrm>
            <a:off x="2471898" y="1624217"/>
            <a:ext cx="222141" cy="1850953"/>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D10B75EC-9E35-D6C2-6348-A930412C1515}"/>
              </a:ext>
            </a:extLst>
          </p:cNvPr>
          <p:cNvSpPr txBox="1"/>
          <p:nvPr/>
        </p:nvSpPr>
        <p:spPr>
          <a:xfrm rot="16200000">
            <a:off x="-450054" y="1047429"/>
            <a:ext cx="1622322" cy="338554"/>
          </a:xfrm>
          <a:prstGeom prst="rect">
            <a:avLst/>
          </a:prstGeom>
          <a:noFill/>
        </p:spPr>
        <p:txBody>
          <a:bodyPr wrap="square" rtlCol="0">
            <a:spAutoFit/>
          </a:bodyPr>
          <a:lstStyle/>
          <a:p>
            <a:pPr algn="ctr"/>
            <a:r>
              <a:rPr lang="en-US" sz="1600" dirty="0">
                <a:solidFill>
                  <a:srgbClr val="FF0000"/>
                </a:solidFill>
              </a:rPr>
              <a:t>RAILS 0</a:t>
            </a:r>
          </a:p>
        </p:txBody>
      </p:sp>
      <p:sp>
        <p:nvSpPr>
          <p:cNvPr id="4" name="TextBox 3">
            <a:extLst>
              <a:ext uri="{FF2B5EF4-FFF2-40B4-BE49-F238E27FC236}">
                <a16:creationId xmlns:a16="http://schemas.microsoft.com/office/drawing/2014/main" id="{CF3E45FA-E082-0757-66AB-5C981D251769}"/>
              </a:ext>
            </a:extLst>
          </p:cNvPr>
          <p:cNvSpPr txBox="1"/>
          <p:nvPr/>
        </p:nvSpPr>
        <p:spPr>
          <a:xfrm rot="16200000">
            <a:off x="-450054" y="2402026"/>
            <a:ext cx="1622322" cy="338554"/>
          </a:xfrm>
          <a:prstGeom prst="rect">
            <a:avLst/>
          </a:prstGeom>
          <a:noFill/>
        </p:spPr>
        <p:txBody>
          <a:bodyPr wrap="square" rtlCol="0">
            <a:spAutoFit/>
          </a:bodyPr>
          <a:lstStyle/>
          <a:p>
            <a:pPr algn="ctr"/>
            <a:r>
              <a:rPr lang="en-US" sz="1600" dirty="0">
                <a:solidFill>
                  <a:srgbClr val="FF0000"/>
                </a:solidFill>
              </a:rPr>
              <a:t>RAILS 1</a:t>
            </a:r>
          </a:p>
        </p:txBody>
      </p:sp>
      <p:sp>
        <p:nvSpPr>
          <p:cNvPr id="5" name="TextBox 4">
            <a:extLst>
              <a:ext uri="{FF2B5EF4-FFF2-40B4-BE49-F238E27FC236}">
                <a16:creationId xmlns:a16="http://schemas.microsoft.com/office/drawing/2014/main" id="{9BAF8265-1336-9B7E-42FF-118FF00648AE}"/>
              </a:ext>
            </a:extLst>
          </p:cNvPr>
          <p:cNvSpPr txBox="1"/>
          <p:nvPr/>
        </p:nvSpPr>
        <p:spPr>
          <a:xfrm rot="16200000">
            <a:off x="-473825" y="3727544"/>
            <a:ext cx="1622322" cy="338554"/>
          </a:xfrm>
          <a:prstGeom prst="rect">
            <a:avLst/>
          </a:prstGeom>
          <a:noFill/>
        </p:spPr>
        <p:txBody>
          <a:bodyPr wrap="square" rtlCol="0">
            <a:spAutoFit/>
          </a:bodyPr>
          <a:lstStyle/>
          <a:p>
            <a:pPr algn="ctr"/>
            <a:r>
              <a:rPr lang="en-US" sz="1600" dirty="0">
                <a:solidFill>
                  <a:srgbClr val="FF0000"/>
                </a:solidFill>
              </a:rPr>
              <a:t>RAILS 2</a:t>
            </a:r>
          </a:p>
        </p:txBody>
      </p:sp>
      <p:sp>
        <p:nvSpPr>
          <p:cNvPr id="6" name="TextBox 5">
            <a:extLst>
              <a:ext uri="{FF2B5EF4-FFF2-40B4-BE49-F238E27FC236}">
                <a16:creationId xmlns:a16="http://schemas.microsoft.com/office/drawing/2014/main" id="{0FD35E2E-E67E-DCEA-BCD7-6CF6C43E6146}"/>
              </a:ext>
            </a:extLst>
          </p:cNvPr>
          <p:cNvSpPr txBox="1"/>
          <p:nvPr/>
        </p:nvSpPr>
        <p:spPr>
          <a:xfrm rot="16200000">
            <a:off x="-450055" y="4631739"/>
            <a:ext cx="1622322" cy="338554"/>
          </a:xfrm>
          <a:prstGeom prst="rect">
            <a:avLst/>
          </a:prstGeom>
          <a:noFill/>
        </p:spPr>
        <p:txBody>
          <a:bodyPr wrap="square" rtlCol="0">
            <a:spAutoFit/>
          </a:bodyPr>
          <a:lstStyle/>
          <a:p>
            <a:pPr algn="ctr"/>
            <a:r>
              <a:rPr lang="en-US" sz="1600" dirty="0">
                <a:solidFill>
                  <a:srgbClr val="FF0000"/>
                </a:solidFill>
              </a:rPr>
              <a:t>RAILS 3</a:t>
            </a:r>
          </a:p>
        </p:txBody>
      </p:sp>
      <p:sp>
        <p:nvSpPr>
          <p:cNvPr id="8" name="TextBox 7">
            <a:extLst>
              <a:ext uri="{FF2B5EF4-FFF2-40B4-BE49-F238E27FC236}">
                <a16:creationId xmlns:a16="http://schemas.microsoft.com/office/drawing/2014/main" id="{F3989422-9B2E-EBBE-3E0D-97B434D076B5}"/>
              </a:ext>
            </a:extLst>
          </p:cNvPr>
          <p:cNvSpPr txBox="1"/>
          <p:nvPr/>
        </p:nvSpPr>
        <p:spPr>
          <a:xfrm rot="16200000">
            <a:off x="-473825" y="5580319"/>
            <a:ext cx="1622322" cy="338554"/>
          </a:xfrm>
          <a:prstGeom prst="rect">
            <a:avLst/>
          </a:prstGeom>
          <a:noFill/>
        </p:spPr>
        <p:txBody>
          <a:bodyPr wrap="square" rtlCol="0">
            <a:spAutoFit/>
          </a:bodyPr>
          <a:lstStyle/>
          <a:p>
            <a:pPr algn="ctr"/>
            <a:r>
              <a:rPr lang="en-US" sz="1600" dirty="0">
                <a:solidFill>
                  <a:srgbClr val="FF0000"/>
                </a:solidFill>
              </a:rPr>
              <a:t>RAILS 4</a:t>
            </a:r>
          </a:p>
        </p:txBody>
      </p:sp>
      <p:sp>
        <p:nvSpPr>
          <p:cNvPr id="21" name="TextBox 20">
            <a:extLst>
              <a:ext uri="{FF2B5EF4-FFF2-40B4-BE49-F238E27FC236}">
                <a16:creationId xmlns:a16="http://schemas.microsoft.com/office/drawing/2014/main" id="{954949E3-FB30-1E6D-B823-0E7566267698}"/>
              </a:ext>
            </a:extLst>
          </p:cNvPr>
          <p:cNvSpPr txBox="1"/>
          <p:nvPr/>
        </p:nvSpPr>
        <p:spPr>
          <a:xfrm>
            <a:off x="7623586" y="6435726"/>
            <a:ext cx="4538252" cy="307777"/>
          </a:xfrm>
          <a:prstGeom prst="rect">
            <a:avLst/>
          </a:prstGeom>
          <a:noFill/>
        </p:spPr>
        <p:txBody>
          <a:bodyPr wrap="square">
            <a:spAutoFit/>
          </a:bodyPr>
          <a:lstStyle/>
          <a:p>
            <a:r>
              <a:rPr lang="en-US" sz="1400" dirty="0">
                <a:solidFill>
                  <a:srgbClr val="C00000"/>
                </a:solidFill>
              </a:rPr>
              <a:t>*note deal review governed by ITO process not RAILS</a:t>
            </a:r>
            <a:endParaRPr lang="en-US" sz="1400" dirty="0"/>
          </a:p>
        </p:txBody>
      </p:sp>
    </p:spTree>
    <p:extLst>
      <p:ext uri="{BB962C8B-B14F-4D97-AF65-F5344CB8AC3E}">
        <p14:creationId xmlns:p14="http://schemas.microsoft.com/office/powerpoint/2010/main" val="3386889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9">
            <a:extLst>
              <a:ext uri="{FF2B5EF4-FFF2-40B4-BE49-F238E27FC236}">
                <a16:creationId xmlns:a16="http://schemas.microsoft.com/office/drawing/2014/main" id="{EF7B08D3-538B-FE44-97B1-C5A8D532C7E4}"/>
              </a:ext>
            </a:extLst>
          </p:cNvPr>
          <p:cNvSpPr txBox="1">
            <a:spLocks/>
          </p:cNvSpPr>
          <p:nvPr/>
        </p:nvSpPr>
        <p:spPr>
          <a:xfrm>
            <a:off x="266057" y="863992"/>
            <a:ext cx="7589917" cy="4622184"/>
          </a:xfrm>
          <a:prstGeom prst="rect">
            <a:avLst/>
          </a:prstGeom>
        </p:spPr>
        <p:txBody>
          <a:bodyPr vert="horz" lIns="0" tIns="0" rIns="0" bIns="0" rtlCol="0" anchor="t">
            <a:noAutofit/>
          </a:bodyPr>
          <a:lstStyle>
            <a:lvl1pPr marL="192024" indent="-192024" algn="l" defTabSz="914400" rtl="0" eaLnBrk="1" latinLnBrk="0" hangingPunct="1">
              <a:lnSpc>
                <a:spcPct val="99000"/>
              </a:lnSpc>
              <a:spcBef>
                <a:spcPts val="1400"/>
              </a:spcBef>
              <a:spcAft>
                <a:spcPts val="0"/>
              </a:spcAft>
              <a:buFont typeface="Arial" panose="020B0604020202020204" pitchFamily="34" charset="0"/>
              <a:buChar char="•"/>
              <a:defRPr sz="2800" kern="1200">
                <a:solidFill>
                  <a:schemeClr val="accent2"/>
                </a:solidFill>
                <a:latin typeface="+mn-lt"/>
                <a:ea typeface="+mn-ea"/>
                <a:cs typeface="+mn-cs"/>
              </a:defRPr>
            </a:lvl1pPr>
            <a:lvl2pPr marL="192024" indent="0" algn="l" defTabSz="914400" rtl="0" eaLnBrk="1" latinLnBrk="0" hangingPunct="1">
              <a:lnSpc>
                <a:spcPct val="99000"/>
              </a:lnSpc>
              <a:spcBef>
                <a:spcPts val="0"/>
              </a:spcBef>
              <a:buFontTx/>
              <a:buNone/>
              <a:defRPr sz="2800" kern="1200">
                <a:solidFill>
                  <a:schemeClr val="accent2"/>
                </a:solidFill>
                <a:latin typeface="+mn-lt"/>
                <a:ea typeface="+mn-ea"/>
                <a:cs typeface="+mn-cs"/>
              </a:defRPr>
            </a:lvl2pPr>
            <a:lvl3pPr marL="192088" indent="-192088" algn="l" defTabSz="914400" rtl="0" eaLnBrk="1" latinLnBrk="0" hangingPunct="1">
              <a:lnSpc>
                <a:spcPct val="99000"/>
              </a:lnSpc>
              <a:spcBef>
                <a:spcPts val="1200"/>
              </a:spcBef>
              <a:buSzPct val="91000"/>
              <a:buFont typeface="Arial" panose="020B0604020202020204" pitchFamily="34" charset="0"/>
              <a:buChar char="•"/>
              <a:defRPr sz="2400" kern="1200">
                <a:solidFill>
                  <a:schemeClr val="accent2"/>
                </a:solidFill>
                <a:latin typeface="+mn-lt"/>
                <a:ea typeface="+mn-ea"/>
                <a:cs typeface="+mn-cs"/>
              </a:defRPr>
            </a:lvl3pPr>
            <a:lvl4pPr marL="192024" indent="0" algn="l" defTabSz="914400" rtl="0" eaLnBrk="1" latinLnBrk="0" hangingPunct="1">
              <a:lnSpc>
                <a:spcPct val="99000"/>
              </a:lnSpc>
              <a:spcBef>
                <a:spcPts val="0"/>
              </a:spcBef>
              <a:buFontTx/>
              <a:buNone/>
              <a:defRPr sz="2400" kern="1200">
                <a:solidFill>
                  <a:schemeClr val="accent2"/>
                </a:solidFill>
                <a:latin typeface="+mn-lt"/>
                <a:ea typeface="+mn-ea"/>
                <a:cs typeface="+mn-cs"/>
              </a:defRPr>
            </a:lvl4pPr>
            <a:lvl5pPr marL="192024" indent="-192024" algn="l" defTabSz="914400" rtl="0" eaLnBrk="1" latinLnBrk="0" hangingPunct="1">
              <a:lnSpc>
                <a:spcPct val="99000"/>
              </a:lnSpc>
              <a:spcBef>
                <a:spcPts val="900"/>
              </a:spcBef>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a:lstStyle>
          <a:p>
            <a:pPr marL="191135" marR="0" lvl="0" indent="-191135" algn="l" defTabSz="912114" rtl="0" eaLnBrk="1" fontAlgn="auto" latinLnBrk="0" hangingPunct="1">
              <a:lnSpc>
                <a:spcPct val="99000"/>
              </a:lnSpc>
              <a:spcBef>
                <a:spcPts val="1397"/>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63666A"/>
                </a:solidFill>
                <a:effectLst/>
                <a:uLnTx/>
                <a:uFillTx/>
                <a:latin typeface="Tahoma"/>
                <a:ea typeface="Tahoma"/>
                <a:cs typeface="Tahoma"/>
              </a:rPr>
              <a:t>Control Points are </a:t>
            </a:r>
            <a:r>
              <a:rPr kumimoji="0" lang="en-US" sz="2000" b="0" i="0" u="none" strike="noStrike" kern="1200" cap="none" spc="0" normalizeH="0" baseline="0" noProof="0" dirty="0">
                <a:ln>
                  <a:noFill/>
                </a:ln>
                <a:solidFill>
                  <a:srgbClr val="C00000"/>
                </a:solidFill>
                <a:effectLst/>
                <a:uLnTx/>
                <a:uFillTx/>
                <a:latin typeface="Tahoma"/>
                <a:ea typeface="Tahoma"/>
                <a:cs typeface="Tahoma"/>
              </a:rPr>
              <a:t>formal RISK reviews:</a:t>
            </a:r>
            <a:endParaRPr lang="en-US" sz="2000" b="0" i="0" u="none" strike="noStrike" kern="1200" cap="none" spc="0" normalizeH="0" baseline="0" noProof="0" dirty="0">
              <a:ln>
                <a:noFill/>
              </a:ln>
              <a:solidFill>
                <a:srgbClr val="C00000"/>
              </a:solidFill>
              <a:effectLst/>
              <a:uLnTx/>
              <a:uFillTx/>
              <a:latin typeface="Tahoma"/>
              <a:ea typeface="Tahoma"/>
              <a:cs typeface="Tahoma"/>
            </a:endParaRPr>
          </a:p>
          <a:p>
            <a:pPr marL="628650" lvl="1" indent="-190500" defTabSz="912114" fontAlgn="auto">
              <a:spcBef>
                <a:spcPts val="1397"/>
              </a:spcBef>
              <a:spcAft>
                <a:spcPts val="0"/>
              </a:spcAft>
              <a:buFont typeface="Wingdings" panose="05000000000000000000" pitchFamily="2" charset="2"/>
              <a:buChar char="§"/>
              <a:defRPr/>
            </a:pPr>
            <a:r>
              <a:rPr lang="en-US" sz="2000" dirty="0">
                <a:solidFill>
                  <a:srgbClr val="63666A"/>
                </a:solidFill>
                <a:latin typeface="Tahoma"/>
                <a:ea typeface="Tahoma"/>
                <a:cs typeface="Tahoma"/>
              </a:rPr>
              <a:t>H</a:t>
            </a:r>
            <a:r>
              <a:rPr kumimoji="0" lang="en-US" sz="2000" b="0" i="0" u="none" strike="noStrike" kern="1200" cap="none" spc="0" normalizeH="0" baseline="0" noProof="0" dirty="0">
                <a:ln>
                  <a:noFill/>
                </a:ln>
                <a:solidFill>
                  <a:srgbClr val="63666A"/>
                </a:solidFill>
                <a:effectLst/>
                <a:uLnTx/>
                <a:uFillTx/>
                <a:latin typeface="Tahoma"/>
                <a:ea typeface="Tahoma"/>
                <a:cs typeface="Tahoma"/>
              </a:rPr>
              <a:t>eld at the end of each RAILS program lifecycle stage, prior to commencing the next one </a:t>
            </a:r>
            <a:endParaRPr lang="en-US" sz="2000" b="0" i="0" u="none" strike="noStrike" kern="1200" cap="none" spc="0" normalizeH="0" baseline="0" noProof="0" dirty="0">
              <a:ln>
                <a:noFill/>
              </a:ln>
              <a:solidFill>
                <a:srgbClr val="63666A"/>
              </a:solidFill>
              <a:effectLst/>
              <a:uLnTx/>
              <a:uFillTx/>
              <a:latin typeface="Tahoma"/>
              <a:ea typeface="Tahoma"/>
              <a:cs typeface="Tahoma"/>
            </a:endParaRPr>
          </a:p>
          <a:p>
            <a:pPr marL="628650" lvl="1" indent="-190500" defTabSz="912114" fontAlgn="auto">
              <a:spcBef>
                <a:spcPts val="1397"/>
              </a:spcBef>
              <a:spcAft>
                <a:spcPts val="0"/>
              </a:spcAft>
              <a:buFont typeface="Wingdings" panose="05000000000000000000" pitchFamily="2" charset="2"/>
              <a:buChar char="§"/>
              <a:defRPr/>
            </a:pPr>
            <a:r>
              <a:rPr lang="en-US" sz="2000" dirty="0">
                <a:solidFill>
                  <a:srgbClr val="63666A"/>
                </a:solidFill>
                <a:latin typeface="Tahoma"/>
                <a:ea typeface="Tahoma"/>
                <a:cs typeface="Tahoma"/>
              </a:rPr>
              <a:t>Content Tailored based on project risks &amp; status … tell us what we need to know</a:t>
            </a:r>
          </a:p>
          <a:p>
            <a:pPr marL="628650" lvl="1" indent="-190500" defTabSz="912114" fontAlgn="auto">
              <a:spcBef>
                <a:spcPts val="1397"/>
              </a:spcBef>
              <a:spcAft>
                <a:spcPts val="0"/>
              </a:spcAft>
              <a:buFont typeface="Wingdings" panose="05000000000000000000" pitchFamily="2" charset="2"/>
              <a:buChar char="§"/>
              <a:defRPr/>
            </a:pPr>
            <a:r>
              <a:rPr lang="en-US" sz="2000" dirty="0">
                <a:solidFill>
                  <a:srgbClr val="63666A"/>
                </a:solidFill>
                <a:latin typeface="Tahoma"/>
                <a:ea typeface="Tahoma"/>
                <a:cs typeface="Tahoma"/>
              </a:rPr>
              <a:t>R</a:t>
            </a:r>
            <a:r>
              <a:rPr kumimoji="0" lang="en-US" sz="2000" b="0" i="0" u="none" strike="noStrike" kern="1200" cap="none" spc="0" normalizeH="0" baseline="0" noProof="0" dirty="0" err="1">
                <a:ln>
                  <a:noFill/>
                </a:ln>
                <a:solidFill>
                  <a:srgbClr val="63666A"/>
                </a:solidFill>
                <a:effectLst/>
                <a:uLnTx/>
                <a:uFillTx/>
                <a:latin typeface="Tahoma"/>
                <a:ea typeface="Tahoma"/>
                <a:cs typeface="Tahoma"/>
              </a:rPr>
              <a:t>isks</a:t>
            </a:r>
            <a:r>
              <a:rPr kumimoji="0" lang="en-US" sz="2000" b="0" i="0" u="none" strike="noStrike" kern="1200" cap="none" spc="0" normalizeH="0" baseline="0" noProof="0" dirty="0">
                <a:ln>
                  <a:noFill/>
                </a:ln>
                <a:solidFill>
                  <a:srgbClr val="63666A"/>
                </a:solidFill>
                <a:effectLst/>
                <a:uLnTx/>
                <a:uFillTx/>
                <a:latin typeface="Tahoma"/>
                <a:ea typeface="Tahoma"/>
                <a:cs typeface="Tahoma"/>
              </a:rPr>
              <a:t> are clearly communicated and understood … make go / no-go decisions</a:t>
            </a:r>
            <a:endParaRPr lang="en-US" sz="2000" b="0" i="0" u="none" strike="noStrike" kern="1200" cap="none" spc="0" normalizeH="0" baseline="0" noProof="0" dirty="0">
              <a:ln>
                <a:noFill/>
              </a:ln>
              <a:solidFill>
                <a:srgbClr val="63666A"/>
              </a:solidFill>
              <a:effectLst/>
              <a:uLnTx/>
              <a:uFillTx/>
              <a:latin typeface="Tahoma"/>
              <a:ea typeface="Tahoma"/>
              <a:cs typeface="Tahoma"/>
            </a:endParaRPr>
          </a:p>
          <a:p>
            <a:pPr marL="628650" lvl="1" indent="-190500" defTabSz="912114" fontAlgn="auto">
              <a:spcBef>
                <a:spcPts val="1397"/>
              </a:spcBef>
              <a:spcAft>
                <a:spcPts val="0"/>
              </a:spcAft>
              <a:buFont typeface="Wingdings" panose="05000000000000000000" pitchFamily="2" charset="2"/>
              <a:buChar char="§"/>
              <a:defRPr/>
            </a:pPr>
            <a:r>
              <a:rPr lang="en-US" sz="2000" dirty="0">
                <a:solidFill>
                  <a:srgbClr val="63666A"/>
                </a:solidFill>
                <a:latin typeface="Tahoma"/>
                <a:ea typeface="Tahoma"/>
                <a:cs typeface="Tahoma"/>
              </a:rPr>
              <a:t>Risks should be </a:t>
            </a:r>
            <a:r>
              <a:rPr lang="en-US" sz="2000" b="1" dirty="0">
                <a:solidFill>
                  <a:srgbClr val="63666A"/>
                </a:solidFill>
                <a:latin typeface="Tahoma"/>
                <a:ea typeface="Tahoma"/>
                <a:cs typeface="Tahoma"/>
              </a:rPr>
              <a:t>specific</a:t>
            </a:r>
            <a:r>
              <a:rPr lang="en-US" sz="2000" dirty="0">
                <a:solidFill>
                  <a:srgbClr val="63666A"/>
                </a:solidFill>
                <a:latin typeface="Tahoma"/>
                <a:ea typeface="Tahoma"/>
                <a:cs typeface="Tahoma"/>
              </a:rPr>
              <a:t> and actionable… “Need System Engineer to define requirements for Feature 3” not “I may need more resources.”</a:t>
            </a:r>
          </a:p>
          <a:p>
            <a:pPr marL="628650" lvl="1" indent="-190500" defTabSz="912114" fontAlgn="auto">
              <a:spcBef>
                <a:spcPts val="1397"/>
              </a:spcBef>
              <a:spcAft>
                <a:spcPts val="0"/>
              </a:spcAft>
              <a:buFont typeface="Wingdings" panose="05000000000000000000" pitchFamily="2" charset="2"/>
              <a:buChar char="§"/>
              <a:defRPr/>
            </a:pPr>
            <a:r>
              <a:rPr lang="en-US" sz="2000" dirty="0">
                <a:solidFill>
                  <a:srgbClr val="63666A"/>
                </a:solidFill>
                <a:latin typeface="Tahoma"/>
                <a:ea typeface="Tahoma"/>
                <a:cs typeface="Tahoma"/>
              </a:rPr>
              <a:t>Cross functional in nature … we all agree to move forward together</a:t>
            </a:r>
            <a:endParaRPr lang="en-US" sz="2000" b="0" i="0" u="none" strike="noStrike" kern="1200" cap="none" spc="0" normalizeH="0" baseline="0" noProof="0" dirty="0">
              <a:ln>
                <a:noFill/>
              </a:ln>
              <a:solidFill>
                <a:srgbClr val="63666A"/>
              </a:solidFill>
              <a:effectLst/>
              <a:uLnTx/>
              <a:uFillTx/>
              <a:latin typeface="Tahoma"/>
              <a:ea typeface="Tahoma"/>
              <a:cs typeface="Tahoma"/>
            </a:endParaRPr>
          </a:p>
        </p:txBody>
      </p:sp>
      <p:sp>
        <p:nvSpPr>
          <p:cNvPr id="15" name="Title 1">
            <a:extLst>
              <a:ext uri="{FF2B5EF4-FFF2-40B4-BE49-F238E27FC236}">
                <a16:creationId xmlns:a16="http://schemas.microsoft.com/office/drawing/2014/main" id="{D8D39427-3BD9-A24A-A13A-E4BC303A74A6}"/>
              </a:ext>
            </a:extLst>
          </p:cNvPr>
          <p:cNvSpPr>
            <a:spLocks noGrp="1"/>
          </p:cNvSpPr>
          <p:nvPr>
            <p:ph type="title"/>
          </p:nvPr>
        </p:nvSpPr>
        <p:spPr>
          <a:xfrm>
            <a:off x="455102" y="44037"/>
            <a:ext cx="11733927" cy="676571"/>
          </a:xfrm>
        </p:spPr>
        <p:txBody>
          <a:bodyPr/>
          <a:lstStyle/>
          <a:p>
            <a:r>
              <a:rPr lang="en-US" sz="3200" dirty="0"/>
              <a:t>RAILS &amp; CONTROL POINT REVIEWS</a:t>
            </a:r>
          </a:p>
        </p:txBody>
      </p:sp>
      <p:sp>
        <p:nvSpPr>
          <p:cNvPr id="10" name="TextBox 9">
            <a:extLst>
              <a:ext uri="{FF2B5EF4-FFF2-40B4-BE49-F238E27FC236}">
                <a16:creationId xmlns:a16="http://schemas.microsoft.com/office/drawing/2014/main" id="{AE47722D-BDD5-440F-958B-AD63786E453C}"/>
              </a:ext>
            </a:extLst>
          </p:cNvPr>
          <p:cNvSpPr txBox="1"/>
          <p:nvPr/>
        </p:nvSpPr>
        <p:spPr>
          <a:xfrm>
            <a:off x="1957512" y="5486176"/>
            <a:ext cx="5672627" cy="1015663"/>
          </a:xfrm>
          <a:prstGeom prst="rect">
            <a:avLst/>
          </a:prstGeom>
          <a:solidFill>
            <a:schemeClr val="tx1"/>
          </a:solidFill>
        </p:spPr>
        <p:txBody>
          <a:bodyPr wrap="square" rtlCol="0">
            <a:spAutoFit/>
          </a:bodyPr>
          <a:lstStyle/>
          <a:p>
            <a:pPr marL="0" marR="0" lvl="0" indent="0" algn="ctr" defTabSz="608013"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Tahoma" charset="0"/>
                <a:ea typeface="ＭＳ Ｐゴシック" charset="0"/>
              </a:rPr>
              <a:t>Control Points help break any silos, increase focus on customer deliverables, reduce risk and improve quality</a:t>
            </a:r>
          </a:p>
        </p:txBody>
      </p:sp>
      <p:pic>
        <p:nvPicPr>
          <p:cNvPr id="3" name="Picture 2">
            <a:extLst>
              <a:ext uri="{FF2B5EF4-FFF2-40B4-BE49-F238E27FC236}">
                <a16:creationId xmlns:a16="http://schemas.microsoft.com/office/drawing/2014/main" id="{AAD48921-B7C0-9B1B-9C9D-168C93612A5F}"/>
              </a:ext>
            </a:extLst>
          </p:cNvPr>
          <p:cNvPicPr>
            <a:picLocks noChangeAspect="1"/>
          </p:cNvPicPr>
          <p:nvPr/>
        </p:nvPicPr>
        <p:blipFill>
          <a:blip r:embed="rId3"/>
          <a:stretch>
            <a:fillRect/>
          </a:stretch>
        </p:blipFill>
        <p:spPr>
          <a:xfrm>
            <a:off x="8279280" y="158461"/>
            <a:ext cx="2104103" cy="1186524"/>
          </a:xfrm>
          <a:prstGeom prst="rect">
            <a:avLst/>
          </a:prstGeom>
        </p:spPr>
      </p:pic>
      <p:pic>
        <p:nvPicPr>
          <p:cNvPr id="4" name="Picture 3">
            <a:extLst>
              <a:ext uri="{FF2B5EF4-FFF2-40B4-BE49-F238E27FC236}">
                <a16:creationId xmlns:a16="http://schemas.microsoft.com/office/drawing/2014/main" id="{5C2CAFBE-C1EA-EBE8-5734-B6F6593A341D}"/>
              </a:ext>
            </a:extLst>
          </p:cNvPr>
          <p:cNvPicPr>
            <a:picLocks noChangeAspect="1"/>
          </p:cNvPicPr>
          <p:nvPr/>
        </p:nvPicPr>
        <p:blipFill>
          <a:blip r:embed="rId4"/>
          <a:stretch>
            <a:fillRect/>
          </a:stretch>
        </p:blipFill>
        <p:spPr>
          <a:xfrm>
            <a:off x="9664267" y="310162"/>
            <a:ext cx="1927123" cy="1900358"/>
          </a:xfrm>
          <a:prstGeom prst="rect">
            <a:avLst/>
          </a:prstGeom>
        </p:spPr>
      </p:pic>
      <p:pic>
        <p:nvPicPr>
          <p:cNvPr id="6" name="Picture 5">
            <a:extLst>
              <a:ext uri="{FF2B5EF4-FFF2-40B4-BE49-F238E27FC236}">
                <a16:creationId xmlns:a16="http://schemas.microsoft.com/office/drawing/2014/main" id="{46297B85-3A7D-641C-2A70-E3DCC1D212FF}"/>
              </a:ext>
            </a:extLst>
          </p:cNvPr>
          <p:cNvPicPr>
            <a:picLocks noChangeAspect="1"/>
          </p:cNvPicPr>
          <p:nvPr/>
        </p:nvPicPr>
        <p:blipFill>
          <a:blip r:embed="rId5"/>
          <a:stretch>
            <a:fillRect/>
          </a:stretch>
        </p:blipFill>
        <p:spPr>
          <a:xfrm>
            <a:off x="9998922" y="3386625"/>
            <a:ext cx="1896859" cy="3285222"/>
          </a:xfrm>
          <a:prstGeom prst="rect">
            <a:avLst/>
          </a:prstGeom>
        </p:spPr>
      </p:pic>
      <p:sp>
        <p:nvSpPr>
          <p:cNvPr id="5" name="TextBox 4">
            <a:extLst>
              <a:ext uri="{FF2B5EF4-FFF2-40B4-BE49-F238E27FC236}">
                <a16:creationId xmlns:a16="http://schemas.microsoft.com/office/drawing/2014/main" id="{14BB064D-9993-6724-4C11-95FFCAA3D936}"/>
              </a:ext>
            </a:extLst>
          </p:cNvPr>
          <p:cNvSpPr txBox="1"/>
          <p:nvPr/>
        </p:nvSpPr>
        <p:spPr>
          <a:xfrm>
            <a:off x="8543390" y="2247341"/>
            <a:ext cx="3352391" cy="915059"/>
          </a:xfrm>
          <a:prstGeom prst="rect">
            <a:avLst/>
          </a:prstGeom>
          <a:noFill/>
        </p:spPr>
        <p:txBody>
          <a:bodyPr wrap="square">
            <a:spAutoFit/>
          </a:bodyPr>
          <a:lstStyle/>
          <a:p>
            <a:pPr marR="0" lvl="0" algn="l" defTabSz="912114" rtl="0" eaLnBrk="1" fontAlgn="auto" latinLnBrk="0" hangingPunct="1">
              <a:lnSpc>
                <a:spcPct val="99000"/>
              </a:lnSpc>
              <a:spcBef>
                <a:spcPts val="1397"/>
              </a:spcBef>
              <a:spcAft>
                <a:spcPts val="0"/>
              </a:spcAft>
              <a:buClrTx/>
              <a:buSzTx/>
              <a:tabLst/>
              <a:defRPr/>
            </a:pPr>
            <a:r>
              <a:rPr lang="en-US" sz="1800" dirty="0">
                <a:solidFill>
                  <a:srgbClr val="63666A"/>
                </a:solidFill>
                <a:latin typeface="GE Inspira Sans"/>
              </a:rPr>
              <a:t>Example templates provided … but format is not required … content of review is critical</a:t>
            </a:r>
          </a:p>
        </p:txBody>
      </p:sp>
      <p:sp>
        <p:nvSpPr>
          <p:cNvPr id="9" name="TextBox 8">
            <a:extLst>
              <a:ext uri="{FF2B5EF4-FFF2-40B4-BE49-F238E27FC236}">
                <a16:creationId xmlns:a16="http://schemas.microsoft.com/office/drawing/2014/main" id="{511069C9-DE75-B99C-ADA3-308D029CED90}"/>
              </a:ext>
            </a:extLst>
          </p:cNvPr>
          <p:cNvSpPr txBox="1"/>
          <p:nvPr/>
        </p:nvSpPr>
        <p:spPr>
          <a:xfrm>
            <a:off x="8379592" y="4143181"/>
            <a:ext cx="1839993" cy="1200329"/>
          </a:xfrm>
          <a:prstGeom prst="rect">
            <a:avLst/>
          </a:prstGeom>
          <a:noFill/>
        </p:spPr>
        <p:txBody>
          <a:bodyPr wrap="square" lIns="91440" tIns="45720" rIns="91440" bIns="45720" anchor="t">
            <a:spAutoFit/>
          </a:bodyPr>
          <a:lstStyle/>
          <a:p>
            <a:r>
              <a:rPr lang="en-US" sz="1800" dirty="0">
                <a:latin typeface="Tahoma"/>
                <a:ea typeface="Tahoma"/>
                <a:cs typeface="Tahoma"/>
                <a:hlinkClick r:id="rId6">
                  <a:extLst>
                    <a:ext uri="{A12FA001-AC4F-418D-AE19-62706E023703}">
                      <ahyp:hlinkClr xmlns:ahyp="http://schemas.microsoft.com/office/drawing/2018/hyperlinkcolor" val="tx"/>
                    </a:ext>
                  </a:extLst>
                </a:hlinkClick>
              </a:rPr>
              <a:t>Approvals</a:t>
            </a:r>
            <a:r>
              <a:rPr kumimoji="0" lang="en-US" sz="1800" b="0" i="0" strike="noStrike" kern="1200" cap="none" spc="0" normalizeH="0" baseline="0" noProof="0" dirty="0">
                <a:ln>
                  <a:noFill/>
                </a:ln>
                <a:solidFill>
                  <a:srgbClr val="63666A"/>
                </a:solidFill>
                <a:effectLst/>
                <a:uLnTx/>
                <a:uFillTx/>
                <a:latin typeface="Tahoma"/>
                <a:ea typeface="Tahoma"/>
                <a:cs typeface="Tahoma"/>
              </a:rPr>
              <a:t> are captured in </a:t>
            </a:r>
            <a:r>
              <a:rPr lang="en-US" sz="1800" dirty="0">
                <a:solidFill>
                  <a:srgbClr val="63666A"/>
                </a:solidFill>
                <a:latin typeface="Tahoma"/>
                <a:ea typeface="Tahoma"/>
                <a:cs typeface="Tahoma"/>
              </a:rPr>
              <a:t>SharePoint</a:t>
            </a:r>
            <a:r>
              <a:rPr kumimoji="0" lang="en-US" sz="1800" b="0" i="0" strike="noStrike" kern="1200" cap="none" spc="0" normalizeH="0" baseline="0" noProof="0" dirty="0">
                <a:ln>
                  <a:noFill/>
                </a:ln>
                <a:solidFill>
                  <a:srgbClr val="63666A"/>
                </a:solidFill>
                <a:effectLst/>
                <a:uLnTx/>
                <a:uFillTx/>
                <a:latin typeface="Tahoma"/>
                <a:ea typeface="Tahoma"/>
                <a:cs typeface="Tahoma"/>
              </a:rPr>
              <a:t> workflow</a:t>
            </a:r>
            <a:endParaRPr lang="en-US" sz="1800" dirty="0">
              <a:latin typeface="Tahoma"/>
              <a:ea typeface="Tahoma"/>
              <a:cs typeface="Tahoma"/>
            </a:endParaRPr>
          </a:p>
        </p:txBody>
      </p:sp>
    </p:spTree>
    <p:extLst>
      <p:ext uri="{BB962C8B-B14F-4D97-AF65-F5344CB8AC3E}">
        <p14:creationId xmlns:p14="http://schemas.microsoft.com/office/powerpoint/2010/main" val="878003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70DC6-FD5D-085B-E403-F27C7B6FDC44}"/>
              </a:ext>
            </a:extLst>
          </p:cNvPr>
          <p:cNvSpPr>
            <a:spLocks noGrp="1"/>
          </p:cNvSpPr>
          <p:nvPr>
            <p:ph type="title"/>
          </p:nvPr>
        </p:nvSpPr>
        <p:spPr/>
        <p:txBody>
          <a:bodyPr/>
          <a:lstStyle/>
          <a:p>
            <a:r>
              <a:rPr lang="en-US" dirty="0"/>
              <a:t>Approvals for Control Points</a:t>
            </a:r>
          </a:p>
        </p:txBody>
      </p:sp>
      <p:sp>
        <p:nvSpPr>
          <p:cNvPr id="3" name="Text Placeholder 2">
            <a:extLst>
              <a:ext uri="{FF2B5EF4-FFF2-40B4-BE49-F238E27FC236}">
                <a16:creationId xmlns:a16="http://schemas.microsoft.com/office/drawing/2014/main" id="{0882CC75-2027-DBA5-D7BD-F8588E36321C}"/>
              </a:ext>
            </a:extLst>
          </p:cNvPr>
          <p:cNvSpPr>
            <a:spLocks noGrp="1"/>
          </p:cNvSpPr>
          <p:nvPr>
            <p:ph type="body" sz="quarter" idx="12"/>
          </p:nvPr>
        </p:nvSpPr>
        <p:spPr/>
        <p:txBody>
          <a:bodyPr/>
          <a:lstStyle/>
          <a:p>
            <a:endParaRPr lang="en-US"/>
          </a:p>
        </p:txBody>
      </p:sp>
      <p:graphicFrame>
        <p:nvGraphicFramePr>
          <p:cNvPr id="4" name="Table 4">
            <a:extLst>
              <a:ext uri="{FF2B5EF4-FFF2-40B4-BE49-F238E27FC236}">
                <a16:creationId xmlns:a16="http://schemas.microsoft.com/office/drawing/2014/main" id="{7B44199F-5B8D-60F1-F2C2-CED5D57BAFC9}"/>
              </a:ext>
            </a:extLst>
          </p:cNvPr>
          <p:cNvGraphicFramePr>
            <a:graphicFrameLocks noGrp="1"/>
          </p:cNvGraphicFramePr>
          <p:nvPr>
            <p:extLst>
              <p:ext uri="{D42A27DB-BD31-4B8C-83A1-F6EECF244321}">
                <p14:modId xmlns:p14="http://schemas.microsoft.com/office/powerpoint/2010/main" val="1481023953"/>
              </p:ext>
            </p:extLst>
          </p:nvPr>
        </p:nvGraphicFramePr>
        <p:xfrm>
          <a:off x="506613" y="1276976"/>
          <a:ext cx="11267190" cy="3566160"/>
        </p:xfrm>
        <a:graphic>
          <a:graphicData uri="http://schemas.openxmlformats.org/drawingml/2006/table">
            <a:tbl>
              <a:tblPr firstRow="1" bandRow="1">
                <a:tableStyleId>{073A0DAA-6AF3-43AB-8588-CEC1D06C72B9}</a:tableStyleId>
              </a:tblPr>
              <a:tblGrid>
                <a:gridCol w="3475452">
                  <a:extLst>
                    <a:ext uri="{9D8B030D-6E8A-4147-A177-3AD203B41FA5}">
                      <a16:colId xmlns:a16="http://schemas.microsoft.com/office/drawing/2014/main" val="548254910"/>
                    </a:ext>
                  </a:extLst>
                </a:gridCol>
                <a:gridCol w="7791738">
                  <a:extLst>
                    <a:ext uri="{9D8B030D-6E8A-4147-A177-3AD203B41FA5}">
                      <a16:colId xmlns:a16="http://schemas.microsoft.com/office/drawing/2014/main" val="2852057375"/>
                    </a:ext>
                  </a:extLst>
                </a:gridCol>
              </a:tblGrid>
              <a:tr h="370840">
                <a:tc>
                  <a:txBody>
                    <a:bodyPr/>
                    <a:lstStyle/>
                    <a:p>
                      <a:r>
                        <a:rPr lang="en-US" sz="2000" dirty="0"/>
                        <a:t>Role</a:t>
                      </a:r>
                    </a:p>
                  </a:txBody>
                  <a:tcPr/>
                </a:tc>
                <a:tc>
                  <a:txBody>
                    <a:bodyPr/>
                    <a:lstStyle/>
                    <a:p>
                      <a:r>
                        <a:rPr lang="en-US" sz="2000" dirty="0"/>
                        <a:t>Notes</a:t>
                      </a:r>
                    </a:p>
                  </a:txBody>
                  <a:tcPr/>
                </a:tc>
                <a:extLst>
                  <a:ext uri="{0D108BD9-81ED-4DB2-BD59-A6C34878D82A}">
                    <a16:rowId xmlns:a16="http://schemas.microsoft.com/office/drawing/2014/main" val="1946107293"/>
                  </a:ext>
                </a:extLst>
              </a:tr>
              <a:tr h="370840">
                <a:tc>
                  <a:txBody>
                    <a:bodyPr/>
                    <a:lstStyle/>
                    <a:p>
                      <a:r>
                        <a:rPr lang="en-US" sz="2000" dirty="0"/>
                        <a:t>Quality</a:t>
                      </a:r>
                    </a:p>
                  </a:txBody>
                  <a:tcPr/>
                </a:tc>
                <a:tc>
                  <a:txBody>
                    <a:bodyPr/>
                    <a:lstStyle/>
                    <a:p>
                      <a:r>
                        <a:rPr lang="en-US" sz="2000" dirty="0"/>
                        <a:t>Always required</a:t>
                      </a:r>
                    </a:p>
                  </a:txBody>
                  <a:tcPr/>
                </a:tc>
                <a:extLst>
                  <a:ext uri="{0D108BD9-81ED-4DB2-BD59-A6C34878D82A}">
                    <a16:rowId xmlns:a16="http://schemas.microsoft.com/office/drawing/2014/main" val="1931336368"/>
                  </a:ext>
                </a:extLst>
              </a:tr>
              <a:tr h="370840">
                <a:tc>
                  <a:txBody>
                    <a:bodyPr/>
                    <a:lstStyle/>
                    <a:p>
                      <a:r>
                        <a:rPr lang="en-US" sz="2000" dirty="0"/>
                        <a:t>Project Manager</a:t>
                      </a:r>
                    </a:p>
                  </a:txBody>
                  <a:tcPr/>
                </a:tc>
                <a:tc>
                  <a:txBody>
                    <a:bodyPr/>
                    <a:lstStyle/>
                    <a:p>
                      <a:r>
                        <a:rPr lang="en-US" sz="2000" dirty="0"/>
                        <a:t>Required EXCEPT CP0</a:t>
                      </a:r>
                    </a:p>
                  </a:txBody>
                  <a:tcPr/>
                </a:tc>
                <a:extLst>
                  <a:ext uri="{0D108BD9-81ED-4DB2-BD59-A6C34878D82A}">
                    <a16:rowId xmlns:a16="http://schemas.microsoft.com/office/drawing/2014/main" val="2078754961"/>
                  </a:ext>
                </a:extLst>
              </a:tr>
              <a:tr h="370840">
                <a:tc>
                  <a:txBody>
                    <a:bodyPr/>
                    <a:lstStyle/>
                    <a:p>
                      <a:r>
                        <a:rPr lang="en-US" sz="2000" dirty="0"/>
                        <a:t>Product Manager</a:t>
                      </a:r>
                    </a:p>
                  </a:txBody>
                  <a:tcPr/>
                </a:tc>
                <a:tc>
                  <a:txBody>
                    <a:bodyPr/>
                    <a:lstStyle/>
                    <a:p>
                      <a:r>
                        <a:rPr lang="en-US" sz="2000" dirty="0"/>
                        <a:t>Always Required</a:t>
                      </a:r>
                    </a:p>
                  </a:txBody>
                  <a:tcPr/>
                </a:tc>
                <a:extLst>
                  <a:ext uri="{0D108BD9-81ED-4DB2-BD59-A6C34878D82A}">
                    <a16:rowId xmlns:a16="http://schemas.microsoft.com/office/drawing/2014/main" val="138617130"/>
                  </a:ext>
                </a:extLst>
              </a:tr>
              <a:tr h="370840">
                <a:tc>
                  <a:txBody>
                    <a:bodyPr/>
                    <a:lstStyle/>
                    <a:p>
                      <a:r>
                        <a:rPr lang="en-US" sz="2000" dirty="0"/>
                        <a:t>Engineering</a:t>
                      </a:r>
                    </a:p>
                  </a:txBody>
                  <a:tcPr/>
                </a:tc>
                <a:tc>
                  <a:txBody>
                    <a:bodyPr/>
                    <a:lstStyle/>
                    <a:p>
                      <a:r>
                        <a:rPr lang="en-US" sz="2000" dirty="0"/>
                        <a:t>Always Required</a:t>
                      </a:r>
                    </a:p>
                  </a:txBody>
                  <a:tcPr/>
                </a:tc>
                <a:extLst>
                  <a:ext uri="{0D108BD9-81ED-4DB2-BD59-A6C34878D82A}">
                    <a16:rowId xmlns:a16="http://schemas.microsoft.com/office/drawing/2014/main" val="3186048348"/>
                  </a:ext>
                </a:extLst>
              </a:tr>
              <a:tr h="370840">
                <a:tc>
                  <a:txBody>
                    <a:bodyPr/>
                    <a:lstStyle/>
                    <a:p>
                      <a:r>
                        <a:rPr lang="en-US" sz="2000" dirty="0"/>
                        <a:t>Supply Chain / Operations</a:t>
                      </a:r>
                    </a:p>
                  </a:txBody>
                  <a:tcPr/>
                </a:tc>
                <a:tc>
                  <a:txBody>
                    <a:bodyPr/>
                    <a:lstStyle/>
                    <a:p>
                      <a:r>
                        <a:rPr lang="en-US" sz="2000" dirty="0"/>
                        <a:t>Required if any HW necessary</a:t>
                      </a:r>
                    </a:p>
                  </a:txBody>
                  <a:tcPr/>
                </a:tc>
                <a:extLst>
                  <a:ext uri="{0D108BD9-81ED-4DB2-BD59-A6C34878D82A}">
                    <a16:rowId xmlns:a16="http://schemas.microsoft.com/office/drawing/2014/main" val="559179676"/>
                  </a:ext>
                </a:extLst>
              </a:tr>
              <a:tr h="370840">
                <a:tc>
                  <a:txBody>
                    <a:bodyPr/>
                    <a:lstStyle/>
                    <a:p>
                      <a:r>
                        <a:rPr lang="en-US" sz="2000" dirty="0"/>
                        <a:t>IT</a:t>
                      </a:r>
                    </a:p>
                  </a:txBody>
                  <a:tcPr/>
                </a:tc>
                <a:tc>
                  <a:txBody>
                    <a:bodyPr/>
                    <a:lstStyle/>
                    <a:p>
                      <a:r>
                        <a:rPr lang="en-US" sz="2000" dirty="0"/>
                        <a:t>Required if there are any IT changes / buildout required</a:t>
                      </a:r>
                    </a:p>
                  </a:txBody>
                  <a:tcPr/>
                </a:tc>
                <a:extLst>
                  <a:ext uri="{0D108BD9-81ED-4DB2-BD59-A6C34878D82A}">
                    <a16:rowId xmlns:a16="http://schemas.microsoft.com/office/drawing/2014/main" val="573169055"/>
                  </a:ext>
                </a:extLst>
              </a:tr>
              <a:tr h="370840">
                <a:tc>
                  <a:txBody>
                    <a:bodyPr/>
                    <a:lstStyle/>
                    <a:p>
                      <a:r>
                        <a:rPr lang="en-US" sz="2000" dirty="0"/>
                        <a:t>Safety</a:t>
                      </a:r>
                    </a:p>
                  </a:txBody>
                  <a:tcPr/>
                </a:tc>
                <a:tc>
                  <a:txBody>
                    <a:bodyPr/>
                    <a:lstStyle/>
                    <a:p>
                      <a:r>
                        <a:rPr lang="en-US" sz="2000" dirty="0"/>
                        <a:t>Required EXCEPT CP0</a:t>
                      </a:r>
                    </a:p>
                  </a:txBody>
                  <a:tcPr/>
                </a:tc>
                <a:extLst>
                  <a:ext uri="{0D108BD9-81ED-4DB2-BD59-A6C34878D82A}">
                    <a16:rowId xmlns:a16="http://schemas.microsoft.com/office/drawing/2014/main" val="1226586360"/>
                  </a:ext>
                </a:extLst>
              </a:tr>
              <a:tr h="370840">
                <a:tc>
                  <a:txBody>
                    <a:bodyPr/>
                    <a:lstStyle/>
                    <a:p>
                      <a:r>
                        <a:rPr lang="en-US" sz="2000" dirty="0"/>
                        <a:t>Services / Support</a:t>
                      </a:r>
                    </a:p>
                  </a:txBody>
                  <a:tcPr/>
                </a:tc>
                <a:tc>
                  <a:txBody>
                    <a:bodyPr/>
                    <a:lstStyle/>
                    <a:p>
                      <a:r>
                        <a:rPr lang="en-US" sz="2000" dirty="0"/>
                        <a:t>Required when Services is involved (most of the time)</a:t>
                      </a:r>
                    </a:p>
                  </a:txBody>
                  <a:tcPr/>
                </a:tc>
                <a:extLst>
                  <a:ext uri="{0D108BD9-81ED-4DB2-BD59-A6C34878D82A}">
                    <a16:rowId xmlns:a16="http://schemas.microsoft.com/office/drawing/2014/main" val="538197595"/>
                  </a:ext>
                </a:extLst>
              </a:tr>
            </a:tbl>
          </a:graphicData>
        </a:graphic>
      </p:graphicFrame>
    </p:spTree>
    <p:extLst>
      <p:ext uri="{BB962C8B-B14F-4D97-AF65-F5344CB8AC3E}">
        <p14:creationId xmlns:p14="http://schemas.microsoft.com/office/powerpoint/2010/main" val="480113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5590A-59BA-DFD7-1D24-719780EA80B9}"/>
              </a:ext>
            </a:extLst>
          </p:cNvPr>
          <p:cNvSpPr>
            <a:spLocks noGrp="1"/>
          </p:cNvSpPr>
          <p:nvPr>
            <p:ph type="title"/>
          </p:nvPr>
        </p:nvSpPr>
        <p:spPr/>
        <p:txBody>
          <a:bodyPr/>
          <a:lstStyle/>
          <a:p>
            <a:r>
              <a:rPr lang="en-US" dirty="0"/>
              <a:t>RAILS 0 from Concept to Charter</a:t>
            </a:r>
          </a:p>
        </p:txBody>
      </p:sp>
      <p:pic>
        <p:nvPicPr>
          <p:cNvPr id="6" name="Picture 5">
            <a:extLst>
              <a:ext uri="{FF2B5EF4-FFF2-40B4-BE49-F238E27FC236}">
                <a16:creationId xmlns:a16="http://schemas.microsoft.com/office/drawing/2014/main" id="{F00B412C-C8D0-EB9E-A2B3-931256F5EE5C}"/>
              </a:ext>
            </a:extLst>
          </p:cNvPr>
          <p:cNvPicPr>
            <a:picLocks noChangeAspect="1"/>
          </p:cNvPicPr>
          <p:nvPr/>
        </p:nvPicPr>
        <p:blipFill>
          <a:blip r:embed="rId2"/>
          <a:stretch>
            <a:fillRect/>
          </a:stretch>
        </p:blipFill>
        <p:spPr>
          <a:xfrm>
            <a:off x="506613" y="1165024"/>
            <a:ext cx="2603954" cy="1757669"/>
          </a:xfrm>
          <a:prstGeom prst="rect">
            <a:avLst/>
          </a:prstGeom>
        </p:spPr>
      </p:pic>
      <p:sp>
        <p:nvSpPr>
          <p:cNvPr id="7" name="TextBox 6">
            <a:extLst>
              <a:ext uri="{FF2B5EF4-FFF2-40B4-BE49-F238E27FC236}">
                <a16:creationId xmlns:a16="http://schemas.microsoft.com/office/drawing/2014/main" id="{F2AD6320-62B5-FE64-0BD3-B7D3EA7DF9B7}"/>
              </a:ext>
            </a:extLst>
          </p:cNvPr>
          <p:cNvSpPr txBox="1"/>
          <p:nvPr/>
        </p:nvSpPr>
        <p:spPr>
          <a:xfrm>
            <a:off x="3213532" y="1170617"/>
            <a:ext cx="3297520" cy="2031325"/>
          </a:xfrm>
          <a:prstGeom prst="rect">
            <a:avLst/>
          </a:prstGeom>
          <a:noFill/>
        </p:spPr>
        <p:txBody>
          <a:bodyPr wrap="square" rtlCol="0">
            <a:spAutoFit/>
          </a:bodyPr>
          <a:lstStyle/>
          <a:p>
            <a:r>
              <a:rPr lang="en-US" sz="1400" dirty="0"/>
              <a:t>Concept may come from: </a:t>
            </a:r>
          </a:p>
          <a:p>
            <a:pPr marL="342900" indent="-342900">
              <a:buFont typeface="Arial" panose="020B0604020202020204" pitchFamily="34" charset="0"/>
              <a:buChar char="•"/>
            </a:pPr>
            <a:r>
              <a:rPr lang="en-US" sz="1400" dirty="0"/>
              <a:t>Customer Requested Features</a:t>
            </a:r>
          </a:p>
          <a:p>
            <a:pPr marL="342900" indent="-342900">
              <a:buFont typeface="Arial" panose="020B0604020202020204" pitchFamily="34" charset="0"/>
              <a:buChar char="•"/>
            </a:pPr>
            <a:r>
              <a:rPr lang="en-US" sz="1400" dirty="0"/>
              <a:t>Customer Problem Definition</a:t>
            </a:r>
          </a:p>
          <a:p>
            <a:pPr marL="342900" indent="-342900">
              <a:buFont typeface="Arial" panose="020B0604020202020204" pitchFamily="34" charset="0"/>
              <a:buChar char="•"/>
            </a:pPr>
            <a:r>
              <a:rPr lang="en-US" sz="1400" dirty="0"/>
              <a:t>Internal brainstorming – Product Manager, Engineering, Service, Manufacturing, etc.</a:t>
            </a:r>
          </a:p>
          <a:p>
            <a:pPr marL="342900" indent="-342900">
              <a:buFont typeface="Arial" panose="020B0604020202020204" pitchFamily="34" charset="0"/>
              <a:buChar char="•"/>
            </a:pPr>
            <a:r>
              <a:rPr lang="en-US" sz="1400" dirty="0"/>
              <a:t>Ideation sessions </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endParaRPr lang="en-US" sz="1400" dirty="0"/>
          </a:p>
        </p:txBody>
      </p:sp>
      <p:sp>
        <p:nvSpPr>
          <p:cNvPr id="9" name="Rectangle: Rounded Corners 8">
            <a:extLst>
              <a:ext uri="{FF2B5EF4-FFF2-40B4-BE49-F238E27FC236}">
                <a16:creationId xmlns:a16="http://schemas.microsoft.com/office/drawing/2014/main" id="{74FF2D75-6B9C-B6AA-8633-EC6B02A019DE}"/>
              </a:ext>
            </a:extLst>
          </p:cNvPr>
          <p:cNvSpPr/>
          <p:nvPr/>
        </p:nvSpPr>
        <p:spPr>
          <a:xfrm>
            <a:off x="7079226" y="766917"/>
            <a:ext cx="4204528" cy="404952"/>
          </a:xfrm>
          <a:prstGeom prst="roundRect">
            <a:avLst/>
          </a:prstGeom>
          <a:solidFill>
            <a:schemeClr val="tx2"/>
          </a:solidFill>
        </p:spPr>
        <p:txBody>
          <a:bodyPr wrap="none" rtlCol="0" anchor="ctr">
            <a:noAutofit/>
          </a:bodyPr>
          <a:lstStyle/>
          <a:p>
            <a:pPr algn="ctr"/>
            <a:r>
              <a:rPr lang="en-US" sz="1600" b="1" spc="-150" dirty="0">
                <a:solidFill>
                  <a:srgbClr val="FFFFFF"/>
                </a:solidFill>
                <a:latin typeface="Arial" pitchFamily="34" charset="0"/>
                <a:cs typeface="Arial" pitchFamily="34" charset="0"/>
              </a:rPr>
              <a:t>Idea / Opportunity Initiation</a:t>
            </a:r>
          </a:p>
        </p:txBody>
      </p:sp>
      <p:sp>
        <p:nvSpPr>
          <p:cNvPr id="10" name="Rectangle: Rounded Corners 9">
            <a:extLst>
              <a:ext uri="{FF2B5EF4-FFF2-40B4-BE49-F238E27FC236}">
                <a16:creationId xmlns:a16="http://schemas.microsoft.com/office/drawing/2014/main" id="{893FFBFA-1D57-8A53-3D81-4DF9D4376583}"/>
              </a:ext>
            </a:extLst>
          </p:cNvPr>
          <p:cNvSpPr/>
          <p:nvPr/>
        </p:nvSpPr>
        <p:spPr>
          <a:xfrm>
            <a:off x="7079226" y="1381293"/>
            <a:ext cx="4204528" cy="404952"/>
          </a:xfrm>
          <a:prstGeom prst="roundRect">
            <a:avLst/>
          </a:prstGeom>
          <a:solidFill>
            <a:schemeClr val="tx2"/>
          </a:solidFill>
        </p:spPr>
        <p:txBody>
          <a:bodyPr wrap="none" rtlCol="0" anchor="ctr">
            <a:noAutofit/>
          </a:bodyPr>
          <a:lstStyle/>
          <a:p>
            <a:pPr algn="ctr"/>
            <a:r>
              <a:rPr lang="en-US" sz="1600" b="1" spc="-150" dirty="0">
                <a:solidFill>
                  <a:srgbClr val="FFFFFF"/>
                </a:solidFill>
                <a:latin typeface="Arial" pitchFamily="34" charset="0"/>
                <a:cs typeface="Arial" pitchFamily="34" charset="0"/>
              </a:rPr>
              <a:t>Initial Risk Assessment</a:t>
            </a:r>
          </a:p>
        </p:txBody>
      </p:sp>
      <p:sp>
        <p:nvSpPr>
          <p:cNvPr id="11" name="Rectangle: Rounded Corners 10">
            <a:extLst>
              <a:ext uri="{FF2B5EF4-FFF2-40B4-BE49-F238E27FC236}">
                <a16:creationId xmlns:a16="http://schemas.microsoft.com/office/drawing/2014/main" id="{CA718781-914C-33D2-80E5-400FA3492AF1}"/>
              </a:ext>
            </a:extLst>
          </p:cNvPr>
          <p:cNvSpPr/>
          <p:nvPr/>
        </p:nvSpPr>
        <p:spPr>
          <a:xfrm>
            <a:off x="7079226" y="1995669"/>
            <a:ext cx="4204528" cy="404952"/>
          </a:xfrm>
          <a:prstGeom prst="roundRect">
            <a:avLst/>
          </a:prstGeom>
          <a:solidFill>
            <a:schemeClr val="tx2"/>
          </a:solidFill>
        </p:spPr>
        <p:txBody>
          <a:bodyPr wrap="none" rtlCol="0" anchor="ctr">
            <a:noAutofit/>
          </a:bodyPr>
          <a:lstStyle/>
          <a:p>
            <a:pPr algn="ctr"/>
            <a:r>
              <a:rPr lang="en-US" sz="1600" b="1" spc="-150" dirty="0">
                <a:solidFill>
                  <a:srgbClr val="FFFFFF"/>
                </a:solidFill>
                <a:latin typeface="Arial" pitchFamily="34" charset="0"/>
                <a:cs typeface="Arial" pitchFamily="34" charset="0"/>
              </a:rPr>
              <a:t>Present Idea / Opportunity to Product Manager</a:t>
            </a:r>
          </a:p>
        </p:txBody>
      </p:sp>
      <p:sp>
        <p:nvSpPr>
          <p:cNvPr id="12" name="Rectangle: Rounded Corners 11">
            <a:extLst>
              <a:ext uri="{FF2B5EF4-FFF2-40B4-BE49-F238E27FC236}">
                <a16:creationId xmlns:a16="http://schemas.microsoft.com/office/drawing/2014/main" id="{7C85E001-14C2-2E95-0CB1-07F7ADE75D41}"/>
              </a:ext>
            </a:extLst>
          </p:cNvPr>
          <p:cNvSpPr/>
          <p:nvPr/>
        </p:nvSpPr>
        <p:spPr>
          <a:xfrm>
            <a:off x="6568065" y="3620008"/>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Market Research / Competitive Landscape</a:t>
            </a:r>
          </a:p>
        </p:txBody>
      </p:sp>
      <p:sp>
        <p:nvSpPr>
          <p:cNvPr id="13" name="Diamond 12">
            <a:extLst>
              <a:ext uri="{FF2B5EF4-FFF2-40B4-BE49-F238E27FC236}">
                <a16:creationId xmlns:a16="http://schemas.microsoft.com/office/drawing/2014/main" id="{1D3E839E-A1CD-3F5B-5468-27D7E4183714}"/>
              </a:ext>
            </a:extLst>
          </p:cNvPr>
          <p:cNvSpPr/>
          <p:nvPr/>
        </p:nvSpPr>
        <p:spPr>
          <a:xfrm>
            <a:off x="7731563" y="2679110"/>
            <a:ext cx="2899853" cy="698759"/>
          </a:xfrm>
          <a:prstGeom prst="diamond">
            <a:avLst/>
          </a:prstGeom>
          <a:solidFill>
            <a:schemeClr val="tx2"/>
          </a:solidFill>
          <a:ln>
            <a:solidFill>
              <a:schemeClr val="tx2"/>
            </a:solidFill>
          </a:ln>
        </p:spPr>
        <p:txBody>
          <a:bodyPr wrap="none" rtlCol="0" anchor="ctr">
            <a:noAutofit/>
          </a:bodyPr>
          <a:lstStyle/>
          <a:p>
            <a:pPr algn="ctr"/>
            <a:r>
              <a:rPr lang="en-US" sz="1600" b="1" spc="-150" dirty="0">
                <a:solidFill>
                  <a:srgbClr val="FFFFFF"/>
                </a:solidFill>
                <a:latin typeface="Arial" pitchFamily="34" charset="0"/>
                <a:cs typeface="Arial" pitchFamily="34" charset="0"/>
              </a:rPr>
              <a:t>Funding Decision </a:t>
            </a:r>
            <a:br>
              <a:rPr lang="en-US" sz="1600" b="1" spc="-150" dirty="0">
                <a:solidFill>
                  <a:srgbClr val="FFFFFF"/>
                </a:solidFill>
                <a:latin typeface="Arial" pitchFamily="34" charset="0"/>
                <a:cs typeface="Arial" pitchFamily="34" charset="0"/>
              </a:rPr>
            </a:br>
            <a:r>
              <a:rPr lang="en-US" sz="1600" b="1" spc="-150" dirty="0">
                <a:solidFill>
                  <a:srgbClr val="FFFFFF"/>
                </a:solidFill>
                <a:latin typeface="Arial" pitchFamily="34" charset="0"/>
                <a:cs typeface="Arial" pitchFamily="34" charset="0"/>
              </a:rPr>
              <a:t>RAILS 0</a:t>
            </a:r>
          </a:p>
        </p:txBody>
      </p:sp>
      <p:cxnSp>
        <p:nvCxnSpPr>
          <p:cNvPr id="15" name="Connector: Elbow 14">
            <a:extLst>
              <a:ext uri="{FF2B5EF4-FFF2-40B4-BE49-F238E27FC236}">
                <a16:creationId xmlns:a16="http://schemas.microsoft.com/office/drawing/2014/main" id="{9D71ED14-987B-37F4-9B97-428E68DE05BA}"/>
              </a:ext>
            </a:extLst>
          </p:cNvPr>
          <p:cNvCxnSpPr>
            <a:stCxn id="13" idx="3"/>
            <a:endCxn id="9" idx="3"/>
          </p:cNvCxnSpPr>
          <p:nvPr/>
        </p:nvCxnSpPr>
        <p:spPr>
          <a:xfrm flipV="1">
            <a:off x="10631416" y="969393"/>
            <a:ext cx="652338" cy="2059097"/>
          </a:xfrm>
          <a:prstGeom prst="bentConnector3">
            <a:avLst>
              <a:gd name="adj1" fmla="val 20136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9BFEE17E-34F3-32BC-5453-1BCCB6C04447}"/>
              </a:ext>
            </a:extLst>
          </p:cNvPr>
          <p:cNvCxnSpPr>
            <a:stCxn id="9" idx="2"/>
            <a:endCxn id="10" idx="0"/>
          </p:cNvCxnSpPr>
          <p:nvPr/>
        </p:nvCxnSpPr>
        <p:spPr>
          <a:xfrm>
            <a:off x="9181490" y="1171869"/>
            <a:ext cx="0" cy="20942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E1048EC-70C1-F964-7DF3-82219F36659A}"/>
              </a:ext>
            </a:extLst>
          </p:cNvPr>
          <p:cNvCxnSpPr>
            <a:stCxn id="10" idx="2"/>
            <a:endCxn id="11" idx="0"/>
          </p:cNvCxnSpPr>
          <p:nvPr/>
        </p:nvCxnSpPr>
        <p:spPr>
          <a:xfrm>
            <a:off x="9181490" y="1786245"/>
            <a:ext cx="0" cy="20942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1730AB76-7739-74D9-1082-A70A1EE564C4}"/>
              </a:ext>
            </a:extLst>
          </p:cNvPr>
          <p:cNvCxnSpPr>
            <a:stCxn id="11" idx="2"/>
            <a:endCxn id="13" idx="0"/>
          </p:cNvCxnSpPr>
          <p:nvPr/>
        </p:nvCxnSpPr>
        <p:spPr>
          <a:xfrm>
            <a:off x="9181490" y="2400621"/>
            <a:ext cx="0" cy="278489"/>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233DDBD8-4BC5-EF11-B387-DA07488C3734}"/>
              </a:ext>
            </a:extLst>
          </p:cNvPr>
          <p:cNvSpPr/>
          <p:nvPr/>
        </p:nvSpPr>
        <p:spPr>
          <a:xfrm>
            <a:off x="5900355" y="2826013"/>
            <a:ext cx="1178870" cy="404952"/>
          </a:xfrm>
          <a:prstGeom prst="roundRect">
            <a:avLst/>
          </a:prstGeom>
          <a:solidFill>
            <a:schemeClr val="tx2"/>
          </a:solidFill>
          <a:ln>
            <a:solidFill>
              <a:schemeClr val="tx2"/>
            </a:solidFill>
          </a:ln>
        </p:spPr>
        <p:txBody>
          <a:bodyPr wrap="none" rtlCol="0" anchor="ctr">
            <a:noAutofit/>
          </a:bodyPr>
          <a:lstStyle/>
          <a:p>
            <a:pPr algn="ctr"/>
            <a:r>
              <a:rPr lang="en-US" sz="1600" b="1" spc="-150" dirty="0">
                <a:solidFill>
                  <a:srgbClr val="FFFFFF"/>
                </a:solidFill>
                <a:latin typeface="Arial" pitchFamily="34" charset="0"/>
                <a:cs typeface="Arial" pitchFamily="34" charset="0"/>
              </a:rPr>
              <a:t>Put on Hold</a:t>
            </a:r>
          </a:p>
        </p:txBody>
      </p:sp>
      <p:cxnSp>
        <p:nvCxnSpPr>
          <p:cNvPr id="25" name="Straight Arrow Connector 24">
            <a:extLst>
              <a:ext uri="{FF2B5EF4-FFF2-40B4-BE49-F238E27FC236}">
                <a16:creationId xmlns:a16="http://schemas.microsoft.com/office/drawing/2014/main" id="{18252521-E83A-A799-2BB2-E12C8CAE25A5}"/>
              </a:ext>
            </a:extLst>
          </p:cNvPr>
          <p:cNvCxnSpPr>
            <a:stCxn id="13" idx="1"/>
            <a:endCxn id="23" idx="3"/>
          </p:cNvCxnSpPr>
          <p:nvPr/>
        </p:nvCxnSpPr>
        <p:spPr>
          <a:xfrm flipH="1" flipV="1">
            <a:off x="7079225" y="3028489"/>
            <a:ext cx="652338" cy="1"/>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1A520BEE-DD32-ED50-6045-EADD167644BC}"/>
              </a:ext>
            </a:extLst>
          </p:cNvPr>
          <p:cNvSpPr txBox="1"/>
          <p:nvPr/>
        </p:nvSpPr>
        <p:spPr>
          <a:xfrm>
            <a:off x="7099675" y="2603775"/>
            <a:ext cx="904568" cy="430887"/>
          </a:xfrm>
          <a:prstGeom prst="rect">
            <a:avLst/>
          </a:prstGeom>
          <a:noFill/>
          <a:ln>
            <a:noFill/>
          </a:ln>
        </p:spPr>
        <p:txBody>
          <a:bodyPr wrap="square" rtlCol="0">
            <a:spAutoFit/>
          </a:bodyPr>
          <a:lstStyle/>
          <a:p>
            <a:r>
              <a:rPr lang="en-US" sz="1100" dirty="0"/>
              <a:t>No / </a:t>
            </a:r>
            <a:br>
              <a:rPr lang="en-US" sz="1100" dirty="0"/>
            </a:br>
            <a:r>
              <a:rPr lang="en-US" sz="1100" dirty="0"/>
              <a:t>Not Now</a:t>
            </a:r>
          </a:p>
        </p:txBody>
      </p:sp>
      <p:sp>
        <p:nvSpPr>
          <p:cNvPr id="27" name="TextBox 26">
            <a:extLst>
              <a:ext uri="{FF2B5EF4-FFF2-40B4-BE49-F238E27FC236}">
                <a16:creationId xmlns:a16="http://schemas.microsoft.com/office/drawing/2014/main" id="{E7564BB0-73D6-3681-BE87-3F5102BB954E}"/>
              </a:ext>
            </a:extLst>
          </p:cNvPr>
          <p:cNvSpPr txBox="1"/>
          <p:nvPr/>
        </p:nvSpPr>
        <p:spPr>
          <a:xfrm>
            <a:off x="10682820" y="2598229"/>
            <a:ext cx="1115223" cy="430887"/>
          </a:xfrm>
          <a:prstGeom prst="rect">
            <a:avLst/>
          </a:prstGeom>
          <a:noFill/>
          <a:ln>
            <a:noFill/>
          </a:ln>
        </p:spPr>
        <p:txBody>
          <a:bodyPr wrap="square" rtlCol="0">
            <a:spAutoFit/>
          </a:bodyPr>
          <a:lstStyle/>
          <a:p>
            <a:r>
              <a:rPr lang="en-US" sz="1100" dirty="0"/>
              <a:t>More Data  needed</a:t>
            </a:r>
          </a:p>
        </p:txBody>
      </p:sp>
      <p:sp>
        <p:nvSpPr>
          <p:cNvPr id="28" name="Rectangle: Rounded Corners 27">
            <a:extLst>
              <a:ext uri="{FF2B5EF4-FFF2-40B4-BE49-F238E27FC236}">
                <a16:creationId xmlns:a16="http://schemas.microsoft.com/office/drawing/2014/main" id="{CA043DD4-A182-BA06-8E6C-8F4DA506CEF7}"/>
              </a:ext>
            </a:extLst>
          </p:cNvPr>
          <p:cNvSpPr/>
          <p:nvPr/>
        </p:nvSpPr>
        <p:spPr>
          <a:xfrm>
            <a:off x="7099675" y="5709073"/>
            <a:ext cx="4204528" cy="404952"/>
          </a:xfrm>
          <a:prstGeom prst="roundRect">
            <a:avLst/>
          </a:prstGeom>
          <a:solidFill>
            <a:schemeClr val="tx2"/>
          </a:solidFill>
          <a:ln>
            <a:solidFill>
              <a:schemeClr val="tx2"/>
            </a:solidFill>
          </a:ln>
        </p:spPr>
        <p:txBody>
          <a:bodyPr wrap="none" rtlCol="0" anchor="ctr">
            <a:noAutofit/>
          </a:bodyPr>
          <a:lstStyle/>
          <a:p>
            <a:pPr algn="ctr"/>
            <a:r>
              <a:rPr lang="en-US" sz="1600" b="1" spc="-150" dirty="0">
                <a:solidFill>
                  <a:srgbClr val="FFFFFF"/>
                </a:solidFill>
                <a:latin typeface="Arial" pitchFamily="34" charset="0"/>
                <a:cs typeface="Arial" pitchFamily="34" charset="0"/>
              </a:rPr>
              <a:t>CP 0 Review -&gt; Proceed to RAILS1?</a:t>
            </a:r>
          </a:p>
        </p:txBody>
      </p:sp>
      <p:sp>
        <p:nvSpPr>
          <p:cNvPr id="29" name="Rectangle: Rounded Corners 28">
            <a:extLst>
              <a:ext uri="{FF2B5EF4-FFF2-40B4-BE49-F238E27FC236}">
                <a16:creationId xmlns:a16="http://schemas.microsoft.com/office/drawing/2014/main" id="{DA2DF7D9-7500-CC95-7FE8-45D8F9C371FD}"/>
              </a:ext>
            </a:extLst>
          </p:cNvPr>
          <p:cNvSpPr/>
          <p:nvPr/>
        </p:nvSpPr>
        <p:spPr>
          <a:xfrm>
            <a:off x="6568064" y="4620944"/>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Product Differentiation &amp; Value Story</a:t>
            </a:r>
          </a:p>
        </p:txBody>
      </p:sp>
      <p:sp>
        <p:nvSpPr>
          <p:cNvPr id="30" name="Rectangle: Rounded Corners 29">
            <a:extLst>
              <a:ext uri="{FF2B5EF4-FFF2-40B4-BE49-F238E27FC236}">
                <a16:creationId xmlns:a16="http://schemas.microsoft.com/office/drawing/2014/main" id="{A29027B2-FCC7-D478-E2DB-D552B8BC31B3}"/>
              </a:ext>
            </a:extLst>
          </p:cNvPr>
          <p:cNvSpPr/>
          <p:nvPr/>
        </p:nvSpPr>
        <p:spPr>
          <a:xfrm>
            <a:off x="9647523" y="3623686"/>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Preliminary Concept, </a:t>
            </a:r>
            <a:r>
              <a:rPr lang="en-US" sz="1600" b="1" spc="-150" dirty="0" err="1">
                <a:solidFill>
                  <a:srgbClr val="FFFFFF"/>
                </a:solidFill>
                <a:latin typeface="Arial" pitchFamily="34" charset="0"/>
                <a:cs typeface="Arial" pitchFamily="34" charset="0"/>
              </a:rPr>
              <a:t>Req’ts</a:t>
            </a:r>
            <a:r>
              <a:rPr lang="en-US" sz="1600" b="1" spc="-150" dirty="0">
                <a:solidFill>
                  <a:srgbClr val="FFFFFF"/>
                </a:solidFill>
                <a:latin typeface="Arial" pitchFamily="34" charset="0"/>
                <a:cs typeface="Arial" pitchFamily="34" charset="0"/>
              </a:rPr>
              <a:t> and Interactions</a:t>
            </a:r>
          </a:p>
        </p:txBody>
      </p:sp>
      <p:sp>
        <p:nvSpPr>
          <p:cNvPr id="31" name="Rectangle: Rounded Corners 30">
            <a:extLst>
              <a:ext uri="{FF2B5EF4-FFF2-40B4-BE49-F238E27FC236}">
                <a16:creationId xmlns:a16="http://schemas.microsoft.com/office/drawing/2014/main" id="{AE030AAB-3BB5-6644-19E2-208CE783B9B4}"/>
              </a:ext>
            </a:extLst>
          </p:cNvPr>
          <p:cNvSpPr/>
          <p:nvPr/>
        </p:nvSpPr>
        <p:spPr>
          <a:xfrm>
            <a:off x="9647522" y="4620944"/>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Tech feasibility assessment &amp; ROM cost / schedule</a:t>
            </a:r>
          </a:p>
        </p:txBody>
      </p:sp>
      <p:cxnSp>
        <p:nvCxnSpPr>
          <p:cNvPr id="33" name="Straight Arrow Connector 32">
            <a:extLst>
              <a:ext uri="{FF2B5EF4-FFF2-40B4-BE49-F238E27FC236}">
                <a16:creationId xmlns:a16="http://schemas.microsoft.com/office/drawing/2014/main" id="{B735FC12-DE8C-E842-00A0-D7DC3DA9BCD5}"/>
              </a:ext>
            </a:extLst>
          </p:cNvPr>
          <p:cNvCxnSpPr>
            <a:stCxn id="12" idx="2"/>
            <a:endCxn id="29" idx="0"/>
          </p:cNvCxnSpPr>
          <p:nvPr/>
        </p:nvCxnSpPr>
        <p:spPr>
          <a:xfrm flipH="1">
            <a:off x="7643324" y="4455220"/>
            <a:ext cx="1" cy="16572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43343649-F822-35EC-44B6-B340F2DEE1D2}"/>
              </a:ext>
            </a:extLst>
          </p:cNvPr>
          <p:cNvCxnSpPr>
            <a:stCxn id="30" idx="2"/>
            <a:endCxn id="31" idx="0"/>
          </p:cNvCxnSpPr>
          <p:nvPr/>
        </p:nvCxnSpPr>
        <p:spPr>
          <a:xfrm flipH="1">
            <a:off x="10722782" y="4458898"/>
            <a:ext cx="1" cy="162046"/>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017301F8-A84E-7336-5F17-9A6229C92380}"/>
              </a:ext>
            </a:extLst>
          </p:cNvPr>
          <p:cNvCxnSpPr>
            <a:stCxn id="13" idx="2"/>
            <a:endCxn id="30" idx="0"/>
          </p:cNvCxnSpPr>
          <p:nvPr/>
        </p:nvCxnSpPr>
        <p:spPr>
          <a:xfrm rot="16200000" flipH="1">
            <a:off x="9829228" y="2730130"/>
            <a:ext cx="245817" cy="1541293"/>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3D8DD0E2-2079-CBA7-73DC-0EFE1B6BAC69}"/>
              </a:ext>
            </a:extLst>
          </p:cNvPr>
          <p:cNvCxnSpPr>
            <a:stCxn id="13" idx="2"/>
            <a:endCxn id="12" idx="0"/>
          </p:cNvCxnSpPr>
          <p:nvPr/>
        </p:nvCxnSpPr>
        <p:spPr>
          <a:xfrm rot="5400000">
            <a:off x="8291339" y="2729856"/>
            <a:ext cx="242139" cy="1538165"/>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442EFFC1-CEA2-1F8C-BE0E-3D410089FCFF}"/>
              </a:ext>
            </a:extLst>
          </p:cNvPr>
          <p:cNvCxnSpPr>
            <a:stCxn id="29" idx="2"/>
            <a:endCxn id="28" idx="0"/>
          </p:cNvCxnSpPr>
          <p:nvPr/>
        </p:nvCxnSpPr>
        <p:spPr>
          <a:xfrm rot="16200000" flipH="1">
            <a:off x="8296173" y="4803306"/>
            <a:ext cx="252917" cy="1558615"/>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187747F5-8267-F6E1-77F8-4586AEC37626}"/>
              </a:ext>
            </a:extLst>
          </p:cNvPr>
          <p:cNvCxnSpPr>
            <a:stCxn id="31" idx="2"/>
            <a:endCxn id="28" idx="0"/>
          </p:cNvCxnSpPr>
          <p:nvPr/>
        </p:nvCxnSpPr>
        <p:spPr>
          <a:xfrm rot="5400000">
            <a:off x="9835903" y="4822193"/>
            <a:ext cx="252917" cy="1520843"/>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E4ACD523-4AE1-DE7E-7557-E6913DA60546}"/>
              </a:ext>
            </a:extLst>
          </p:cNvPr>
          <p:cNvSpPr txBox="1"/>
          <p:nvPr/>
        </p:nvSpPr>
        <p:spPr>
          <a:xfrm>
            <a:off x="416444" y="3122970"/>
            <a:ext cx="4831569" cy="2893100"/>
          </a:xfrm>
          <a:prstGeom prst="rect">
            <a:avLst/>
          </a:prstGeom>
          <a:noFill/>
        </p:spPr>
        <p:txBody>
          <a:bodyPr wrap="square" rtlCol="0">
            <a:spAutoFit/>
          </a:bodyPr>
          <a:lstStyle/>
          <a:p>
            <a:r>
              <a:rPr lang="en-US" sz="1400" dirty="0"/>
              <a:t>RAILS 0 is about preliminary understanding:</a:t>
            </a:r>
          </a:p>
          <a:p>
            <a:endParaRPr lang="en-US" sz="1400" dirty="0"/>
          </a:p>
          <a:p>
            <a:r>
              <a:rPr lang="en-US" sz="1400" dirty="0"/>
              <a:t>Product Management Team</a:t>
            </a:r>
          </a:p>
          <a:p>
            <a:pPr marL="285750" indent="-285750">
              <a:buFontTx/>
              <a:buChar char="-"/>
            </a:pPr>
            <a:r>
              <a:rPr lang="en-US" sz="1400" dirty="0"/>
              <a:t>Understanding the initial concept</a:t>
            </a:r>
          </a:p>
          <a:p>
            <a:pPr marL="285750" indent="-285750">
              <a:buFontTx/>
              <a:buChar char="-"/>
            </a:pPr>
            <a:r>
              <a:rPr lang="en-US" sz="1400" dirty="0"/>
              <a:t>Initial assessment of market &amp; competition</a:t>
            </a:r>
          </a:p>
          <a:p>
            <a:pPr marL="285750" indent="-285750">
              <a:buFontTx/>
              <a:buChar char="-"/>
            </a:pPr>
            <a:r>
              <a:rPr lang="en-US" sz="1400" dirty="0"/>
              <a:t>Where would we be positioned &amp; what is the value story </a:t>
            </a:r>
          </a:p>
          <a:p>
            <a:pPr marL="285750" indent="-285750">
              <a:buFontTx/>
              <a:buChar char="-"/>
            </a:pPr>
            <a:endParaRPr lang="en-US" sz="1400" dirty="0"/>
          </a:p>
          <a:p>
            <a:r>
              <a:rPr lang="en-US" sz="1400" dirty="0"/>
              <a:t>Engineering</a:t>
            </a:r>
          </a:p>
          <a:p>
            <a:pPr marL="285750" indent="-285750">
              <a:buFontTx/>
              <a:buChar char="-"/>
            </a:pPr>
            <a:r>
              <a:rPr lang="en-US" sz="1400" dirty="0"/>
              <a:t>Is it feasible?</a:t>
            </a:r>
          </a:p>
          <a:p>
            <a:pPr marL="285750" indent="-285750">
              <a:buFontTx/>
              <a:buChar char="-"/>
            </a:pPr>
            <a:r>
              <a:rPr lang="en-US" sz="1400" dirty="0"/>
              <a:t>Very high-level concept &amp; requirements</a:t>
            </a:r>
          </a:p>
          <a:p>
            <a:pPr marL="285750" indent="-285750">
              <a:buFontTx/>
              <a:buChar char="-"/>
            </a:pPr>
            <a:r>
              <a:rPr lang="en-US" sz="1400" dirty="0"/>
              <a:t>ROM Schedule &amp; costs </a:t>
            </a:r>
          </a:p>
          <a:p>
            <a:pPr marL="342900" indent="-342900">
              <a:buFont typeface="Arial" panose="020B0604020202020204" pitchFamily="34" charset="0"/>
              <a:buChar char="•"/>
            </a:pPr>
            <a:endParaRPr lang="en-US" sz="1400" dirty="0"/>
          </a:p>
        </p:txBody>
      </p:sp>
      <p:sp>
        <p:nvSpPr>
          <p:cNvPr id="45" name="Rectangle: Rounded Corners 44">
            <a:extLst>
              <a:ext uri="{FF2B5EF4-FFF2-40B4-BE49-F238E27FC236}">
                <a16:creationId xmlns:a16="http://schemas.microsoft.com/office/drawing/2014/main" id="{D4EB9932-EDD7-307C-A490-7A102169833D}"/>
              </a:ext>
            </a:extLst>
          </p:cNvPr>
          <p:cNvSpPr/>
          <p:nvPr/>
        </p:nvSpPr>
        <p:spPr>
          <a:xfrm>
            <a:off x="2221536" y="6309687"/>
            <a:ext cx="7717177" cy="510778"/>
          </a:xfrm>
          <a:prstGeom prst="roundRect">
            <a:avLst/>
          </a:prstGeom>
          <a:solidFill>
            <a:schemeClr val="tx1"/>
          </a:solidFill>
        </p:spPr>
        <p:txBody>
          <a:bodyPr wrap="none" rtlCol="0" anchor="ctr">
            <a:spAutoFit/>
          </a:bodyPr>
          <a:lstStyle/>
          <a:p>
            <a:pPr algn="ctr"/>
            <a:r>
              <a:rPr lang="en-US" b="1" spc="-150" dirty="0">
                <a:solidFill>
                  <a:srgbClr val="FFFFFF"/>
                </a:solidFill>
                <a:latin typeface="Arial" pitchFamily="34" charset="0"/>
                <a:cs typeface="Arial" pitchFamily="34" charset="0"/>
              </a:rPr>
              <a:t>RAILS 0 is only required if the risk assessment demands it!</a:t>
            </a:r>
          </a:p>
        </p:txBody>
      </p:sp>
      <p:sp>
        <p:nvSpPr>
          <p:cNvPr id="46" name="TextBox 45">
            <a:extLst>
              <a:ext uri="{FF2B5EF4-FFF2-40B4-BE49-F238E27FC236}">
                <a16:creationId xmlns:a16="http://schemas.microsoft.com/office/drawing/2014/main" id="{03B96566-5FE3-71DA-2370-46C03DBFA17C}"/>
              </a:ext>
            </a:extLst>
          </p:cNvPr>
          <p:cNvSpPr txBox="1"/>
          <p:nvPr/>
        </p:nvSpPr>
        <p:spPr>
          <a:xfrm>
            <a:off x="9006464" y="3539915"/>
            <a:ext cx="904568" cy="261610"/>
          </a:xfrm>
          <a:prstGeom prst="rect">
            <a:avLst/>
          </a:prstGeom>
          <a:noFill/>
          <a:ln>
            <a:noFill/>
          </a:ln>
        </p:spPr>
        <p:txBody>
          <a:bodyPr wrap="square" rtlCol="0">
            <a:spAutoFit/>
          </a:bodyPr>
          <a:lstStyle/>
          <a:p>
            <a:r>
              <a:rPr lang="en-US" sz="1100" dirty="0"/>
              <a:t>Yes</a:t>
            </a:r>
          </a:p>
        </p:txBody>
      </p:sp>
      <p:sp>
        <p:nvSpPr>
          <p:cNvPr id="4" name="TextBox 3">
            <a:extLst>
              <a:ext uri="{FF2B5EF4-FFF2-40B4-BE49-F238E27FC236}">
                <a16:creationId xmlns:a16="http://schemas.microsoft.com/office/drawing/2014/main" id="{7337594A-36C0-62FA-C16C-7A779AF22761}"/>
              </a:ext>
            </a:extLst>
          </p:cNvPr>
          <p:cNvSpPr txBox="1"/>
          <p:nvPr/>
        </p:nvSpPr>
        <p:spPr>
          <a:xfrm>
            <a:off x="8131279" y="9690"/>
            <a:ext cx="4030605" cy="338554"/>
          </a:xfrm>
          <a:prstGeom prst="rect">
            <a:avLst/>
          </a:prstGeom>
          <a:noFill/>
        </p:spPr>
        <p:txBody>
          <a:bodyPr wrap="square" rtlCol="0">
            <a:spAutoFit/>
          </a:bodyPr>
          <a:lstStyle/>
          <a:p>
            <a:pPr algn="r"/>
            <a:r>
              <a:rPr lang="en-US" sz="1600" dirty="0"/>
              <a:t>Owner: Product Manager</a:t>
            </a:r>
          </a:p>
        </p:txBody>
      </p:sp>
    </p:spTree>
    <p:extLst>
      <p:ext uri="{BB962C8B-B14F-4D97-AF65-F5344CB8AC3E}">
        <p14:creationId xmlns:p14="http://schemas.microsoft.com/office/powerpoint/2010/main" val="968375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DF43-8CED-AA10-0647-83DC539B00E8}"/>
              </a:ext>
            </a:extLst>
          </p:cNvPr>
          <p:cNvSpPr>
            <a:spLocks noGrp="1"/>
          </p:cNvSpPr>
          <p:nvPr>
            <p:ph type="title"/>
          </p:nvPr>
        </p:nvSpPr>
        <p:spPr/>
        <p:txBody>
          <a:bodyPr/>
          <a:lstStyle/>
          <a:p>
            <a:r>
              <a:rPr lang="en-US" dirty="0"/>
              <a:t>RAILS 1: Refining the Concepts to Deciding to Bid</a:t>
            </a:r>
          </a:p>
        </p:txBody>
      </p:sp>
      <p:pic>
        <p:nvPicPr>
          <p:cNvPr id="4" name="Picture 3">
            <a:extLst>
              <a:ext uri="{FF2B5EF4-FFF2-40B4-BE49-F238E27FC236}">
                <a16:creationId xmlns:a16="http://schemas.microsoft.com/office/drawing/2014/main" id="{11FB5E90-36E8-3C32-402B-C9DA47EF1BD1}"/>
              </a:ext>
            </a:extLst>
          </p:cNvPr>
          <p:cNvPicPr>
            <a:picLocks noChangeAspect="1"/>
          </p:cNvPicPr>
          <p:nvPr/>
        </p:nvPicPr>
        <p:blipFill>
          <a:blip r:embed="rId2"/>
          <a:stretch>
            <a:fillRect/>
          </a:stretch>
        </p:blipFill>
        <p:spPr>
          <a:xfrm>
            <a:off x="1460343" y="1077284"/>
            <a:ext cx="2737836" cy="1827505"/>
          </a:xfrm>
          <a:prstGeom prst="rect">
            <a:avLst/>
          </a:prstGeom>
        </p:spPr>
      </p:pic>
      <p:sp>
        <p:nvSpPr>
          <p:cNvPr id="5" name="TextBox 4">
            <a:extLst>
              <a:ext uri="{FF2B5EF4-FFF2-40B4-BE49-F238E27FC236}">
                <a16:creationId xmlns:a16="http://schemas.microsoft.com/office/drawing/2014/main" id="{8B94D597-6292-9D8B-B216-018CDEFBC76C}"/>
              </a:ext>
            </a:extLst>
          </p:cNvPr>
          <p:cNvSpPr txBox="1"/>
          <p:nvPr/>
        </p:nvSpPr>
        <p:spPr>
          <a:xfrm>
            <a:off x="510315" y="2965339"/>
            <a:ext cx="5257668" cy="3539430"/>
          </a:xfrm>
          <a:prstGeom prst="rect">
            <a:avLst/>
          </a:prstGeom>
          <a:noFill/>
        </p:spPr>
        <p:txBody>
          <a:bodyPr wrap="square" rtlCol="0">
            <a:spAutoFit/>
          </a:bodyPr>
          <a:lstStyle/>
          <a:p>
            <a:r>
              <a:rPr lang="en-US" sz="1400" dirty="0"/>
              <a:t>RAILS 1 is about refining understanding &amp; establishing plans:</a:t>
            </a:r>
          </a:p>
          <a:p>
            <a:endParaRPr lang="en-US" sz="1400" dirty="0"/>
          </a:p>
          <a:p>
            <a:r>
              <a:rPr lang="en-US" sz="1400" dirty="0"/>
              <a:t>Product Management Team</a:t>
            </a:r>
          </a:p>
          <a:p>
            <a:pPr marL="285750" indent="-285750">
              <a:buFontTx/>
              <a:buChar char="-"/>
            </a:pPr>
            <a:r>
              <a:rPr lang="en-US" sz="1400" dirty="0"/>
              <a:t>Refining Product Needs &amp; market strategy</a:t>
            </a:r>
          </a:p>
          <a:p>
            <a:pPr marL="285750" indent="-285750">
              <a:buFontTx/>
              <a:buChar char="-"/>
            </a:pPr>
            <a:r>
              <a:rPr lang="en-US" sz="1400" dirty="0"/>
              <a:t>Understanding value story &amp; pricing strategy</a:t>
            </a:r>
          </a:p>
          <a:p>
            <a:pPr marL="285750" indent="-285750">
              <a:buFontTx/>
              <a:buChar char="-"/>
            </a:pPr>
            <a:r>
              <a:rPr lang="en-US" sz="1400" dirty="0"/>
              <a:t>Developing bid strategy</a:t>
            </a:r>
          </a:p>
          <a:p>
            <a:pPr marL="285750" indent="-285750">
              <a:buFontTx/>
              <a:buChar char="-"/>
            </a:pPr>
            <a:endParaRPr lang="en-US" sz="1400" dirty="0"/>
          </a:p>
          <a:p>
            <a:r>
              <a:rPr lang="en-US" sz="1400" dirty="0"/>
              <a:t>Engineering, Safety &amp; Project Management</a:t>
            </a:r>
          </a:p>
          <a:p>
            <a:pPr marL="285750" indent="-285750">
              <a:buFontTx/>
              <a:buChar char="-"/>
            </a:pPr>
            <a:r>
              <a:rPr lang="en-US" sz="1400" dirty="0"/>
              <a:t>Refining Concepts &amp; Requirements, including structural or data changes to interfaces identified</a:t>
            </a:r>
          </a:p>
          <a:p>
            <a:pPr marL="285750" indent="-285750">
              <a:buFontTx/>
              <a:buChar char="-"/>
            </a:pPr>
            <a:r>
              <a:rPr lang="en-US" sz="1400" dirty="0"/>
              <a:t>Developing Schedule Constraints / Development model</a:t>
            </a:r>
          </a:p>
          <a:p>
            <a:pPr marL="285750" indent="-285750">
              <a:buFontTx/>
              <a:buChar char="-"/>
            </a:pPr>
            <a:r>
              <a:rPr lang="en-US" sz="1400" dirty="0"/>
              <a:t>Establishing High Confidence effort estimates</a:t>
            </a:r>
          </a:p>
          <a:p>
            <a:pPr marL="285750" indent="-285750">
              <a:buFontTx/>
              <a:buChar char="-"/>
            </a:pPr>
            <a:endParaRPr lang="en-US" sz="1400" dirty="0"/>
          </a:p>
          <a:p>
            <a:r>
              <a:rPr lang="en-US" sz="1400" dirty="0"/>
              <a:t>Operations &amp; Services</a:t>
            </a:r>
          </a:p>
          <a:p>
            <a:pPr marL="285750" indent="-285750">
              <a:buFontTx/>
              <a:buChar char="-"/>
            </a:pPr>
            <a:r>
              <a:rPr lang="en-US" sz="1400" dirty="0"/>
              <a:t>Establishing plans for production / support</a:t>
            </a:r>
          </a:p>
          <a:p>
            <a:pPr marL="285750" indent="-285750">
              <a:buFontTx/>
              <a:buChar char="-"/>
            </a:pPr>
            <a:endParaRPr lang="en-US" sz="1400" dirty="0"/>
          </a:p>
        </p:txBody>
      </p:sp>
      <p:sp>
        <p:nvSpPr>
          <p:cNvPr id="6" name="Rectangle: Rounded Corners 5">
            <a:extLst>
              <a:ext uri="{FF2B5EF4-FFF2-40B4-BE49-F238E27FC236}">
                <a16:creationId xmlns:a16="http://schemas.microsoft.com/office/drawing/2014/main" id="{0A8F719F-3065-8FC9-618B-310E32D99F47}"/>
              </a:ext>
            </a:extLst>
          </p:cNvPr>
          <p:cNvSpPr/>
          <p:nvPr/>
        </p:nvSpPr>
        <p:spPr>
          <a:xfrm>
            <a:off x="6455220" y="1032389"/>
            <a:ext cx="4204528" cy="404952"/>
          </a:xfrm>
          <a:prstGeom prst="roundRect">
            <a:avLst/>
          </a:prstGeom>
          <a:solidFill>
            <a:schemeClr val="tx2"/>
          </a:solidFill>
        </p:spPr>
        <p:txBody>
          <a:bodyPr wrap="none" rtlCol="0" anchor="ctr">
            <a:noAutofit/>
          </a:bodyPr>
          <a:lstStyle/>
          <a:p>
            <a:pPr algn="ctr"/>
            <a:r>
              <a:rPr lang="en-US" sz="1600" b="1" spc="-150" dirty="0">
                <a:solidFill>
                  <a:srgbClr val="FFFFFF"/>
                </a:solidFill>
                <a:latin typeface="Arial" pitchFamily="34" charset="0"/>
                <a:cs typeface="Arial" pitchFamily="34" charset="0"/>
              </a:rPr>
              <a:t>CP 0 Approved / Waived</a:t>
            </a:r>
          </a:p>
        </p:txBody>
      </p:sp>
      <p:sp>
        <p:nvSpPr>
          <p:cNvPr id="9" name="Rectangle: Rounded Corners 8">
            <a:extLst>
              <a:ext uri="{FF2B5EF4-FFF2-40B4-BE49-F238E27FC236}">
                <a16:creationId xmlns:a16="http://schemas.microsoft.com/office/drawing/2014/main" id="{020991D2-120A-9BD0-2AA5-750C9F6DD17B}"/>
              </a:ext>
            </a:extLst>
          </p:cNvPr>
          <p:cNvSpPr/>
          <p:nvPr/>
        </p:nvSpPr>
        <p:spPr>
          <a:xfrm>
            <a:off x="5874503" y="1738473"/>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Market Research / Competitive Landscape</a:t>
            </a:r>
          </a:p>
        </p:txBody>
      </p:sp>
      <p:sp>
        <p:nvSpPr>
          <p:cNvPr id="10" name="Diamond 9">
            <a:extLst>
              <a:ext uri="{FF2B5EF4-FFF2-40B4-BE49-F238E27FC236}">
                <a16:creationId xmlns:a16="http://schemas.microsoft.com/office/drawing/2014/main" id="{5E3AF91C-481D-B1A2-8F8C-0D893C2D4811}"/>
              </a:ext>
            </a:extLst>
          </p:cNvPr>
          <p:cNvSpPr/>
          <p:nvPr/>
        </p:nvSpPr>
        <p:spPr>
          <a:xfrm>
            <a:off x="8953960" y="3837265"/>
            <a:ext cx="2363559" cy="698759"/>
          </a:xfrm>
          <a:prstGeom prst="diamond">
            <a:avLst/>
          </a:prstGeom>
          <a:solidFill>
            <a:schemeClr val="tx2"/>
          </a:solidFill>
          <a:ln>
            <a:solidFill>
              <a:schemeClr val="tx2"/>
            </a:solidFill>
          </a:ln>
        </p:spPr>
        <p:txBody>
          <a:bodyPr wrap="none" rtlCol="0" anchor="ctr">
            <a:noAutofit/>
          </a:bodyPr>
          <a:lstStyle/>
          <a:p>
            <a:pPr algn="ctr"/>
            <a:r>
              <a:rPr lang="en-US" sz="1600" b="1" spc="-150" dirty="0">
                <a:solidFill>
                  <a:srgbClr val="FFFFFF"/>
                </a:solidFill>
                <a:latin typeface="Arial" pitchFamily="34" charset="0"/>
                <a:cs typeface="Arial" pitchFamily="34" charset="0"/>
              </a:rPr>
              <a:t>CP 1  Approved</a:t>
            </a:r>
          </a:p>
        </p:txBody>
      </p:sp>
      <p:sp>
        <p:nvSpPr>
          <p:cNvPr id="18" name="TextBox 17">
            <a:extLst>
              <a:ext uri="{FF2B5EF4-FFF2-40B4-BE49-F238E27FC236}">
                <a16:creationId xmlns:a16="http://schemas.microsoft.com/office/drawing/2014/main" id="{60B90010-C347-4CB0-7446-D3F179C7FD6E}"/>
              </a:ext>
            </a:extLst>
          </p:cNvPr>
          <p:cNvSpPr txBox="1"/>
          <p:nvPr/>
        </p:nvSpPr>
        <p:spPr>
          <a:xfrm>
            <a:off x="9450463" y="4576669"/>
            <a:ext cx="1115223" cy="261610"/>
          </a:xfrm>
          <a:prstGeom prst="rect">
            <a:avLst/>
          </a:prstGeom>
          <a:noFill/>
          <a:ln>
            <a:noFill/>
          </a:ln>
        </p:spPr>
        <p:txBody>
          <a:bodyPr wrap="square" rtlCol="0">
            <a:spAutoFit/>
          </a:bodyPr>
          <a:lstStyle/>
          <a:p>
            <a:r>
              <a:rPr lang="en-US" sz="1100" dirty="0"/>
              <a:t>Yes</a:t>
            </a:r>
          </a:p>
        </p:txBody>
      </p:sp>
      <p:sp>
        <p:nvSpPr>
          <p:cNvPr id="19" name="Rectangle: Rounded Corners 18">
            <a:extLst>
              <a:ext uri="{FF2B5EF4-FFF2-40B4-BE49-F238E27FC236}">
                <a16:creationId xmlns:a16="http://schemas.microsoft.com/office/drawing/2014/main" id="{A8B4142B-CE16-B5EF-E914-C35489F69666}"/>
              </a:ext>
            </a:extLst>
          </p:cNvPr>
          <p:cNvSpPr/>
          <p:nvPr/>
        </p:nvSpPr>
        <p:spPr>
          <a:xfrm>
            <a:off x="6662921" y="6048345"/>
            <a:ext cx="4204528" cy="404952"/>
          </a:xfrm>
          <a:prstGeom prst="roundRect">
            <a:avLst/>
          </a:prstGeom>
          <a:solidFill>
            <a:schemeClr val="tx2"/>
          </a:solidFill>
          <a:ln>
            <a:solidFill>
              <a:schemeClr val="tx2"/>
            </a:solidFill>
          </a:ln>
        </p:spPr>
        <p:txBody>
          <a:bodyPr wrap="none" rtlCol="0" anchor="ctr">
            <a:noAutofit/>
          </a:bodyPr>
          <a:lstStyle/>
          <a:p>
            <a:pPr algn="ctr"/>
            <a:r>
              <a:rPr lang="en-US" sz="1600" b="1" spc="-150" dirty="0">
                <a:solidFill>
                  <a:srgbClr val="FFFFFF"/>
                </a:solidFill>
                <a:latin typeface="Arial" pitchFamily="34" charset="0"/>
                <a:cs typeface="Arial" pitchFamily="34" charset="0"/>
              </a:rPr>
              <a:t>Bid to Customer … if win go to RAILS 2</a:t>
            </a:r>
          </a:p>
        </p:txBody>
      </p:sp>
      <p:sp>
        <p:nvSpPr>
          <p:cNvPr id="20" name="Rectangle: Rounded Corners 19">
            <a:extLst>
              <a:ext uri="{FF2B5EF4-FFF2-40B4-BE49-F238E27FC236}">
                <a16:creationId xmlns:a16="http://schemas.microsoft.com/office/drawing/2014/main" id="{29A02151-F82D-9C37-925E-818CA83C1012}"/>
              </a:ext>
            </a:extLst>
          </p:cNvPr>
          <p:cNvSpPr/>
          <p:nvPr/>
        </p:nvSpPr>
        <p:spPr>
          <a:xfrm>
            <a:off x="5874502" y="2739409"/>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Product Differentiation &amp; Value Story</a:t>
            </a:r>
          </a:p>
        </p:txBody>
      </p:sp>
      <p:sp>
        <p:nvSpPr>
          <p:cNvPr id="21" name="Rectangle: Rounded Corners 20">
            <a:extLst>
              <a:ext uri="{FF2B5EF4-FFF2-40B4-BE49-F238E27FC236}">
                <a16:creationId xmlns:a16="http://schemas.microsoft.com/office/drawing/2014/main" id="{B1321E71-E7EE-07E6-2E9F-B8DA9C93806B}"/>
              </a:ext>
            </a:extLst>
          </p:cNvPr>
          <p:cNvSpPr/>
          <p:nvPr/>
        </p:nvSpPr>
        <p:spPr>
          <a:xfrm>
            <a:off x="9060479" y="1742151"/>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Refined Concept, </a:t>
            </a:r>
            <a:r>
              <a:rPr lang="en-US" sz="1600" b="1" spc="-150" dirty="0" err="1">
                <a:solidFill>
                  <a:srgbClr val="FFFFFF"/>
                </a:solidFill>
                <a:latin typeface="Arial" pitchFamily="34" charset="0"/>
                <a:cs typeface="Arial" pitchFamily="34" charset="0"/>
              </a:rPr>
              <a:t>Req’ts</a:t>
            </a:r>
            <a:r>
              <a:rPr lang="en-US" sz="1600" b="1" spc="-150" dirty="0">
                <a:solidFill>
                  <a:srgbClr val="FFFFFF"/>
                </a:solidFill>
                <a:latin typeface="Arial" pitchFamily="34" charset="0"/>
                <a:cs typeface="Arial" pitchFamily="34" charset="0"/>
              </a:rPr>
              <a:t> and Interactions</a:t>
            </a:r>
          </a:p>
        </p:txBody>
      </p:sp>
      <p:sp>
        <p:nvSpPr>
          <p:cNvPr id="22" name="Rectangle: Rounded Corners 21">
            <a:extLst>
              <a:ext uri="{FF2B5EF4-FFF2-40B4-BE49-F238E27FC236}">
                <a16:creationId xmlns:a16="http://schemas.microsoft.com/office/drawing/2014/main" id="{66307181-D68D-15F4-7AE7-76306B2911A8}"/>
              </a:ext>
            </a:extLst>
          </p:cNvPr>
          <p:cNvSpPr/>
          <p:nvPr/>
        </p:nvSpPr>
        <p:spPr>
          <a:xfrm>
            <a:off x="9060479" y="2739409"/>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Tech feasibility assessment &amp; HC cost / schedule</a:t>
            </a:r>
          </a:p>
        </p:txBody>
      </p:sp>
      <p:cxnSp>
        <p:nvCxnSpPr>
          <p:cNvPr id="23" name="Straight Arrow Connector 22">
            <a:extLst>
              <a:ext uri="{FF2B5EF4-FFF2-40B4-BE49-F238E27FC236}">
                <a16:creationId xmlns:a16="http://schemas.microsoft.com/office/drawing/2014/main" id="{D545C1A6-1393-E304-1B31-860C7A975686}"/>
              </a:ext>
            </a:extLst>
          </p:cNvPr>
          <p:cNvCxnSpPr>
            <a:stCxn id="9" idx="2"/>
            <a:endCxn id="20" idx="0"/>
          </p:cNvCxnSpPr>
          <p:nvPr/>
        </p:nvCxnSpPr>
        <p:spPr>
          <a:xfrm flipH="1">
            <a:off x="6949762" y="2573685"/>
            <a:ext cx="1" cy="16572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1D692CF-B4EB-54D2-6B6F-06714C0E3DAD}"/>
              </a:ext>
            </a:extLst>
          </p:cNvPr>
          <p:cNvCxnSpPr>
            <a:stCxn id="21" idx="2"/>
            <a:endCxn id="22" idx="0"/>
          </p:cNvCxnSpPr>
          <p:nvPr/>
        </p:nvCxnSpPr>
        <p:spPr>
          <a:xfrm>
            <a:off x="10135739" y="2577363"/>
            <a:ext cx="0" cy="162046"/>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1D7D3092-1D29-C0E7-1B05-A560377A99DA}"/>
              </a:ext>
            </a:extLst>
          </p:cNvPr>
          <p:cNvCxnSpPr>
            <a:cxnSpLocks/>
            <a:stCxn id="6" idx="2"/>
            <a:endCxn id="21" idx="0"/>
          </p:cNvCxnSpPr>
          <p:nvPr/>
        </p:nvCxnSpPr>
        <p:spPr>
          <a:xfrm rot="16200000" flipH="1">
            <a:off x="9194206" y="800618"/>
            <a:ext cx="304810" cy="1578255"/>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Elbow 25">
            <a:extLst>
              <a:ext uri="{FF2B5EF4-FFF2-40B4-BE49-F238E27FC236}">
                <a16:creationId xmlns:a16="http://schemas.microsoft.com/office/drawing/2014/main" id="{6FA81BB1-EE81-5E55-C811-ECBC3FBB135E}"/>
              </a:ext>
            </a:extLst>
          </p:cNvPr>
          <p:cNvCxnSpPr>
            <a:cxnSpLocks/>
            <a:stCxn id="6" idx="2"/>
            <a:endCxn id="9" idx="0"/>
          </p:cNvCxnSpPr>
          <p:nvPr/>
        </p:nvCxnSpPr>
        <p:spPr>
          <a:xfrm rot="5400000">
            <a:off x="7603058" y="784047"/>
            <a:ext cx="301132" cy="1607721"/>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4FCEFDFD-D355-194F-6CE8-434084FF8F4D}"/>
              </a:ext>
            </a:extLst>
          </p:cNvPr>
          <p:cNvSpPr txBox="1"/>
          <p:nvPr/>
        </p:nvSpPr>
        <p:spPr>
          <a:xfrm>
            <a:off x="8312902" y="1658380"/>
            <a:ext cx="904568" cy="261610"/>
          </a:xfrm>
          <a:prstGeom prst="rect">
            <a:avLst/>
          </a:prstGeom>
          <a:noFill/>
          <a:ln>
            <a:noFill/>
          </a:ln>
        </p:spPr>
        <p:txBody>
          <a:bodyPr wrap="square" rtlCol="0">
            <a:spAutoFit/>
          </a:bodyPr>
          <a:lstStyle/>
          <a:p>
            <a:r>
              <a:rPr lang="en-US" sz="1100" dirty="0"/>
              <a:t>Yes</a:t>
            </a:r>
          </a:p>
        </p:txBody>
      </p:sp>
      <p:cxnSp>
        <p:nvCxnSpPr>
          <p:cNvPr id="36" name="Straight Arrow Connector 35">
            <a:extLst>
              <a:ext uri="{FF2B5EF4-FFF2-40B4-BE49-F238E27FC236}">
                <a16:creationId xmlns:a16="http://schemas.microsoft.com/office/drawing/2014/main" id="{6895A9BF-5872-E160-0605-73D9D502548E}"/>
              </a:ext>
            </a:extLst>
          </p:cNvPr>
          <p:cNvCxnSpPr>
            <a:stCxn id="22" idx="2"/>
            <a:endCxn id="10" idx="0"/>
          </p:cNvCxnSpPr>
          <p:nvPr/>
        </p:nvCxnSpPr>
        <p:spPr>
          <a:xfrm>
            <a:off x="10135739" y="3574621"/>
            <a:ext cx="1" cy="26264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37" name="Rectangle: Rounded Corners 36">
            <a:extLst>
              <a:ext uri="{FF2B5EF4-FFF2-40B4-BE49-F238E27FC236}">
                <a16:creationId xmlns:a16="http://schemas.microsoft.com/office/drawing/2014/main" id="{C1CB548D-F0A1-BA40-D99B-0E40173690E5}"/>
              </a:ext>
            </a:extLst>
          </p:cNvPr>
          <p:cNvSpPr/>
          <p:nvPr/>
        </p:nvSpPr>
        <p:spPr>
          <a:xfrm>
            <a:off x="5874502" y="3769038"/>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Establish Bid Strategy</a:t>
            </a:r>
          </a:p>
        </p:txBody>
      </p:sp>
      <p:cxnSp>
        <p:nvCxnSpPr>
          <p:cNvPr id="39" name="Straight Arrow Connector 38">
            <a:extLst>
              <a:ext uri="{FF2B5EF4-FFF2-40B4-BE49-F238E27FC236}">
                <a16:creationId xmlns:a16="http://schemas.microsoft.com/office/drawing/2014/main" id="{D26E0F89-38A3-46A1-E1B4-52F5AF11F053}"/>
              </a:ext>
            </a:extLst>
          </p:cNvPr>
          <p:cNvCxnSpPr>
            <a:stCxn id="20" idx="2"/>
            <a:endCxn id="37" idx="0"/>
          </p:cNvCxnSpPr>
          <p:nvPr/>
        </p:nvCxnSpPr>
        <p:spPr>
          <a:xfrm>
            <a:off x="6949762" y="3574621"/>
            <a:ext cx="0" cy="194417"/>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41" name="Diamond 40">
            <a:extLst>
              <a:ext uri="{FF2B5EF4-FFF2-40B4-BE49-F238E27FC236}">
                <a16:creationId xmlns:a16="http://schemas.microsoft.com/office/drawing/2014/main" id="{BEFB7DFF-1C07-A4F5-5510-A729B4D41AAC}"/>
              </a:ext>
            </a:extLst>
          </p:cNvPr>
          <p:cNvSpPr/>
          <p:nvPr/>
        </p:nvSpPr>
        <p:spPr>
          <a:xfrm>
            <a:off x="7583406" y="5071279"/>
            <a:ext cx="2363559" cy="698759"/>
          </a:xfrm>
          <a:prstGeom prst="diamond">
            <a:avLst/>
          </a:prstGeom>
          <a:solidFill>
            <a:schemeClr val="tx2"/>
          </a:solidFill>
          <a:ln>
            <a:solidFill>
              <a:schemeClr val="tx2"/>
            </a:solidFill>
          </a:ln>
        </p:spPr>
        <p:txBody>
          <a:bodyPr wrap="none" rtlCol="0" anchor="ctr">
            <a:noAutofit/>
          </a:bodyPr>
          <a:lstStyle/>
          <a:p>
            <a:pPr algn="ctr"/>
            <a:r>
              <a:rPr lang="en-US" sz="1600" b="1" spc="-150" dirty="0">
                <a:solidFill>
                  <a:srgbClr val="FFFFFF"/>
                </a:solidFill>
                <a:latin typeface="Arial" pitchFamily="34" charset="0"/>
                <a:cs typeface="Arial" pitchFamily="34" charset="0"/>
              </a:rPr>
              <a:t>Deal Review </a:t>
            </a:r>
            <a:br>
              <a:rPr lang="en-US" sz="1600" b="1" spc="-150" dirty="0">
                <a:solidFill>
                  <a:srgbClr val="FFFFFF"/>
                </a:solidFill>
                <a:latin typeface="Arial" pitchFamily="34" charset="0"/>
                <a:cs typeface="Arial" pitchFamily="34" charset="0"/>
              </a:rPr>
            </a:br>
            <a:r>
              <a:rPr lang="en-US" sz="1600" b="1" spc="-150" dirty="0">
                <a:solidFill>
                  <a:srgbClr val="FFFFFF"/>
                </a:solidFill>
                <a:latin typeface="Arial" pitchFamily="34" charset="0"/>
                <a:cs typeface="Arial" pitchFamily="34" charset="0"/>
              </a:rPr>
              <a:t> Approved</a:t>
            </a:r>
          </a:p>
        </p:txBody>
      </p:sp>
      <p:cxnSp>
        <p:nvCxnSpPr>
          <p:cNvPr id="43" name="Connector: Elbow 42">
            <a:extLst>
              <a:ext uri="{FF2B5EF4-FFF2-40B4-BE49-F238E27FC236}">
                <a16:creationId xmlns:a16="http://schemas.microsoft.com/office/drawing/2014/main" id="{4940A515-DFDA-6AB1-77AF-556581DE1805}"/>
              </a:ext>
            </a:extLst>
          </p:cNvPr>
          <p:cNvCxnSpPr>
            <a:stCxn id="37" idx="2"/>
            <a:endCxn id="41" idx="0"/>
          </p:cNvCxnSpPr>
          <p:nvPr/>
        </p:nvCxnSpPr>
        <p:spPr>
          <a:xfrm rot="16200000" flipH="1">
            <a:off x="7623960" y="3930052"/>
            <a:ext cx="467029" cy="1815424"/>
          </a:xfrm>
          <a:prstGeom prst="bentConnector3">
            <a:avLst>
              <a:gd name="adj1" fmla="val 47895"/>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A5960860-2EED-BC44-6336-871DD8643C7E}"/>
              </a:ext>
            </a:extLst>
          </p:cNvPr>
          <p:cNvCxnSpPr>
            <a:stCxn id="10" idx="2"/>
            <a:endCxn id="41" idx="0"/>
          </p:cNvCxnSpPr>
          <p:nvPr/>
        </p:nvCxnSpPr>
        <p:spPr>
          <a:xfrm rot="5400000">
            <a:off x="9182836" y="4118374"/>
            <a:ext cx="535255" cy="1370554"/>
          </a:xfrm>
          <a:prstGeom prst="bentConnector3">
            <a:avLst>
              <a:gd name="adj1" fmla="val 5551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54FB6356-2612-35A7-4FAD-4F17D844321D}"/>
              </a:ext>
            </a:extLst>
          </p:cNvPr>
          <p:cNvCxnSpPr>
            <a:stCxn id="41" idx="2"/>
            <a:endCxn id="19" idx="0"/>
          </p:cNvCxnSpPr>
          <p:nvPr/>
        </p:nvCxnSpPr>
        <p:spPr>
          <a:xfrm flipH="1">
            <a:off x="8765185" y="5770038"/>
            <a:ext cx="1" cy="278307"/>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89DFD1DB-1959-57D8-05E9-360EA9B7DF35}"/>
              </a:ext>
            </a:extLst>
          </p:cNvPr>
          <p:cNvSpPr txBox="1"/>
          <p:nvPr/>
        </p:nvSpPr>
        <p:spPr>
          <a:xfrm>
            <a:off x="8788999" y="5778386"/>
            <a:ext cx="1115223" cy="261610"/>
          </a:xfrm>
          <a:prstGeom prst="rect">
            <a:avLst/>
          </a:prstGeom>
          <a:noFill/>
          <a:ln>
            <a:noFill/>
          </a:ln>
        </p:spPr>
        <p:txBody>
          <a:bodyPr wrap="square" rtlCol="0">
            <a:spAutoFit/>
          </a:bodyPr>
          <a:lstStyle/>
          <a:p>
            <a:r>
              <a:rPr lang="en-US" sz="1100" dirty="0"/>
              <a:t>Yes</a:t>
            </a:r>
          </a:p>
        </p:txBody>
      </p:sp>
      <p:sp>
        <p:nvSpPr>
          <p:cNvPr id="50" name="Rectangle: Rounded Corners 49">
            <a:extLst>
              <a:ext uri="{FF2B5EF4-FFF2-40B4-BE49-F238E27FC236}">
                <a16:creationId xmlns:a16="http://schemas.microsoft.com/office/drawing/2014/main" id="{AD2D337E-637C-4120-FF48-FCCC9B599B12}"/>
              </a:ext>
            </a:extLst>
          </p:cNvPr>
          <p:cNvSpPr/>
          <p:nvPr/>
        </p:nvSpPr>
        <p:spPr>
          <a:xfrm>
            <a:off x="10357296" y="5003052"/>
            <a:ext cx="1020305"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On Hold / No Bid</a:t>
            </a:r>
          </a:p>
        </p:txBody>
      </p:sp>
      <p:cxnSp>
        <p:nvCxnSpPr>
          <p:cNvPr id="52" name="Connector: Elbow 51">
            <a:extLst>
              <a:ext uri="{FF2B5EF4-FFF2-40B4-BE49-F238E27FC236}">
                <a16:creationId xmlns:a16="http://schemas.microsoft.com/office/drawing/2014/main" id="{694111FD-2557-7C0D-92CF-D4ADEB847265}"/>
              </a:ext>
            </a:extLst>
          </p:cNvPr>
          <p:cNvCxnSpPr>
            <a:stCxn id="10" idx="3"/>
            <a:endCxn id="50" idx="0"/>
          </p:cNvCxnSpPr>
          <p:nvPr/>
        </p:nvCxnSpPr>
        <p:spPr>
          <a:xfrm flipH="1">
            <a:off x="10867449" y="4186645"/>
            <a:ext cx="450070" cy="816407"/>
          </a:xfrm>
          <a:prstGeom prst="bentConnector4">
            <a:avLst>
              <a:gd name="adj1" fmla="val -50792"/>
              <a:gd name="adj2" fmla="val 71397"/>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A9862342-D9B8-D060-5070-A0DE3A8CA1F5}"/>
              </a:ext>
            </a:extLst>
          </p:cNvPr>
          <p:cNvCxnSpPr>
            <a:stCxn id="41" idx="3"/>
            <a:endCxn id="50" idx="1"/>
          </p:cNvCxnSpPr>
          <p:nvPr/>
        </p:nvCxnSpPr>
        <p:spPr>
          <a:xfrm flipV="1">
            <a:off x="9946965" y="5420658"/>
            <a:ext cx="410331" cy="1"/>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6FC059BE-F549-55C8-7D3B-D383C11E6B64}"/>
              </a:ext>
            </a:extLst>
          </p:cNvPr>
          <p:cNvSpPr txBox="1"/>
          <p:nvPr/>
        </p:nvSpPr>
        <p:spPr>
          <a:xfrm>
            <a:off x="10887572" y="4473444"/>
            <a:ext cx="1115223" cy="261610"/>
          </a:xfrm>
          <a:prstGeom prst="rect">
            <a:avLst/>
          </a:prstGeom>
          <a:noFill/>
          <a:ln>
            <a:noFill/>
          </a:ln>
        </p:spPr>
        <p:txBody>
          <a:bodyPr wrap="square" rtlCol="0">
            <a:spAutoFit/>
          </a:bodyPr>
          <a:lstStyle/>
          <a:p>
            <a:r>
              <a:rPr lang="en-US" sz="1100" dirty="0"/>
              <a:t>No</a:t>
            </a:r>
          </a:p>
        </p:txBody>
      </p:sp>
      <p:sp>
        <p:nvSpPr>
          <p:cNvPr id="56" name="TextBox 55">
            <a:extLst>
              <a:ext uri="{FF2B5EF4-FFF2-40B4-BE49-F238E27FC236}">
                <a16:creationId xmlns:a16="http://schemas.microsoft.com/office/drawing/2014/main" id="{7FF7B6CB-BEE9-A2B6-D05E-12044B2F7312}"/>
              </a:ext>
            </a:extLst>
          </p:cNvPr>
          <p:cNvSpPr txBox="1"/>
          <p:nvPr/>
        </p:nvSpPr>
        <p:spPr>
          <a:xfrm>
            <a:off x="9907100" y="5461539"/>
            <a:ext cx="1115223" cy="261610"/>
          </a:xfrm>
          <a:prstGeom prst="rect">
            <a:avLst/>
          </a:prstGeom>
          <a:noFill/>
          <a:ln>
            <a:noFill/>
          </a:ln>
        </p:spPr>
        <p:txBody>
          <a:bodyPr wrap="square" rtlCol="0">
            <a:spAutoFit/>
          </a:bodyPr>
          <a:lstStyle/>
          <a:p>
            <a:r>
              <a:rPr lang="en-US" sz="1100" dirty="0"/>
              <a:t>No</a:t>
            </a:r>
          </a:p>
        </p:txBody>
      </p:sp>
      <p:cxnSp>
        <p:nvCxnSpPr>
          <p:cNvPr id="11" name="Connector: Elbow 10">
            <a:extLst>
              <a:ext uri="{FF2B5EF4-FFF2-40B4-BE49-F238E27FC236}">
                <a16:creationId xmlns:a16="http://schemas.microsoft.com/office/drawing/2014/main" id="{35597B16-18B6-F3D0-6228-3B5272A2EA9C}"/>
              </a:ext>
            </a:extLst>
          </p:cNvPr>
          <p:cNvCxnSpPr>
            <a:stCxn id="19" idx="3"/>
            <a:endCxn id="50" idx="2"/>
          </p:cNvCxnSpPr>
          <p:nvPr/>
        </p:nvCxnSpPr>
        <p:spPr>
          <a:xfrm flipV="1">
            <a:off x="10867449" y="5838264"/>
            <a:ext cx="12700" cy="412557"/>
          </a:xfrm>
          <a:prstGeom prst="bentConnector4">
            <a:avLst>
              <a:gd name="adj1" fmla="val 3232260"/>
              <a:gd name="adj2" fmla="val 74539"/>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D76C3FE-C853-FACB-A30D-5D9DDAC3E8AA}"/>
              </a:ext>
            </a:extLst>
          </p:cNvPr>
          <p:cNvSpPr txBox="1"/>
          <p:nvPr/>
        </p:nvSpPr>
        <p:spPr>
          <a:xfrm>
            <a:off x="10884076" y="6305292"/>
            <a:ext cx="1115223" cy="261610"/>
          </a:xfrm>
          <a:prstGeom prst="rect">
            <a:avLst/>
          </a:prstGeom>
          <a:noFill/>
          <a:ln>
            <a:noFill/>
          </a:ln>
        </p:spPr>
        <p:txBody>
          <a:bodyPr wrap="square" rtlCol="0">
            <a:spAutoFit/>
          </a:bodyPr>
          <a:lstStyle/>
          <a:p>
            <a:r>
              <a:rPr lang="en-US" sz="1100" dirty="0"/>
              <a:t>No Win</a:t>
            </a:r>
          </a:p>
        </p:txBody>
      </p:sp>
      <p:cxnSp>
        <p:nvCxnSpPr>
          <p:cNvPr id="15" name="Connector: Elbow 14">
            <a:extLst>
              <a:ext uri="{FF2B5EF4-FFF2-40B4-BE49-F238E27FC236}">
                <a16:creationId xmlns:a16="http://schemas.microsoft.com/office/drawing/2014/main" id="{19C8369D-A25F-41AF-9375-7C15AD57E780}"/>
              </a:ext>
            </a:extLst>
          </p:cNvPr>
          <p:cNvCxnSpPr>
            <a:stCxn id="10" idx="1"/>
            <a:endCxn id="21" idx="1"/>
          </p:cNvCxnSpPr>
          <p:nvPr/>
        </p:nvCxnSpPr>
        <p:spPr>
          <a:xfrm rot="10800000" flipH="1">
            <a:off x="8953959" y="2159757"/>
            <a:ext cx="106519" cy="2026888"/>
          </a:xfrm>
          <a:prstGeom prst="bentConnector3">
            <a:avLst>
              <a:gd name="adj1" fmla="val -214610"/>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24C6BDC-9B83-DF8B-D678-FE26A8B55675}"/>
              </a:ext>
            </a:extLst>
          </p:cNvPr>
          <p:cNvSpPr txBox="1"/>
          <p:nvPr/>
        </p:nvSpPr>
        <p:spPr>
          <a:xfrm>
            <a:off x="8045145" y="4113485"/>
            <a:ext cx="1115223" cy="430887"/>
          </a:xfrm>
          <a:prstGeom prst="rect">
            <a:avLst/>
          </a:prstGeom>
          <a:noFill/>
          <a:ln>
            <a:noFill/>
          </a:ln>
        </p:spPr>
        <p:txBody>
          <a:bodyPr wrap="square" rtlCol="0">
            <a:spAutoFit/>
          </a:bodyPr>
          <a:lstStyle/>
          <a:p>
            <a:r>
              <a:rPr lang="en-US" sz="1100" dirty="0"/>
              <a:t>Change Requested</a:t>
            </a:r>
          </a:p>
        </p:txBody>
      </p:sp>
      <p:sp>
        <p:nvSpPr>
          <p:cNvPr id="7" name="TextBox 6">
            <a:extLst>
              <a:ext uri="{FF2B5EF4-FFF2-40B4-BE49-F238E27FC236}">
                <a16:creationId xmlns:a16="http://schemas.microsoft.com/office/drawing/2014/main" id="{A3362BF6-D3A4-229E-E488-96365C79DAF3}"/>
              </a:ext>
            </a:extLst>
          </p:cNvPr>
          <p:cNvSpPr txBox="1"/>
          <p:nvPr/>
        </p:nvSpPr>
        <p:spPr>
          <a:xfrm>
            <a:off x="8131279" y="9690"/>
            <a:ext cx="4030605" cy="338554"/>
          </a:xfrm>
          <a:prstGeom prst="rect">
            <a:avLst/>
          </a:prstGeom>
          <a:noFill/>
        </p:spPr>
        <p:txBody>
          <a:bodyPr wrap="square" rtlCol="0">
            <a:spAutoFit/>
          </a:bodyPr>
          <a:lstStyle/>
          <a:p>
            <a:pPr algn="r"/>
            <a:r>
              <a:rPr lang="en-US" sz="1600" dirty="0"/>
              <a:t>Owner: Project Manager</a:t>
            </a:r>
          </a:p>
        </p:txBody>
      </p:sp>
    </p:spTree>
    <p:extLst>
      <p:ext uri="{BB962C8B-B14F-4D97-AF65-F5344CB8AC3E}">
        <p14:creationId xmlns:p14="http://schemas.microsoft.com/office/powerpoint/2010/main" val="3907805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3C5F1-CE12-6C74-03CD-13ED98CFACDE}"/>
              </a:ext>
            </a:extLst>
          </p:cNvPr>
          <p:cNvSpPr>
            <a:spLocks noGrp="1"/>
          </p:cNvSpPr>
          <p:nvPr>
            <p:ph type="title"/>
          </p:nvPr>
        </p:nvSpPr>
        <p:spPr/>
        <p:txBody>
          <a:bodyPr/>
          <a:lstStyle/>
          <a:p>
            <a:r>
              <a:rPr lang="en-US" dirty="0"/>
              <a:t>Between Bid and Win … Collaborating to Win &amp; Deliver</a:t>
            </a:r>
          </a:p>
        </p:txBody>
      </p:sp>
      <p:sp>
        <p:nvSpPr>
          <p:cNvPr id="3" name="Text Placeholder 2">
            <a:extLst>
              <a:ext uri="{FF2B5EF4-FFF2-40B4-BE49-F238E27FC236}">
                <a16:creationId xmlns:a16="http://schemas.microsoft.com/office/drawing/2014/main" id="{F0B8B265-6686-4E04-F9DB-4D90597ADE79}"/>
              </a:ext>
            </a:extLst>
          </p:cNvPr>
          <p:cNvSpPr>
            <a:spLocks noGrp="1"/>
          </p:cNvSpPr>
          <p:nvPr>
            <p:ph type="body" sz="quarter" idx="12"/>
          </p:nvPr>
        </p:nvSpPr>
        <p:spPr/>
        <p:txBody>
          <a:bodyPr/>
          <a:lstStyle/>
          <a:p>
            <a:endParaRPr lang="en-US" dirty="0"/>
          </a:p>
        </p:txBody>
      </p:sp>
      <p:sp>
        <p:nvSpPr>
          <p:cNvPr id="4" name="Rectangle: Rounded Corners 3">
            <a:extLst>
              <a:ext uri="{FF2B5EF4-FFF2-40B4-BE49-F238E27FC236}">
                <a16:creationId xmlns:a16="http://schemas.microsoft.com/office/drawing/2014/main" id="{D3FF108E-AA3E-DBA4-8631-450E63163908}"/>
              </a:ext>
            </a:extLst>
          </p:cNvPr>
          <p:cNvSpPr/>
          <p:nvPr/>
        </p:nvSpPr>
        <p:spPr>
          <a:xfrm>
            <a:off x="506613" y="3049494"/>
            <a:ext cx="2150520" cy="835212"/>
          </a:xfrm>
          <a:prstGeom prst="roundRect">
            <a:avLst/>
          </a:prstGeom>
          <a:solidFill>
            <a:schemeClr val="tx1"/>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Bid to Customer</a:t>
            </a:r>
          </a:p>
        </p:txBody>
      </p:sp>
      <p:sp>
        <p:nvSpPr>
          <p:cNvPr id="5" name="Rectangle: Rounded Corners 4">
            <a:extLst>
              <a:ext uri="{FF2B5EF4-FFF2-40B4-BE49-F238E27FC236}">
                <a16:creationId xmlns:a16="http://schemas.microsoft.com/office/drawing/2014/main" id="{50392981-1952-40DB-9CAF-AC96329AED27}"/>
              </a:ext>
            </a:extLst>
          </p:cNvPr>
          <p:cNvSpPr/>
          <p:nvPr/>
        </p:nvSpPr>
        <p:spPr>
          <a:xfrm>
            <a:off x="9055761" y="3049494"/>
            <a:ext cx="2150520" cy="835212"/>
          </a:xfrm>
          <a:prstGeom prst="roundRect">
            <a:avLst/>
          </a:prstGeom>
          <a:solidFill>
            <a:schemeClr val="tx1"/>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Customer places order</a:t>
            </a:r>
          </a:p>
        </p:txBody>
      </p:sp>
      <p:cxnSp>
        <p:nvCxnSpPr>
          <p:cNvPr id="12" name="Straight Arrow Connector 11">
            <a:extLst>
              <a:ext uri="{FF2B5EF4-FFF2-40B4-BE49-F238E27FC236}">
                <a16:creationId xmlns:a16="http://schemas.microsoft.com/office/drawing/2014/main" id="{1102D703-5C4C-E9A2-692D-DF72C2AFB5F0}"/>
              </a:ext>
            </a:extLst>
          </p:cNvPr>
          <p:cNvCxnSpPr>
            <a:cxnSpLocks/>
            <a:stCxn id="4" idx="3"/>
            <a:endCxn id="23" idx="1"/>
          </p:cNvCxnSpPr>
          <p:nvPr/>
        </p:nvCxnSpPr>
        <p:spPr>
          <a:xfrm>
            <a:off x="2657133" y="3467100"/>
            <a:ext cx="2474908" cy="0"/>
          </a:xfrm>
          <a:prstGeom prst="straightConnector1">
            <a:avLst/>
          </a:prstGeom>
          <a:ln>
            <a:solidFill>
              <a:schemeClr val="tx2"/>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1E29070-9DE7-01C4-7AE4-33EA36D5BC64}"/>
              </a:ext>
            </a:extLst>
          </p:cNvPr>
          <p:cNvCxnSpPr>
            <a:cxnSpLocks/>
            <a:stCxn id="23" idx="3"/>
            <a:endCxn id="5" idx="1"/>
          </p:cNvCxnSpPr>
          <p:nvPr/>
        </p:nvCxnSpPr>
        <p:spPr>
          <a:xfrm>
            <a:off x="7208491" y="3467100"/>
            <a:ext cx="1847270"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81F050A3-104A-8BCF-0B52-1314C75B9D1A}"/>
              </a:ext>
            </a:extLst>
          </p:cNvPr>
          <p:cNvSpPr/>
          <p:nvPr/>
        </p:nvSpPr>
        <p:spPr>
          <a:xfrm>
            <a:off x="468652" y="5644775"/>
            <a:ext cx="11222945" cy="646986"/>
          </a:xfrm>
          <a:prstGeom prst="roundRect">
            <a:avLst/>
          </a:prstGeom>
          <a:solidFill>
            <a:schemeClr val="tx1"/>
          </a:solidFill>
        </p:spPr>
        <p:txBody>
          <a:bodyPr wrap="none" rtlCol="0" anchor="ctr">
            <a:spAutoFit/>
          </a:bodyPr>
          <a:lstStyle/>
          <a:p>
            <a:pPr algn="ctr"/>
            <a:r>
              <a:rPr lang="en-US" sz="3200" b="1" spc="-150" dirty="0">
                <a:solidFill>
                  <a:srgbClr val="FFFFFF"/>
                </a:solidFill>
                <a:latin typeface="Arial" pitchFamily="34" charset="0"/>
                <a:cs typeface="Arial" pitchFamily="34" charset="0"/>
              </a:rPr>
              <a:t>Teamwork makes the dream work … equal parts science &amp; art!</a:t>
            </a:r>
          </a:p>
        </p:txBody>
      </p:sp>
      <p:pic>
        <p:nvPicPr>
          <p:cNvPr id="23" name="Picture 22">
            <a:extLst>
              <a:ext uri="{FF2B5EF4-FFF2-40B4-BE49-F238E27FC236}">
                <a16:creationId xmlns:a16="http://schemas.microsoft.com/office/drawing/2014/main" id="{6C2C65D3-C29C-44F8-414B-376C609160AF}"/>
              </a:ext>
            </a:extLst>
          </p:cNvPr>
          <p:cNvPicPr>
            <a:picLocks noChangeAspect="1"/>
          </p:cNvPicPr>
          <p:nvPr/>
        </p:nvPicPr>
        <p:blipFill rotWithShape="1">
          <a:blip r:embed="rId2"/>
          <a:srcRect b="7062"/>
          <a:stretch/>
        </p:blipFill>
        <p:spPr>
          <a:xfrm>
            <a:off x="5132041" y="2444659"/>
            <a:ext cx="2076450" cy="2044882"/>
          </a:xfrm>
          <a:prstGeom prst="rect">
            <a:avLst/>
          </a:prstGeom>
        </p:spPr>
      </p:pic>
      <p:sp>
        <p:nvSpPr>
          <p:cNvPr id="24" name="Rectangle: Rounded Corners 23">
            <a:extLst>
              <a:ext uri="{FF2B5EF4-FFF2-40B4-BE49-F238E27FC236}">
                <a16:creationId xmlns:a16="http://schemas.microsoft.com/office/drawing/2014/main" id="{F81ABCDB-8201-2C2B-A63F-BB1C67973039}"/>
              </a:ext>
            </a:extLst>
          </p:cNvPr>
          <p:cNvSpPr/>
          <p:nvPr/>
        </p:nvSpPr>
        <p:spPr>
          <a:xfrm>
            <a:off x="6849604" y="1478778"/>
            <a:ext cx="2221667" cy="1090732"/>
          </a:xfrm>
          <a:prstGeom prst="roundRect">
            <a:avLst/>
          </a:prstGeom>
          <a:solidFill>
            <a:schemeClr val="tx2"/>
          </a:solidFill>
        </p:spPr>
        <p:txBody>
          <a:bodyPr wrap="square" rtlCol="0" anchor="ctr">
            <a:noAutofit/>
          </a:bodyPr>
          <a:lstStyle/>
          <a:p>
            <a:pPr algn="ctr"/>
            <a:r>
              <a:rPr lang="en-US" sz="2000" b="1" spc="-150" dirty="0">
                <a:solidFill>
                  <a:srgbClr val="FFFFFF"/>
                </a:solidFill>
                <a:latin typeface="Arial" pitchFamily="34" charset="0"/>
                <a:cs typeface="Arial" pitchFamily="34" charset="0"/>
              </a:rPr>
              <a:t>Other projects Bid / Win % updated</a:t>
            </a:r>
          </a:p>
        </p:txBody>
      </p:sp>
      <p:sp>
        <p:nvSpPr>
          <p:cNvPr id="25" name="Rectangle: Rounded Corners 24">
            <a:extLst>
              <a:ext uri="{FF2B5EF4-FFF2-40B4-BE49-F238E27FC236}">
                <a16:creationId xmlns:a16="http://schemas.microsoft.com/office/drawing/2014/main" id="{80F306E4-163E-FFAD-B275-2BA0A697C7C1}"/>
              </a:ext>
            </a:extLst>
          </p:cNvPr>
          <p:cNvSpPr/>
          <p:nvPr/>
        </p:nvSpPr>
        <p:spPr>
          <a:xfrm>
            <a:off x="3068339" y="1484691"/>
            <a:ext cx="2221667" cy="1090732"/>
          </a:xfrm>
          <a:prstGeom prst="roundRect">
            <a:avLst/>
          </a:prstGeom>
          <a:solidFill>
            <a:srgbClr val="00B050"/>
          </a:solidFill>
        </p:spPr>
        <p:txBody>
          <a:bodyPr wrap="square" rtlCol="0" anchor="ctr">
            <a:noAutofit/>
          </a:bodyPr>
          <a:lstStyle/>
          <a:p>
            <a:pPr algn="ctr"/>
            <a:r>
              <a:rPr lang="en-US" sz="2000" b="1" spc="-150" dirty="0">
                <a:solidFill>
                  <a:srgbClr val="FFFFFF"/>
                </a:solidFill>
                <a:latin typeface="Arial" pitchFamily="34" charset="0"/>
                <a:cs typeface="Arial" pitchFamily="34" charset="0"/>
              </a:rPr>
              <a:t>Customer asks for changes / Wabtec assess interests</a:t>
            </a:r>
          </a:p>
        </p:txBody>
      </p:sp>
      <p:sp>
        <p:nvSpPr>
          <p:cNvPr id="26" name="Rectangle: Rounded Corners 25">
            <a:extLst>
              <a:ext uri="{FF2B5EF4-FFF2-40B4-BE49-F238E27FC236}">
                <a16:creationId xmlns:a16="http://schemas.microsoft.com/office/drawing/2014/main" id="{7601B6CD-DB4F-E8A4-359C-B4615ED1842B}"/>
              </a:ext>
            </a:extLst>
          </p:cNvPr>
          <p:cNvSpPr/>
          <p:nvPr/>
        </p:nvSpPr>
        <p:spPr>
          <a:xfrm>
            <a:off x="6849604" y="4236930"/>
            <a:ext cx="2221667" cy="1090732"/>
          </a:xfrm>
          <a:prstGeom prst="roundRect">
            <a:avLst/>
          </a:prstGeom>
          <a:solidFill>
            <a:schemeClr val="accent1">
              <a:lumMod val="75000"/>
              <a:lumOff val="25000"/>
            </a:schemeClr>
          </a:solidFill>
        </p:spPr>
        <p:txBody>
          <a:bodyPr wrap="square" rtlCol="0" anchor="ctr">
            <a:noAutofit/>
          </a:bodyPr>
          <a:lstStyle/>
          <a:p>
            <a:pPr algn="ctr"/>
            <a:r>
              <a:rPr lang="en-US" sz="2000" b="1" spc="-150" dirty="0">
                <a:solidFill>
                  <a:srgbClr val="FFFFFF"/>
                </a:solidFill>
                <a:latin typeface="Arial" pitchFamily="34" charset="0"/>
                <a:cs typeface="Arial" pitchFamily="34" charset="0"/>
              </a:rPr>
              <a:t>Technology Roadmap evolves</a:t>
            </a:r>
          </a:p>
        </p:txBody>
      </p:sp>
      <p:sp>
        <p:nvSpPr>
          <p:cNvPr id="27" name="Rectangle: Rounded Corners 26">
            <a:extLst>
              <a:ext uri="{FF2B5EF4-FFF2-40B4-BE49-F238E27FC236}">
                <a16:creationId xmlns:a16="http://schemas.microsoft.com/office/drawing/2014/main" id="{5E93C5CB-0050-F1D6-96E3-DCC4A3856E36}"/>
              </a:ext>
            </a:extLst>
          </p:cNvPr>
          <p:cNvSpPr/>
          <p:nvPr/>
        </p:nvSpPr>
        <p:spPr>
          <a:xfrm>
            <a:off x="3068339" y="4236930"/>
            <a:ext cx="2221667" cy="1090732"/>
          </a:xfrm>
          <a:prstGeom prst="roundRect">
            <a:avLst/>
          </a:prstGeom>
          <a:solidFill>
            <a:schemeClr val="accent5">
              <a:lumMod val="60000"/>
              <a:lumOff val="40000"/>
            </a:schemeClr>
          </a:solidFill>
        </p:spPr>
        <p:txBody>
          <a:bodyPr wrap="square" rtlCol="0" anchor="ctr">
            <a:noAutofit/>
          </a:bodyPr>
          <a:lstStyle/>
          <a:p>
            <a:pPr algn="ctr"/>
            <a:r>
              <a:rPr lang="en-US" sz="2000" b="1" spc="-150" dirty="0">
                <a:solidFill>
                  <a:srgbClr val="FFFFFF"/>
                </a:solidFill>
                <a:latin typeface="Arial" pitchFamily="34" charset="0"/>
                <a:cs typeface="Arial" pitchFamily="34" charset="0"/>
              </a:rPr>
              <a:t>Projects won / Resources change</a:t>
            </a:r>
          </a:p>
        </p:txBody>
      </p:sp>
      <p:sp>
        <p:nvSpPr>
          <p:cNvPr id="10" name="TextBox 9">
            <a:extLst>
              <a:ext uri="{FF2B5EF4-FFF2-40B4-BE49-F238E27FC236}">
                <a16:creationId xmlns:a16="http://schemas.microsoft.com/office/drawing/2014/main" id="{9C0BD24C-93EB-2327-98B3-27D93110046F}"/>
              </a:ext>
            </a:extLst>
          </p:cNvPr>
          <p:cNvSpPr txBox="1"/>
          <p:nvPr/>
        </p:nvSpPr>
        <p:spPr>
          <a:xfrm>
            <a:off x="2657133" y="2905780"/>
            <a:ext cx="2784907" cy="523220"/>
          </a:xfrm>
          <a:prstGeom prst="rect">
            <a:avLst/>
          </a:prstGeom>
          <a:noFill/>
          <a:ln>
            <a:noFill/>
          </a:ln>
        </p:spPr>
        <p:txBody>
          <a:bodyPr wrap="square" rtlCol="0">
            <a:spAutoFit/>
          </a:bodyPr>
          <a:lstStyle/>
          <a:p>
            <a:r>
              <a:rPr lang="en-US" sz="1400" dirty="0"/>
              <a:t>Environment may drive changes to bid (Delivery timing)</a:t>
            </a:r>
          </a:p>
        </p:txBody>
      </p:sp>
    </p:spTree>
    <p:extLst>
      <p:ext uri="{BB962C8B-B14F-4D97-AF65-F5344CB8AC3E}">
        <p14:creationId xmlns:p14="http://schemas.microsoft.com/office/powerpoint/2010/main" val="2132533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DF43-8CED-AA10-0647-83DC539B00E8}"/>
              </a:ext>
            </a:extLst>
          </p:cNvPr>
          <p:cNvSpPr>
            <a:spLocks noGrp="1"/>
          </p:cNvSpPr>
          <p:nvPr>
            <p:ph type="title"/>
          </p:nvPr>
        </p:nvSpPr>
        <p:spPr/>
        <p:txBody>
          <a:bodyPr/>
          <a:lstStyle/>
          <a:p>
            <a:r>
              <a:rPr lang="en-US" dirty="0"/>
              <a:t>RAILS 2: ITO to OTR &amp; Project Kickoff</a:t>
            </a:r>
          </a:p>
        </p:txBody>
      </p:sp>
      <p:sp>
        <p:nvSpPr>
          <p:cNvPr id="3" name="Text Placeholder 2">
            <a:extLst>
              <a:ext uri="{FF2B5EF4-FFF2-40B4-BE49-F238E27FC236}">
                <a16:creationId xmlns:a16="http://schemas.microsoft.com/office/drawing/2014/main" id="{40A6031F-B636-A6C2-F775-5E997033D2C1}"/>
              </a:ext>
            </a:extLst>
          </p:cNvPr>
          <p:cNvSpPr>
            <a:spLocks noGrp="1"/>
          </p:cNvSpPr>
          <p:nvPr>
            <p:ph type="body" sz="quarter" idx="12"/>
          </p:nvPr>
        </p:nvSpPr>
        <p:spPr/>
        <p:txBody>
          <a:bodyPr/>
          <a:lstStyle/>
          <a:p>
            <a:endParaRPr lang="en-US"/>
          </a:p>
        </p:txBody>
      </p:sp>
      <p:sp>
        <p:nvSpPr>
          <p:cNvPr id="5" name="TextBox 4">
            <a:extLst>
              <a:ext uri="{FF2B5EF4-FFF2-40B4-BE49-F238E27FC236}">
                <a16:creationId xmlns:a16="http://schemas.microsoft.com/office/drawing/2014/main" id="{8B94D597-6292-9D8B-B216-018CDEFBC76C}"/>
              </a:ext>
            </a:extLst>
          </p:cNvPr>
          <p:cNvSpPr txBox="1"/>
          <p:nvPr/>
        </p:nvSpPr>
        <p:spPr>
          <a:xfrm>
            <a:off x="539750" y="3021860"/>
            <a:ext cx="5257668" cy="3262432"/>
          </a:xfrm>
          <a:prstGeom prst="rect">
            <a:avLst/>
          </a:prstGeom>
          <a:noFill/>
        </p:spPr>
        <p:txBody>
          <a:bodyPr wrap="square" rtlCol="0">
            <a:spAutoFit/>
          </a:bodyPr>
          <a:lstStyle/>
          <a:p>
            <a:r>
              <a:rPr lang="en-US" sz="1400" dirty="0"/>
              <a:t>Project handoff package:</a:t>
            </a:r>
          </a:p>
          <a:p>
            <a:pPr marL="285750" indent="-285750">
              <a:buFontTx/>
              <a:buChar char="-"/>
            </a:pPr>
            <a:r>
              <a:rPr lang="en-US" sz="1400" dirty="0"/>
              <a:t>Highlight changes from initial CP1 content / plans</a:t>
            </a:r>
          </a:p>
          <a:p>
            <a:pPr marL="285750" indent="-285750">
              <a:buFontTx/>
              <a:buChar char="-"/>
            </a:pPr>
            <a:r>
              <a:rPr lang="en-US" sz="1400" dirty="0"/>
              <a:t>Clarify options selected, timelines committed</a:t>
            </a:r>
          </a:p>
          <a:p>
            <a:pPr marL="285750" indent="-285750">
              <a:buFontTx/>
              <a:buChar char="-"/>
            </a:pPr>
            <a:endParaRPr lang="en-US" sz="1400" dirty="0"/>
          </a:p>
          <a:p>
            <a:r>
              <a:rPr lang="en-US" sz="1400" dirty="0"/>
              <a:t>Prepare for Kickoff meeting</a:t>
            </a:r>
          </a:p>
          <a:p>
            <a:pPr marL="285750" indent="-285750">
              <a:buFontTx/>
              <a:buChar char="-"/>
            </a:pPr>
            <a:r>
              <a:rPr lang="en-US" sz="1400" dirty="0"/>
              <a:t>Engineering refines concept and requirements to provide more detail &amp; confirm if any changes will be needed to interfaces (structural or data)</a:t>
            </a:r>
          </a:p>
          <a:p>
            <a:pPr marL="285750" indent="-285750">
              <a:buFontTx/>
              <a:buChar char="-"/>
            </a:pPr>
            <a:r>
              <a:rPr lang="en-US" sz="1400" dirty="0"/>
              <a:t>Project management establishes cross functional plan including key dates and handoffs</a:t>
            </a:r>
          </a:p>
          <a:p>
            <a:pPr marL="285750" indent="-285750">
              <a:buFontTx/>
              <a:buChar char="-"/>
            </a:pPr>
            <a:r>
              <a:rPr lang="en-US" sz="1400" dirty="0"/>
              <a:t>Compliance includes Cyber Security, Safety, and other regulatory requirements</a:t>
            </a:r>
          </a:p>
          <a:p>
            <a:pPr marL="285750" indent="-285750">
              <a:buFontTx/>
              <a:buChar char="-"/>
            </a:pPr>
            <a:endParaRPr lang="en-US" sz="1400" dirty="0"/>
          </a:p>
          <a:p>
            <a:r>
              <a:rPr lang="en-US" sz="1200" b="1" u="sng" dirty="0"/>
              <a:t>Within 2 weeks of Purchase order acceptance SHALL confirm if our basic assumption held through the Bid / Win cycle? </a:t>
            </a:r>
            <a:endParaRPr lang="en-US" sz="1200" b="1" u="sng" dirty="0">
              <a:solidFill>
                <a:schemeClr val="tx2"/>
              </a:solidFill>
            </a:endParaRPr>
          </a:p>
        </p:txBody>
      </p:sp>
      <p:sp>
        <p:nvSpPr>
          <p:cNvPr id="6" name="Rectangle: Rounded Corners 5">
            <a:extLst>
              <a:ext uri="{FF2B5EF4-FFF2-40B4-BE49-F238E27FC236}">
                <a16:creationId xmlns:a16="http://schemas.microsoft.com/office/drawing/2014/main" id="{0A8F719F-3065-8FC9-618B-310E32D99F47}"/>
              </a:ext>
            </a:extLst>
          </p:cNvPr>
          <p:cNvSpPr/>
          <p:nvPr/>
        </p:nvSpPr>
        <p:spPr>
          <a:xfrm>
            <a:off x="6455220" y="1032389"/>
            <a:ext cx="4204528" cy="404952"/>
          </a:xfrm>
          <a:prstGeom prst="roundRect">
            <a:avLst/>
          </a:prstGeom>
          <a:solidFill>
            <a:schemeClr val="tx2"/>
          </a:solidFill>
        </p:spPr>
        <p:txBody>
          <a:bodyPr wrap="none" rtlCol="0" anchor="ctr">
            <a:noAutofit/>
          </a:bodyPr>
          <a:lstStyle/>
          <a:p>
            <a:pPr algn="ctr"/>
            <a:r>
              <a:rPr lang="en-US" sz="1600" b="1" spc="-150">
                <a:solidFill>
                  <a:srgbClr val="FFFFFF"/>
                </a:solidFill>
                <a:latin typeface="Arial" pitchFamily="34" charset="0"/>
                <a:cs typeface="Arial" pitchFamily="34" charset="0"/>
              </a:rPr>
              <a:t>INTP or Purchase </a:t>
            </a:r>
            <a:r>
              <a:rPr lang="en-US" sz="1600" b="1" spc="-150" dirty="0">
                <a:solidFill>
                  <a:srgbClr val="FFFFFF"/>
                </a:solidFill>
                <a:latin typeface="Arial" pitchFamily="34" charset="0"/>
                <a:cs typeface="Arial" pitchFamily="34" charset="0"/>
              </a:rPr>
              <a:t>Order / Contract received</a:t>
            </a:r>
          </a:p>
        </p:txBody>
      </p:sp>
      <p:sp>
        <p:nvSpPr>
          <p:cNvPr id="9" name="Rectangle: Rounded Corners 8">
            <a:extLst>
              <a:ext uri="{FF2B5EF4-FFF2-40B4-BE49-F238E27FC236}">
                <a16:creationId xmlns:a16="http://schemas.microsoft.com/office/drawing/2014/main" id="{020991D2-120A-9BD0-2AA5-750C9F6DD17B}"/>
              </a:ext>
            </a:extLst>
          </p:cNvPr>
          <p:cNvSpPr/>
          <p:nvPr/>
        </p:nvSpPr>
        <p:spPr>
          <a:xfrm>
            <a:off x="5874503" y="1738473"/>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ITO team communicates win / options</a:t>
            </a:r>
          </a:p>
        </p:txBody>
      </p:sp>
      <p:sp>
        <p:nvSpPr>
          <p:cNvPr id="19" name="Rectangle: Rounded Corners 18">
            <a:extLst>
              <a:ext uri="{FF2B5EF4-FFF2-40B4-BE49-F238E27FC236}">
                <a16:creationId xmlns:a16="http://schemas.microsoft.com/office/drawing/2014/main" id="{A8B4142B-CE16-B5EF-E914-C35489F69666}"/>
              </a:ext>
            </a:extLst>
          </p:cNvPr>
          <p:cNvSpPr/>
          <p:nvPr/>
        </p:nvSpPr>
        <p:spPr>
          <a:xfrm>
            <a:off x="6679548" y="5147112"/>
            <a:ext cx="4204528" cy="404952"/>
          </a:xfrm>
          <a:prstGeom prst="roundRect">
            <a:avLst/>
          </a:prstGeom>
          <a:solidFill>
            <a:schemeClr val="tx2"/>
          </a:solidFill>
          <a:ln>
            <a:solidFill>
              <a:schemeClr val="tx2"/>
            </a:solidFill>
          </a:ln>
        </p:spPr>
        <p:txBody>
          <a:bodyPr wrap="none" rtlCol="0" anchor="ctr">
            <a:noAutofit/>
          </a:bodyPr>
          <a:lstStyle/>
          <a:p>
            <a:pPr algn="ctr"/>
            <a:r>
              <a:rPr lang="en-US" sz="1600" b="1" spc="-150" dirty="0">
                <a:solidFill>
                  <a:srgbClr val="FFFFFF"/>
                </a:solidFill>
                <a:latin typeface="Arial" pitchFamily="34" charset="0"/>
                <a:cs typeface="Arial" pitchFamily="34" charset="0"/>
              </a:rPr>
              <a:t>Hold Control Point 2 &amp; Kickoff Meeting</a:t>
            </a:r>
          </a:p>
        </p:txBody>
      </p:sp>
      <p:sp>
        <p:nvSpPr>
          <p:cNvPr id="21" name="Rectangle: Rounded Corners 20">
            <a:extLst>
              <a:ext uri="{FF2B5EF4-FFF2-40B4-BE49-F238E27FC236}">
                <a16:creationId xmlns:a16="http://schemas.microsoft.com/office/drawing/2014/main" id="{B1321E71-E7EE-07E6-2E9F-B8DA9C93806B}"/>
              </a:ext>
            </a:extLst>
          </p:cNvPr>
          <p:cNvSpPr/>
          <p:nvPr/>
        </p:nvSpPr>
        <p:spPr>
          <a:xfrm>
            <a:off x="9060479" y="1742151"/>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System / product team refines concept</a:t>
            </a:r>
          </a:p>
        </p:txBody>
      </p:sp>
      <p:sp>
        <p:nvSpPr>
          <p:cNvPr id="22" name="Rectangle: Rounded Corners 21">
            <a:extLst>
              <a:ext uri="{FF2B5EF4-FFF2-40B4-BE49-F238E27FC236}">
                <a16:creationId xmlns:a16="http://schemas.microsoft.com/office/drawing/2014/main" id="{66307181-D68D-15F4-7AE7-76306B2911A8}"/>
              </a:ext>
            </a:extLst>
          </p:cNvPr>
          <p:cNvSpPr/>
          <p:nvPr/>
        </p:nvSpPr>
        <p:spPr>
          <a:xfrm>
            <a:off x="9060479" y="2739409"/>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Requirements refined, at least system / product approved</a:t>
            </a:r>
          </a:p>
        </p:txBody>
      </p:sp>
      <p:cxnSp>
        <p:nvCxnSpPr>
          <p:cNvPr id="23" name="Straight Arrow Connector 22">
            <a:extLst>
              <a:ext uri="{FF2B5EF4-FFF2-40B4-BE49-F238E27FC236}">
                <a16:creationId xmlns:a16="http://schemas.microsoft.com/office/drawing/2014/main" id="{D545C1A6-1393-E304-1B31-860C7A975686}"/>
              </a:ext>
            </a:extLst>
          </p:cNvPr>
          <p:cNvCxnSpPr>
            <a:cxnSpLocks/>
            <a:stCxn id="9" idx="2"/>
            <a:endCxn id="7" idx="0"/>
          </p:cNvCxnSpPr>
          <p:nvPr/>
        </p:nvCxnSpPr>
        <p:spPr>
          <a:xfrm flipH="1">
            <a:off x="6941449" y="2573685"/>
            <a:ext cx="8314" cy="204968"/>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1D692CF-B4EB-54D2-6B6F-06714C0E3DAD}"/>
              </a:ext>
            </a:extLst>
          </p:cNvPr>
          <p:cNvCxnSpPr>
            <a:stCxn id="21" idx="2"/>
            <a:endCxn id="22" idx="0"/>
          </p:cNvCxnSpPr>
          <p:nvPr/>
        </p:nvCxnSpPr>
        <p:spPr>
          <a:xfrm>
            <a:off x="10135739" y="2577363"/>
            <a:ext cx="0" cy="162046"/>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1D7D3092-1D29-C0E7-1B05-A560377A99DA}"/>
              </a:ext>
            </a:extLst>
          </p:cNvPr>
          <p:cNvCxnSpPr>
            <a:cxnSpLocks/>
            <a:stCxn id="6" idx="2"/>
            <a:endCxn id="21" idx="0"/>
          </p:cNvCxnSpPr>
          <p:nvPr/>
        </p:nvCxnSpPr>
        <p:spPr>
          <a:xfrm rot="16200000" flipH="1">
            <a:off x="9194206" y="800618"/>
            <a:ext cx="304810" cy="1578255"/>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Elbow 25">
            <a:extLst>
              <a:ext uri="{FF2B5EF4-FFF2-40B4-BE49-F238E27FC236}">
                <a16:creationId xmlns:a16="http://schemas.microsoft.com/office/drawing/2014/main" id="{6FA81BB1-EE81-5E55-C811-ECBC3FBB135E}"/>
              </a:ext>
            </a:extLst>
          </p:cNvPr>
          <p:cNvCxnSpPr>
            <a:cxnSpLocks/>
            <a:stCxn id="6" idx="2"/>
            <a:endCxn id="9" idx="0"/>
          </p:cNvCxnSpPr>
          <p:nvPr/>
        </p:nvCxnSpPr>
        <p:spPr>
          <a:xfrm rot="5400000">
            <a:off x="7603058" y="784047"/>
            <a:ext cx="301132" cy="1607721"/>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6895A9BF-5872-E160-0605-73D9D502548E}"/>
              </a:ext>
            </a:extLst>
          </p:cNvPr>
          <p:cNvCxnSpPr>
            <a:cxnSpLocks/>
            <a:stCxn id="22" idx="2"/>
            <a:endCxn id="17" idx="0"/>
          </p:cNvCxnSpPr>
          <p:nvPr/>
        </p:nvCxnSpPr>
        <p:spPr>
          <a:xfrm>
            <a:off x="10135739" y="3574621"/>
            <a:ext cx="0" cy="191277"/>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37" name="Rectangle: Rounded Corners 36">
            <a:extLst>
              <a:ext uri="{FF2B5EF4-FFF2-40B4-BE49-F238E27FC236}">
                <a16:creationId xmlns:a16="http://schemas.microsoft.com/office/drawing/2014/main" id="{C1CB548D-F0A1-BA40-D99B-0E40173690E5}"/>
              </a:ext>
            </a:extLst>
          </p:cNvPr>
          <p:cNvSpPr/>
          <p:nvPr/>
        </p:nvSpPr>
        <p:spPr>
          <a:xfrm>
            <a:off x="5874502" y="3769038"/>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Project Manager develops schedule &amp; budget</a:t>
            </a:r>
          </a:p>
        </p:txBody>
      </p:sp>
      <p:cxnSp>
        <p:nvCxnSpPr>
          <p:cNvPr id="39" name="Straight Arrow Connector 38">
            <a:extLst>
              <a:ext uri="{FF2B5EF4-FFF2-40B4-BE49-F238E27FC236}">
                <a16:creationId xmlns:a16="http://schemas.microsoft.com/office/drawing/2014/main" id="{D26E0F89-38A3-46A1-E1B4-52F5AF11F053}"/>
              </a:ext>
            </a:extLst>
          </p:cNvPr>
          <p:cNvCxnSpPr>
            <a:cxnSpLocks/>
            <a:stCxn id="7" idx="2"/>
            <a:endCxn id="37" idx="0"/>
          </p:cNvCxnSpPr>
          <p:nvPr/>
        </p:nvCxnSpPr>
        <p:spPr>
          <a:xfrm>
            <a:off x="6941449" y="3477412"/>
            <a:ext cx="8313" cy="291626"/>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4940A515-DFDA-6AB1-77AF-556581DE1805}"/>
              </a:ext>
            </a:extLst>
          </p:cNvPr>
          <p:cNvCxnSpPr>
            <a:cxnSpLocks/>
            <a:stCxn id="37" idx="2"/>
            <a:endCxn id="19" idx="0"/>
          </p:cNvCxnSpPr>
          <p:nvPr/>
        </p:nvCxnSpPr>
        <p:spPr>
          <a:xfrm rot="16200000" flipH="1">
            <a:off x="7594356" y="3959656"/>
            <a:ext cx="542862" cy="1832050"/>
          </a:xfrm>
          <a:prstGeom prst="bentConnector3">
            <a:avLst>
              <a:gd name="adj1" fmla="val 50000"/>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A5960860-2EED-BC44-6336-871DD8643C7E}"/>
              </a:ext>
            </a:extLst>
          </p:cNvPr>
          <p:cNvCxnSpPr>
            <a:cxnSpLocks/>
            <a:stCxn id="17" idx="2"/>
            <a:endCxn id="19" idx="0"/>
          </p:cNvCxnSpPr>
          <p:nvPr/>
        </p:nvCxnSpPr>
        <p:spPr>
          <a:xfrm rot="5400000">
            <a:off x="9185775" y="4197148"/>
            <a:ext cx="546002" cy="1353927"/>
          </a:xfrm>
          <a:prstGeom prst="bentConnector3">
            <a:avLst>
              <a:gd name="adj1" fmla="val 50000"/>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24C6BDC-9B83-DF8B-D678-FE26A8B55675}"/>
              </a:ext>
            </a:extLst>
          </p:cNvPr>
          <p:cNvSpPr txBox="1"/>
          <p:nvPr/>
        </p:nvSpPr>
        <p:spPr>
          <a:xfrm>
            <a:off x="4509522" y="1738473"/>
            <a:ext cx="1115223" cy="938719"/>
          </a:xfrm>
          <a:prstGeom prst="rect">
            <a:avLst/>
          </a:prstGeom>
          <a:noFill/>
          <a:ln>
            <a:noFill/>
          </a:ln>
        </p:spPr>
        <p:txBody>
          <a:bodyPr wrap="square" rtlCol="0">
            <a:spAutoFit/>
          </a:bodyPr>
          <a:lstStyle/>
          <a:p>
            <a:r>
              <a:rPr lang="en-US" sz="1100" dirty="0"/>
              <a:t>No … Work with PM /  Comm Ops to adjust commitment</a:t>
            </a:r>
          </a:p>
        </p:txBody>
      </p:sp>
      <p:sp>
        <p:nvSpPr>
          <p:cNvPr id="7" name="Diamond 6">
            <a:extLst>
              <a:ext uri="{FF2B5EF4-FFF2-40B4-BE49-F238E27FC236}">
                <a16:creationId xmlns:a16="http://schemas.microsoft.com/office/drawing/2014/main" id="{BCC991A7-3AD8-A7CB-5F98-B016691F7CE8}"/>
              </a:ext>
            </a:extLst>
          </p:cNvPr>
          <p:cNvSpPr/>
          <p:nvPr/>
        </p:nvSpPr>
        <p:spPr>
          <a:xfrm>
            <a:off x="5759669" y="2778653"/>
            <a:ext cx="2363559" cy="698759"/>
          </a:xfrm>
          <a:prstGeom prst="diamond">
            <a:avLst/>
          </a:prstGeom>
          <a:solidFill>
            <a:schemeClr val="tx2"/>
          </a:solidFill>
          <a:ln>
            <a:solidFill>
              <a:schemeClr val="tx2"/>
            </a:solidFill>
          </a:ln>
        </p:spPr>
        <p:txBody>
          <a:bodyPr wrap="none" rtlCol="0" anchor="ctr">
            <a:noAutofit/>
          </a:bodyPr>
          <a:lstStyle/>
          <a:p>
            <a:pPr algn="ctr"/>
            <a:r>
              <a:rPr lang="en-US" sz="1600" b="1" spc="-150" dirty="0">
                <a:solidFill>
                  <a:srgbClr val="FFFFFF"/>
                </a:solidFill>
                <a:latin typeface="Arial" pitchFamily="34" charset="0"/>
                <a:cs typeface="Arial" pitchFamily="34" charset="0"/>
              </a:rPr>
              <a:t>Assumption held </a:t>
            </a:r>
            <a:br>
              <a:rPr lang="en-US" sz="1600" b="1" spc="-150" dirty="0">
                <a:solidFill>
                  <a:srgbClr val="FFFFFF"/>
                </a:solidFill>
                <a:latin typeface="Arial" pitchFamily="34" charset="0"/>
                <a:cs typeface="Arial" pitchFamily="34" charset="0"/>
              </a:rPr>
            </a:br>
            <a:r>
              <a:rPr lang="en-US" sz="1600" b="1" spc="-150" dirty="0">
                <a:solidFill>
                  <a:srgbClr val="FFFFFF"/>
                </a:solidFill>
                <a:latin typeface="Arial" pitchFamily="34" charset="0"/>
                <a:cs typeface="Arial" pitchFamily="34" charset="0"/>
              </a:rPr>
              <a:t>through cycle?</a:t>
            </a:r>
          </a:p>
        </p:txBody>
      </p:sp>
      <p:sp>
        <p:nvSpPr>
          <p:cNvPr id="14" name="TextBox 13">
            <a:extLst>
              <a:ext uri="{FF2B5EF4-FFF2-40B4-BE49-F238E27FC236}">
                <a16:creationId xmlns:a16="http://schemas.microsoft.com/office/drawing/2014/main" id="{BEF7C77B-DFAA-FFD3-7F82-EC5DA3BF56E3}"/>
              </a:ext>
            </a:extLst>
          </p:cNvPr>
          <p:cNvSpPr txBox="1"/>
          <p:nvPr/>
        </p:nvSpPr>
        <p:spPr>
          <a:xfrm>
            <a:off x="7008005" y="3461426"/>
            <a:ext cx="1115223" cy="261610"/>
          </a:xfrm>
          <a:prstGeom prst="rect">
            <a:avLst/>
          </a:prstGeom>
          <a:noFill/>
          <a:ln>
            <a:noFill/>
          </a:ln>
        </p:spPr>
        <p:txBody>
          <a:bodyPr wrap="square" rtlCol="0">
            <a:spAutoFit/>
          </a:bodyPr>
          <a:lstStyle/>
          <a:p>
            <a:r>
              <a:rPr lang="en-US" sz="1100" dirty="0"/>
              <a:t>Yes</a:t>
            </a:r>
          </a:p>
        </p:txBody>
      </p:sp>
      <p:sp>
        <p:nvSpPr>
          <p:cNvPr id="17" name="Rectangle: Rounded Corners 16">
            <a:extLst>
              <a:ext uri="{FF2B5EF4-FFF2-40B4-BE49-F238E27FC236}">
                <a16:creationId xmlns:a16="http://schemas.microsoft.com/office/drawing/2014/main" id="{8E1B133C-0E67-92A8-C637-83E594411CD0}"/>
              </a:ext>
            </a:extLst>
          </p:cNvPr>
          <p:cNvSpPr/>
          <p:nvPr/>
        </p:nvSpPr>
        <p:spPr>
          <a:xfrm>
            <a:off x="9060479" y="3765898"/>
            <a:ext cx="2150520" cy="835212"/>
          </a:xfrm>
          <a:prstGeom prst="roundRect">
            <a:avLst/>
          </a:prstGeom>
          <a:solidFill>
            <a:schemeClr val="tx2"/>
          </a:solidFill>
          <a:ln>
            <a:solidFill>
              <a:schemeClr val="tx2"/>
            </a:solidFill>
          </a:ln>
        </p:spPr>
        <p:txBody>
          <a:bodyPr wrap="square" rtlCol="0" anchor="ctr">
            <a:noAutofit/>
          </a:bodyPr>
          <a:lstStyle/>
          <a:p>
            <a:pPr algn="ctr"/>
            <a:r>
              <a:rPr lang="en-US" sz="1600" b="1" spc="-150" dirty="0">
                <a:solidFill>
                  <a:srgbClr val="FFFFFF"/>
                </a:solidFill>
                <a:latin typeface="Arial" pitchFamily="34" charset="0"/>
                <a:cs typeface="Arial" pitchFamily="34" charset="0"/>
              </a:rPr>
              <a:t>Compliance Requirements established</a:t>
            </a:r>
          </a:p>
        </p:txBody>
      </p:sp>
      <p:cxnSp>
        <p:nvCxnSpPr>
          <p:cNvPr id="33" name="Connector: Elbow 32">
            <a:extLst>
              <a:ext uri="{FF2B5EF4-FFF2-40B4-BE49-F238E27FC236}">
                <a16:creationId xmlns:a16="http://schemas.microsoft.com/office/drawing/2014/main" id="{30D7F085-096A-0A16-FEEE-8774BFFF8C6E}"/>
              </a:ext>
            </a:extLst>
          </p:cNvPr>
          <p:cNvCxnSpPr>
            <a:cxnSpLocks/>
            <a:stCxn id="7" idx="1"/>
            <a:endCxn id="6" idx="1"/>
          </p:cNvCxnSpPr>
          <p:nvPr/>
        </p:nvCxnSpPr>
        <p:spPr>
          <a:xfrm rot="10800000" flipH="1">
            <a:off x="5759668" y="1234865"/>
            <a:ext cx="695551" cy="1893168"/>
          </a:xfrm>
          <a:prstGeom prst="bentConnector3">
            <a:avLst>
              <a:gd name="adj1" fmla="val -32866"/>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pic>
        <p:nvPicPr>
          <p:cNvPr id="38" name="Picture 37">
            <a:extLst>
              <a:ext uri="{FF2B5EF4-FFF2-40B4-BE49-F238E27FC236}">
                <a16:creationId xmlns:a16="http://schemas.microsoft.com/office/drawing/2014/main" id="{E14BD122-3297-8F80-3800-15E7105198D1}"/>
              </a:ext>
            </a:extLst>
          </p:cNvPr>
          <p:cNvPicPr>
            <a:picLocks noChangeAspect="1"/>
          </p:cNvPicPr>
          <p:nvPr/>
        </p:nvPicPr>
        <p:blipFill>
          <a:blip r:embed="rId2"/>
          <a:stretch>
            <a:fillRect/>
          </a:stretch>
        </p:blipFill>
        <p:spPr>
          <a:xfrm>
            <a:off x="1136066" y="1234865"/>
            <a:ext cx="2762631" cy="1836776"/>
          </a:xfrm>
          <a:prstGeom prst="rect">
            <a:avLst/>
          </a:prstGeom>
        </p:spPr>
      </p:pic>
      <p:sp>
        <p:nvSpPr>
          <p:cNvPr id="8" name="TextBox 7">
            <a:extLst>
              <a:ext uri="{FF2B5EF4-FFF2-40B4-BE49-F238E27FC236}">
                <a16:creationId xmlns:a16="http://schemas.microsoft.com/office/drawing/2014/main" id="{E5EF9CFA-D604-DE93-5CE5-F6A091CF5FBC}"/>
              </a:ext>
            </a:extLst>
          </p:cNvPr>
          <p:cNvSpPr txBox="1"/>
          <p:nvPr/>
        </p:nvSpPr>
        <p:spPr>
          <a:xfrm>
            <a:off x="8131279" y="9690"/>
            <a:ext cx="4030605" cy="338554"/>
          </a:xfrm>
          <a:prstGeom prst="rect">
            <a:avLst/>
          </a:prstGeom>
          <a:noFill/>
        </p:spPr>
        <p:txBody>
          <a:bodyPr wrap="square" rtlCol="0">
            <a:spAutoFit/>
          </a:bodyPr>
          <a:lstStyle/>
          <a:p>
            <a:pPr algn="r"/>
            <a:r>
              <a:rPr lang="en-US" sz="1600" dirty="0"/>
              <a:t>Owner: Project Manager</a:t>
            </a:r>
          </a:p>
        </p:txBody>
      </p:sp>
    </p:spTree>
    <p:extLst>
      <p:ext uri="{BB962C8B-B14F-4D97-AF65-F5344CB8AC3E}">
        <p14:creationId xmlns:p14="http://schemas.microsoft.com/office/powerpoint/2010/main" val="642118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DF43-8CED-AA10-0647-83DC539B00E8}"/>
              </a:ext>
            </a:extLst>
          </p:cNvPr>
          <p:cNvSpPr>
            <a:spLocks noGrp="1"/>
          </p:cNvSpPr>
          <p:nvPr>
            <p:ph type="title"/>
          </p:nvPr>
        </p:nvSpPr>
        <p:spPr/>
        <p:txBody>
          <a:bodyPr/>
          <a:lstStyle/>
          <a:p>
            <a:r>
              <a:rPr lang="en-US" dirty="0"/>
              <a:t>RAILS 3: Development and V&amp;V Through Pilot Release</a:t>
            </a:r>
          </a:p>
        </p:txBody>
      </p:sp>
      <p:sp>
        <p:nvSpPr>
          <p:cNvPr id="5" name="TextBox 4">
            <a:extLst>
              <a:ext uri="{FF2B5EF4-FFF2-40B4-BE49-F238E27FC236}">
                <a16:creationId xmlns:a16="http://schemas.microsoft.com/office/drawing/2014/main" id="{8B94D597-6292-9D8B-B216-018CDEFBC76C}"/>
              </a:ext>
            </a:extLst>
          </p:cNvPr>
          <p:cNvSpPr txBox="1"/>
          <p:nvPr/>
        </p:nvSpPr>
        <p:spPr>
          <a:xfrm>
            <a:off x="412424" y="2461723"/>
            <a:ext cx="5252073" cy="3970318"/>
          </a:xfrm>
          <a:prstGeom prst="rect">
            <a:avLst/>
          </a:prstGeom>
          <a:noFill/>
        </p:spPr>
        <p:txBody>
          <a:bodyPr wrap="square" rtlCol="0">
            <a:spAutoFit/>
          </a:bodyPr>
          <a:lstStyle/>
          <a:p>
            <a:r>
              <a:rPr lang="en-US" sz="1400" dirty="0"/>
              <a:t>Multiple parallel streams … </a:t>
            </a:r>
          </a:p>
          <a:p>
            <a:endParaRPr lang="en-US" sz="1400" dirty="0"/>
          </a:p>
          <a:p>
            <a:pPr marL="285750" indent="-285750">
              <a:buFont typeface="Arial" panose="020B0604020202020204" pitchFamily="34" charset="0"/>
              <a:buChar char="•"/>
            </a:pPr>
            <a:r>
              <a:rPr lang="en-US" sz="1400" dirty="0"/>
              <a:t>Project Manager is actively managing schedule / risk matrix</a:t>
            </a:r>
          </a:p>
          <a:p>
            <a:pPr marL="285750" indent="-285750">
              <a:buFont typeface="Arial" panose="020B0604020202020204" pitchFamily="34" charset="0"/>
              <a:buChar char="•"/>
            </a:pPr>
            <a:r>
              <a:rPr lang="en-US" sz="1400" dirty="0"/>
              <a:t>Engineering is developing Product / Solution (Hardware &amp; software activities coordinated to ensure full business readiness)</a:t>
            </a:r>
          </a:p>
          <a:p>
            <a:pPr marL="285750" indent="-285750">
              <a:buFont typeface="Arial" panose="020B0604020202020204" pitchFamily="34" charset="0"/>
              <a:buChar char="•"/>
            </a:pPr>
            <a:r>
              <a:rPr lang="en-US" sz="1400" dirty="0"/>
              <a:t>Supply Chain develops approved suppliers, test fixtures, work instructions, Supplier Life Cycle Management</a:t>
            </a:r>
          </a:p>
          <a:p>
            <a:pPr marL="285750" indent="-285750">
              <a:buFont typeface="Arial" panose="020B0604020202020204" pitchFamily="34" charset="0"/>
              <a:buChar char="•"/>
            </a:pPr>
            <a:r>
              <a:rPr lang="en-US" sz="1400" dirty="0"/>
              <a:t>Product Management develops launch plans for new products</a:t>
            </a:r>
          </a:p>
          <a:p>
            <a:pPr marL="285750" indent="-285750">
              <a:buFont typeface="Arial" panose="020B0604020202020204" pitchFamily="34" charset="0"/>
              <a:buChar char="•"/>
            </a:pPr>
            <a:r>
              <a:rPr lang="en-US" sz="1400" dirty="0"/>
              <a:t>Services develops spare strategy, training, resources</a:t>
            </a:r>
          </a:p>
          <a:p>
            <a:pPr marL="285750" indent="-285750">
              <a:buFont typeface="Arial" panose="020B0604020202020204" pitchFamily="34" charset="0"/>
              <a:buChar char="•"/>
            </a:pPr>
            <a:r>
              <a:rPr lang="en-US" sz="1400" dirty="0"/>
              <a:t>IT establishes infrastructure &amp; Cybersecurity analysis and vulnerability remediation plans if any</a:t>
            </a:r>
          </a:p>
          <a:p>
            <a:pPr marL="285750" indent="-285750">
              <a:buFont typeface="Arial" panose="020B0604020202020204" pitchFamily="34" charset="0"/>
              <a:buChar char="•"/>
            </a:pPr>
            <a:endParaRPr lang="en-US" sz="1400" dirty="0"/>
          </a:p>
          <a:p>
            <a:r>
              <a:rPr lang="en-US" sz="1400" dirty="0"/>
              <a:t>Culminates when everyone is able to support PILOT / Field Test / Critical Design Review (CDR)</a:t>
            </a:r>
          </a:p>
          <a:p>
            <a:pPr marL="285750" indent="-285750">
              <a:buFont typeface="Arial" panose="020B0604020202020204" pitchFamily="34" charset="0"/>
              <a:buChar char="•"/>
            </a:pPr>
            <a:r>
              <a:rPr lang="en-US" sz="1400" dirty="0"/>
              <a:t>Execution may be iterative (RAILS 3A/3B/multiple milestone drops). Refer next slide for more details.</a:t>
            </a:r>
          </a:p>
        </p:txBody>
      </p:sp>
      <p:sp>
        <p:nvSpPr>
          <p:cNvPr id="6" name="Rectangle: Rounded Corners 5">
            <a:extLst>
              <a:ext uri="{FF2B5EF4-FFF2-40B4-BE49-F238E27FC236}">
                <a16:creationId xmlns:a16="http://schemas.microsoft.com/office/drawing/2014/main" id="{0A8F719F-3065-8FC9-618B-310E32D99F47}"/>
              </a:ext>
            </a:extLst>
          </p:cNvPr>
          <p:cNvSpPr/>
          <p:nvPr/>
        </p:nvSpPr>
        <p:spPr>
          <a:xfrm>
            <a:off x="6455220" y="1032389"/>
            <a:ext cx="4204528" cy="259103"/>
          </a:xfrm>
          <a:prstGeom prst="roundRect">
            <a:avLst/>
          </a:prstGeom>
          <a:solidFill>
            <a:schemeClr val="tx2"/>
          </a:solidFill>
        </p:spPr>
        <p:txBody>
          <a:bodyPr wrap="none" rtlCol="0" anchor="ctr">
            <a:noAutofit/>
          </a:bodyPr>
          <a:lstStyle/>
          <a:p>
            <a:pPr algn="ctr"/>
            <a:r>
              <a:rPr lang="en-US" sz="1400" b="1" spc="-150" dirty="0">
                <a:solidFill>
                  <a:srgbClr val="FFFFFF"/>
                </a:solidFill>
                <a:latin typeface="Arial" pitchFamily="34" charset="0"/>
                <a:cs typeface="Arial" pitchFamily="34" charset="0"/>
              </a:rPr>
              <a:t>Control Point 2 Approved /Kickoff meeting held</a:t>
            </a:r>
          </a:p>
        </p:txBody>
      </p:sp>
      <p:sp>
        <p:nvSpPr>
          <p:cNvPr id="9" name="Rectangle: Rounded Corners 8">
            <a:extLst>
              <a:ext uri="{FF2B5EF4-FFF2-40B4-BE49-F238E27FC236}">
                <a16:creationId xmlns:a16="http://schemas.microsoft.com/office/drawing/2014/main" id="{020991D2-120A-9BD0-2AA5-750C9F6DD17B}"/>
              </a:ext>
            </a:extLst>
          </p:cNvPr>
          <p:cNvSpPr/>
          <p:nvPr/>
        </p:nvSpPr>
        <p:spPr>
          <a:xfrm>
            <a:off x="5874503" y="1738473"/>
            <a:ext cx="2150520" cy="397306"/>
          </a:xfrm>
          <a:prstGeom prst="roundRect">
            <a:avLst/>
          </a:prstGeom>
          <a:solidFill>
            <a:schemeClr val="tx2"/>
          </a:solidFill>
          <a:ln>
            <a:solidFill>
              <a:schemeClr val="tx2"/>
            </a:solidFill>
          </a:ln>
        </p:spPr>
        <p:txBody>
          <a:bodyPr wrap="square" rtlCol="0" anchor="ctr">
            <a:noAutofit/>
          </a:bodyPr>
          <a:lstStyle/>
          <a:p>
            <a:pPr algn="ctr"/>
            <a:r>
              <a:rPr lang="en-US" sz="1400" b="1" spc="-150" dirty="0">
                <a:solidFill>
                  <a:srgbClr val="FFFFFF"/>
                </a:solidFill>
                <a:latin typeface="Arial" pitchFamily="34" charset="0"/>
                <a:cs typeface="Arial" pitchFamily="34" charset="0"/>
              </a:rPr>
              <a:t>Project Manager drives cross functional interactions</a:t>
            </a:r>
          </a:p>
        </p:txBody>
      </p:sp>
      <p:sp>
        <p:nvSpPr>
          <p:cNvPr id="19" name="Rectangle: Rounded Corners 18">
            <a:extLst>
              <a:ext uri="{FF2B5EF4-FFF2-40B4-BE49-F238E27FC236}">
                <a16:creationId xmlns:a16="http://schemas.microsoft.com/office/drawing/2014/main" id="{A8B4142B-CE16-B5EF-E914-C35489F69666}"/>
              </a:ext>
            </a:extLst>
          </p:cNvPr>
          <p:cNvSpPr/>
          <p:nvPr/>
        </p:nvSpPr>
        <p:spPr>
          <a:xfrm>
            <a:off x="6949764" y="4027821"/>
            <a:ext cx="3511408" cy="307777"/>
          </a:xfrm>
          <a:prstGeom prst="roundRect">
            <a:avLst/>
          </a:prstGeom>
          <a:solidFill>
            <a:schemeClr val="tx2"/>
          </a:solidFill>
          <a:ln>
            <a:solidFill>
              <a:schemeClr val="tx2"/>
            </a:solidFill>
          </a:ln>
        </p:spPr>
        <p:txBody>
          <a:bodyPr wrap="none" rtlCol="0" anchor="ctr">
            <a:noAutofit/>
          </a:bodyPr>
          <a:lstStyle/>
          <a:p>
            <a:pPr algn="ctr"/>
            <a:r>
              <a:rPr lang="en-US" sz="1400" b="1" spc="-150" dirty="0">
                <a:solidFill>
                  <a:schemeClr val="bg1"/>
                </a:solidFill>
                <a:latin typeface="Arial" pitchFamily="34" charset="0"/>
                <a:cs typeface="Arial" pitchFamily="34" charset="0"/>
              </a:rPr>
              <a:t>Engineering Release Readiness Review</a:t>
            </a:r>
          </a:p>
        </p:txBody>
      </p:sp>
      <p:sp>
        <p:nvSpPr>
          <p:cNvPr id="21" name="Rectangle: Rounded Corners 20">
            <a:extLst>
              <a:ext uri="{FF2B5EF4-FFF2-40B4-BE49-F238E27FC236}">
                <a16:creationId xmlns:a16="http://schemas.microsoft.com/office/drawing/2014/main" id="{B1321E71-E7EE-07E6-2E9F-B8DA9C93806B}"/>
              </a:ext>
            </a:extLst>
          </p:cNvPr>
          <p:cNvSpPr/>
          <p:nvPr/>
        </p:nvSpPr>
        <p:spPr>
          <a:xfrm>
            <a:off x="9060479" y="1742151"/>
            <a:ext cx="2150520" cy="384553"/>
          </a:xfrm>
          <a:prstGeom prst="roundRect">
            <a:avLst/>
          </a:prstGeom>
          <a:solidFill>
            <a:schemeClr val="tx2"/>
          </a:solidFill>
          <a:ln>
            <a:solidFill>
              <a:schemeClr val="tx2"/>
            </a:solidFill>
          </a:ln>
        </p:spPr>
        <p:txBody>
          <a:bodyPr wrap="square" rtlCol="0" anchor="ctr">
            <a:noAutofit/>
          </a:bodyPr>
          <a:lstStyle/>
          <a:p>
            <a:pPr algn="ctr"/>
            <a:r>
              <a:rPr lang="en-US" sz="1400" b="1" spc="-150" dirty="0">
                <a:solidFill>
                  <a:srgbClr val="FFFFFF"/>
                </a:solidFill>
                <a:latin typeface="Arial" pitchFamily="34" charset="0"/>
                <a:cs typeface="Arial" pitchFamily="34" charset="0"/>
              </a:rPr>
              <a:t>Design Solution</a:t>
            </a:r>
          </a:p>
        </p:txBody>
      </p:sp>
      <p:sp>
        <p:nvSpPr>
          <p:cNvPr id="22" name="Rectangle: Rounded Corners 21">
            <a:extLst>
              <a:ext uri="{FF2B5EF4-FFF2-40B4-BE49-F238E27FC236}">
                <a16:creationId xmlns:a16="http://schemas.microsoft.com/office/drawing/2014/main" id="{66307181-D68D-15F4-7AE7-76306B2911A8}"/>
              </a:ext>
            </a:extLst>
          </p:cNvPr>
          <p:cNvSpPr/>
          <p:nvPr/>
        </p:nvSpPr>
        <p:spPr>
          <a:xfrm>
            <a:off x="9060479" y="2454770"/>
            <a:ext cx="2150520" cy="327005"/>
          </a:xfrm>
          <a:prstGeom prst="roundRect">
            <a:avLst/>
          </a:prstGeom>
          <a:solidFill>
            <a:schemeClr val="tx2"/>
          </a:solidFill>
          <a:ln>
            <a:solidFill>
              <a:schemeClr val="tx2"/>
            </a:solidFill>
          </a:ln>
        </p:spPr>
        <p:txBody>
          <a:bodyPr wrap="square" rtlCol="0" anchor="ctr">
            <a:noAutofit/>
          </a:bodyPr>
          <a:lstStyle/>
          <a:p>
            <a:pPr algn="ctr"/>
            <a:r>
              <a:rPr lang="en-US" sz="1400" b="1" spc="-150" dirty="0">
                <a:solidFill>
                  <a:srgbClr val="FFFFFF"/>
                </a:solidFill>
                <a:latin typeface="Arial" pitchFamily="34" charset="0"/>
                <a:cs typeface="Arial" pitchFamily="34" charset="0"/>
              </a:rPr>
              <a:t>Implement Solution</a:t>
            </a:r>
          </a:p>
        </p:txBody>
      </p:sp>
      <p:cxnSp>
        <p:nvCxnSpPr>
          <p:cNvPr id="23" name="Straight Arrow Connector 22">
            <a:extLst>
              <a:ext uri="{FF2B5EF4-FFF2-40B4-BE49-F238E27FC236}">
                <a16:creationId xmlns:a16="http://schemas.microsoft.com/office/drawing/2014/main" id="{D545C1A6-1393-E304-1B31-860C7A975686}"/>
              </a:ext>
            </a:extLst>
          </p:cNvPr>
          <p:cNvCxnSpPr>
            <a:cxnSpLocks/>
            <a:stCxn id="9" idx="2"/>
            <a:endCxn id="37" idx="0"/>
          </p:cNvCxnSpPr>
          <p:nvPr/>
        </p:nvCxnSpPr>
        <p:spPr>
          <a:xfrm flipH="1">
            <a:off x="6944168" y="2135779"/>
            <a:ext cx="5595" cy="27544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1D692CF-B4EB-54D2-6B6F-06714C0E3DAD}"/>
              </a:ext>
            </a:extLst>
          </p:cNvPr>
          <p:cNvCxnSpPr>
            <a:cxnSpLocks/>
            <a:stCxn id="21" idx="2"/>
            <a:endCxn id="22" idx="0"/>
          </p:cNvCxnSpPr>
          <p:nvPr/>
        </p:nvCxnSpPr>
        <p:spPr>
          <a:xfrm>
            <a:off x="10135739" y="2126704"/>
            <a:ext cx="0" cy="328066"/>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1D7D3092-1D29-C0E7-1B05-A560377A99DA}"/>
              </a:ext>
            </a:extLst>
          </p:cNvPr>
          <p:cNvCxnSpPr>
            <a:cxnSpLocks/>
            <a:stCxn id="6" idx="2"/>
            <a:endCxn id="21" idx="0"/>
          </p:cNvCxnSpPr>
          <p:nvPr/>
        </p:nvCxnSpPr>
        <p:spPr>
          <a:xfrm rot="16200000" flipH="1">
            <a:off x="9121282" y="727693"/>
            <a:ext cx="450659" cy="1578255"/>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Elbow 25">
            <a:extLst>
              <a:ext uri="{FF2B5EF4-FFF2-40B4-BE49-F238E27FC236}">
                <a16:creationId xmlns:a16="http://schemas.microsoft.com/office/drawing/2014/main" id="{6FA81BB1-EE81-5E55-C811-ECBC3FBB135E}"/>
              </a:ext>
            </a:extLst>
          </p:cNvPr>
          <p:cNvCxnSpPr>
            <a:cxnSpLocks/>
            <a:stCxn id="6" idx="2"/>
            <a:endCxn id="9" idx="0"/>
          </p:cNvCxnSpPr>
          <p:nvPr/>
        </p:nvCxnSpPr>
        <p:spPr>
          <a:xfrm rot="5400000">
            <a:off x="7530134" y="711122"/>
            <a:ext cx="446981" cy="1607721"/>
          </a:xfrm>
          <a:prstGeom prst="bentConnector3">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6895A9BF-5872-E160-0605-73D9D502548E}"/>
              </a:ext>
            </a:extLst>
          </p:cNvPr>
          <p:cNvCxnSpPr>
            <a:cxnSpLocks/>
            <a:stCxn id="22" idx="2"/>
            <a:endCxn id="17" idx="0"/>
          </p:cNvCxnSpPr>
          <p:nvPr/>
        </p:nvCxnSpPr>
        <p:spPr>
          <a:xfrm flipH="1">
            <a:off x="10135738" y="2781775"/>
            <a:ext cx="1" cy="284152"/>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37" name="Rectangle: Rounded Corners 36">
            <a:extLst>
              <a:ext uri="{FF2B5EF4-FFF2-40B4-BE49-F238E27FC236}">
                <a16:creationId xmlns:a16="http://schemas.microsoft.com/office/drawing/2014/main" id="{C1CB548D-F0A1-BA40-D99B-0E40173690E5}"/>
              </a:ext>
            </a:extLst>
          </p:cNvPr>
          <p:cNvSpPr/>
          <p:nvPr/>
        </p:nvSpPr>
        <p:spPr>
          <a:xfrm>
            <a:off x="5868908" y="2411219"/>
            <a:ext cx="2150520" cy="415705"/>
          </a:xfrm>
          <a:prstGeom prst="roundRect">
            <a:avLst/>
          </a:prstGeom>
          <a:solidFill>
            <a:schemeClr val="tx2"/>
          </a:solidFill>
          <a:ln>
            <a:solidFill>
              <a:schemeClr val="tx2"/>
            </a:solidFill>
          </a:ln>
        </p:spPr>
        <p:txBody>
          <a:bodyPr wrap="square" rtlCol="0" anchor="ctr">
            <a:noAutofit/>
          </a:bodyPr>
          <a:lstStyle/>
          <a:p>
            <a:pPr algn="ctr"/>
            <a:r>
              <a:rPr lang="en-US" sz="1400" b="1" spc="-150" dirty="0">
                <a:solidFill>
                  <a:srgbClr val="FFFFFF"/>
                </a:solidFill>
                <a:latin typeface="Arial" pitchFamily="34" charset="0"/>
                <a:cs typeface="Arial" pitchFamily="34" charset="0"/>
              </a:rPr>
              <a:t>Project Manager manages risk management</a:t>
            </a:r>
          </a:p>
        </p:txBody>
      </p:sp>
      <p:sp>
        <p:nvSpPr>
          <p:cNvPr id="17" name="Rectangle: Rounded Corners 16">
            <a:extLst>
              <a:ext uri="{FF2B5EF4-FFF2-40B4-BE49-F238E27FC236}">
                <a16:creationId xmlns:a16="http://schemas.microsoft.com/office/drawing/2014/main" id="{8E1B133C-0E67-92A8-C637-83E594411CD0}"/>
              </a:ext>
            </a:extLst>
          </p:cNvPr>
          <p:cNvSpPr/>
          <p:nvPr/>
        </p:nvSpPr>
        <p:spPr>
          <a:xfrm>
            <a:off x="9060478" y="3065927"/>
            <a:ext cx="2150520" cy="307777"/>
          </a:xfrm>
          <a:prstGeom prst="roundRect">
            <a:avLst/>
          </a:prstGeom>
          <a:solidFill>
            <a:schemeClr val="tx2"/>
          </a:solidFill>
          <a:ln>
            <a:solidFill>
              <a:schemeClr val="tx2"/>
            </a:solidFill>
          </a:ln>
        </p:spPr>
        <p:txBody>
          <a:bodyPr wrap="square" rtlCol="0" anchor="ctr">
            <a:noAutofit/>
          </a:bodyPr>
          <a:lstStyle/>
          <a:p>
            <a:pPr algn="ctr"/>
            <a:r>
              <a:rPr lang="en-US" sz="1400" b="1" spc="-150" dirty="0">
                <a:solidFill>
                  <a:srgbClr val="FFFFFF"/>
                </a:solidFill>
                <a:latin typeface="Arial" pitchFamily="34" charset="0"/>
                <a:cs typeface="Arial" pitchFamily="34" charset="0"/>
              </a:rPr>
              <a:t>Test Solution</a:t>
            </a:r>
            <a:r>
              <a:rPr lang="en-US" sz="1400" b="1" spc="-150" dirty="0">
                <a:solidFill>
                  <a:schemeClr val="bg1"/>
                </a:solidFill>
                <a:latin typeface="Arial" pitchFamily="34" charset="0"/>
                <a:cs typeface="Arial" pitchFamily="34" charset="0"/>
              </a:rPr>
              <a:t> (V&amp;V)</a:t>
            </a:r>
          </a:p>
        </p:txBody>
      </p:sp>
      <p:pic>
        <p:nvPicPr>
          <p:cNvPr id="4" name="Picture 3">
            <a:extLst>
              <a:ext uri="{FF2B5EF4-FFF2-40B4-BE49-F238E27FC236}">
                <a16:creationId xmlns:a16="http://schemas.microsoft.com/office/drawing/2014/main" id="{54A289DD-2F4B-4062-14A7-CB53E3054B6B}"/>
              </a:ext>
            </a:extLst>
          </p:cNvPr>
          <p:cNvPicPr>
            <a:picLocks noChangeAspect="1"/>
          </p:cNvPicPr>
          <p:nvPr/>
        </p:nvPicPr>
        <p:blipFill>
          <a:blip r:embed="rId2"/>
          <a:stretch>
            <a:fillRect/>
          </a:stretch>
        </p:blipFill>
        <p:spPr>
          <a:xfrm>
            <a:off x="950837" y="775502"/>
            <a:ext cx="2150521" cy="1610815"/>
          </a:xfrm>
          <a:prstGeom prst="rect">
            <a:avLst/>
          </a:prstGeom>
        </p:spPr>
      </p:pic>
      <p:sp>
        <p:nvSpPr>
          <p:cNvPr id="12" name="Rectangle: Rounded Corners 11">
            <a:extLst>
              <a:ext uri="{FF2B5EF4-FFF2-40B4-BE49-F238E27FC236}">
                <a16:creationId xmlns:a16="http://schemas.microsoft.com/office/drawing/2014/main" id="{57525888-9100-7B28-55D5-8779B61229FB}"/>
              </a:ext>
            </a:extLst>
          </p:cNvPr>
          <p:cNvSpPr/>
          <p:nvPr/>
        </p:nvSpPr>
        <p:spPr>
          <a:xfrm>
            <a:off x="5874503" y="3077629"/>
            <a:ext cx="2150520" cy="439101"/>
          </a:xfrm>
          <a:prstGeom prst="roundRect">
            <a:avLst/>
          </a:prstGeom>
          <a:solidFill>
            <a:schemeClr val="tx2"/>
          </a:solidFill>
          <a:ln>
            <a:solidFill>
              <a:schemeClr val="tx2"/>
            </a:solidFill>
          </a:ln>
        </p:spPr>
        <p:txBody>
          <a:bodyPr wrap="square" rtlCol="0" anchor="ctr">
            <a:noAutofit/>
          </a:bodyPr>
          <a:lstStyle/>
          <a:p>
            <a:pPr algn="ctr"/>
            <a:r>
              <a:rPr lang="en-US" sz="1400" b="1" spc="-150" dirty="0">
                <a:solidFill>
                  <a:srgbClr val="FFFFFF"/>
                </a:solidFill>
                <a:latin typeface="Arial" pitchFamily="34" charset="0"/>
                <a:cs typeface="Arial" pitchFamily="34" charset="0"/>
              </a:rPr>
              <a:t>Project Manager actively maintains schedule </a:t>
            </a:r>
          </a:p>
        </p:txBody>
      </p:sp>
      <p:cxnSp>
        <p:nvCxnSpPr>
          <p:cNvPr id="18" name="Straight Arrow Connector 17">
            <a:extLst>
              <a:ext uri="{FF2B5EF4-FFF2-40B4-BE49-F238E27FC236}">
                <a16:creationId xmlns:a16="http://schemas.microsoft.com/office/drawing/2014/main" id="{C5C7E9AB-709E-FA6C-2D37-D3FCF1C13B19}"/>
              </a:ext>
            </a:extLst>
          </p:cNvPr>
          <p:cNvCxnSpPr>
            <a:cxnSpLocks/>
            <a:stCxn id="37" idx="2"/>
            <a:endCxn id="12" idx="0"/>
          </p:cNvCxnSpPr>
          <p:nvPr/>
        </p:nvCxnSpPr>
        <p:spPr>
          <a:xfrm>
            <a:off x="6944168" y="2826924"/>
            <a:ext cx="5595" cy="250705"/>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Elbow 26">
            <a:extLst>
              <a:ext uri="{FF2B5EF4-FFF2-40B4-BE49-F238E27FC236}">
                <a16:creationId xmlns:a16="http://schemas.microsoft.com/office/drawing/2014/main" id="{F0B44A6E-2F47-83CB-19F1-0D9989C46D0C}"/>
              </a:ext>
            </a:extLst>
          </p:cNvPr>
          <p:cNvCxnSpPr>
            <a:cxnSpLocks/>
            <a:stCxn id="12" idx="1"/>
            <a:endCxn id="9" idx="0"/>
          </p:cNvCxnSpPr>
          <p:nvPr/>
        </p:nvCxnSpPr>
        <p:spPr>
          <a:xfrm rot="10800000" flipH="1">
            <a:off x="5874503" y="1738474"/>
            <a:ext cx="1075260" cy="1558707"/>
          </a:xfrm>
          <a:prstGeom prst="bentConnector4">
            <a:avLst>
              <a:gd name="adj1" fmla="val -21260"/>
              <a:gd name="adj2" fmla="val 114666"/>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76F8BBA6-60C6-DD34-3013-3C589A2CBA00}"/>
              </a:ext>
            </a:extLst>
          </p:cNvPr>
          <p:cNvCxnSpPr>
            <a:cxnSpLocks/>
            <a:stCxn id="12" idx="2"/>
            <a:endCxn id="19" idx="0"/>
          </p:cNvCxnSpPr>
          <p:nvPr/>
        </p:nvCxnSpPr>
        <p:spPr>
          <a:xfrm rot="16200000" flipH="1">
            <a:off x="7572070" y="2894422"/>
            <a:ext cx="511091" cy="1755705"/>
          </a:xfrm>
          <a:prstGeom prst="bentConnector3">
            <a:avLst>
              <a:gd name="adj1" fmla="val 50000"/>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F09A3FAC-AA08-E47A-10CF-CF5D274DACA6}"/>
              </a:ext>
            </a:extLst>
          </p:cNvPr>
          <p:cNvCxnSpPr>
            <a:cxnSpLocks/>
            <a:stCxn id="17" idx="2"/>
            <a:endCxn id="19" idx="0"/>
          </p:cNvCxnSpPr>
          <p:nvPr/>
        </p:nvCxnSpPr>
        <p:spPr>
          <a:xfrm rot="5400000">
            <a:off x="9093545" y="2985627"/>
            <a:ext cx="654117" cy="1430270"/>
          </a:xfrm>
          <a:prstGeom prst="bentConnector3">
            <a:avLst>
              <a:gd name="adj1" fmla="val 59985"/>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26172A88-7A58-A49E-944E-D75619971A9C}"/>
              </a:ext>
            </a:extLst>
          </p:cNvPr>
          <p:cNvSpPr txBox="1"/>
          <p:nvPr/>
        </p:nvSpPr>
        <p:spPr>
          <a:xfrm rot="5400000">
            <a:off x="10201315" y="2621140"/>
            <a:ext cx="3256404" cy="307777"/>
          </a:xfrm>
          <a:prstGeom prst="rect">
            <a:avLst/>
          </a:prstGeom>
          <a:noFill/>
        </p:spPr>
        <p:txBody>
          <a:bodyPr wrap="square" rtlCol="0">
            <a:spAutoFit/>
          </a:bodyPr>
          <a:lstStyle/>
          <a:p>
            <a:pPr algn="ctr"/>
            <a:r>
              <a:rPr lang="en-US" sz="1400" dirty="0"/>
              <a:t>Includes planned reviews</a:t>
            </a:r>
          </a:p>
        </p:txBody>
      </p:sp>
      <p:sp>
        <p:nvSpPr>
          <p:cNvPr id="7" name="TextBox 6">
            <a:extLst>
              <a:ext uri="{FF2B5EF4-FFF2-40B4-BE49-F238E27FC236}">
                <a16:creationId xmlns:a16="http://schemas.microsoft.com/office/drawing/2014/main" id="{390D67A3-66C7-F240-424F-D9BAC9F25C63}"/>
              </a:ext>
            </a:extLst>
          </p:cNvPr>
          <p:cNvSpPr txBox="1"/>
          <p:nvPr/>
        </p:nvSpPr>
        <p:spPr>
          <a:xfrm>
            <a:off x="7272461" y="3482856"/>
            <a:ext cx="2589328" cy="307777"/>
          </a:xfrm>
          <a:prstGeom prst="rect">
            <a:avLst/>
          </a:prstGeom>
          <a:noFill/>
        </p:spPr>
        <p:txBody>
          <a:bodyPr wrap="square" rtlCol="0">
            <a:spAutoFit/>
          </a:bodyPr>
          <a:lstStyle/>
          <a:p>
            <a:pPr algn="ctr"/>
            <a:r>
              <a:rPr lang="en-US" sz="1400" dirty="0">
                <a:solidFill>
                  <a:srgbClr val="FF0000"/>
                </a:solidFill>
              </a:rPr>
              <a:t>Periodic Process Audits </a:t>
            </a:r>
          </a:p>
        </p:txBody>
      </p:sp>
      <p:cxnSp>
        <p:nvCxnSpPr>
          <p:cNvPr id="10" name="Straight Arrow Connector 9">
            <a:extLst>
              <a:ext uri="{FF2B5EF4-FFF2-40B4-BE49-F238E27FC236}">
                <a16:creationId xmlns:a16="http://schemas.microsoft.com/office/drawing/2014/main" id="{E3EBA4C2-C9AF-5604-0E82-3AFECA880737}"/>
              </a:ext>
            </a:extLst>
          </p:cNvPr>
          <p:cNvCxnSpPr>
            <a:cxnSpLocks/>
            <a:endCxn id="21" idx="3"/>
          </p:cNvCxnSpPr>
          <p:nvPr/>
        </p:nvCxnSpPr>
        <p:spPr>
          <a:xfrm flipH="1" flipV="1">
            <a:off x="11210999" y="1934428"/>
            <a:ext cx="464630" cy="520342"/>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49943FA-30E0-F82C-5DF5-711EFBF4E594}"/>
              </a:ext>
            </a:extLst>
          </p:cNvPr>
          <p:cNvCxnSpPr>
            <a:cxnSpLocks/>
            <a:endCxn id="22" idx="3"/>
          </p:cNvCxnSpPr>
          <p:nvPr/>
        </p:nvCxnSpPr>
        <p:spPr>
          <a:xfrm flipH="1">
            <a:off x="11210999" y="2406545"/>
            <a:ext cx="464630" cy="211728"/>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9EA93D3-A93F-4E18-18A2-C0B64A55A31E}"/>
              </a:ext>
            </a:extLst>
          </p:cNvPr>
          <p:cNvCxnSpPr>
            <a:cxnSpLocks/>
            <a:endCxn id="17" idx="3"/>
          </p:cNvCxnSpPr>
          <p:nvPr/>
        </p:nvCxnSpPr>
        <p:spPr>
          <a:xfrm flipH="1">
            <a:off x="11210998" y="2403914"/>
            <a:ext cx="464631" cy="815902"/>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CDC0EF7-CD01-51CE-DBC7-109DF0BFFAE8}"/>
              </a:ext>
            </a:extLst>
          </p:cNvPr>
          <p:cNvSpPr txBox="1"/>
          <p:nvPr/>
        </p:nvSpPr>
        <p:spPr>
          <a:xfrm>
            <a:off x="8131279" y="9690"/>
            <a:ext cx="4030605" cy="338554"/>
          </a:xfrm>
          <a:prstGeom prst="rect">
            <a:avLst/>
          </a:prstGeom>
          <a:noFill/>
        </p:spPr>
        <p:txBody>
          <a:bodyPr wrap="square" rtlCol="0">
            <a:spAutoFit/>
          </a:bodyPr>
          <a:lstStyle/>
          <a:p>
            <a:pPr algn="r"/>
            <a:r>
              <a:rPr lang="en-US" sz="1600" dirty="0"/>
              <a:t>Owner: Project Manager</a:t>
            </a:r>
          </a:p>
        </p:txBody>
      </p:sp>
      <p:sp>
        <p:nvSpPr>
          <p:cNvPr id="20" name="Rectangle: Rounded Corners 19">
            <a:extLst>
              <a:ext uri="{FF2B5EF4-FFF2-40B4-BE49-F238E27FC236}">
                <a16:creationId xmlns:a16="http://schemas.microsoft.com/office/drawing/2014/main" id="{AD507895-E45F-F587-A6DC-EBC43C598FD1}"/>
              </a:ext>
            </a:extLst>
          </p:cNvPr>
          <p:cNvSpPr/>
          <p:nvPr/>
        </p:nvSpPr>
        <p:spPr>
          <a:xfrm>
            <a:off x="6944168" y="5694331"/>
            <a:ext cx="3511402" cy="540017"/>
          </a:xfrm>
          <a:prstGeom prst="roundRect">
            <a:avLst/>
          </a:prstGeom>
          <a:solidFill>
            <a:schemeClr val="tx2"/>
          </a:solidFill>
          <a:ln>
            <a:solidFill>
              <a:schemeClr val="tx2"/>
            </a:solidFill>
          </a:ln>
        </p:spPr>
        <p:txBody>
          <a:bodyPr wrap="none" rtlCol="0" anchor="ctr">
            <a:noAutofit/>
          </a:bodyPr>
          <a:lstStyle/>
          <a:p>
            <a:pPr algn="ctr"/>
            <a:r>
              <a:rPr lang="en-US" sz="1400" b="1" spc="-150" dirty="0">
                <a:solidFill>
                  <a:schemeClr val="bg1"/>
                </a:solidFill>
                <a:latin typeface="Arial" pitchFamily="34" charset="0"/>
                <a:cs typeface="Arial" pitchFamily="34" charset="0"/>
              </a:rPr>
              <a:t>Pilot /Field Test / CDR Release  Readiness Review</a:t>
            </a:r>
          </a:p>
          <a:p>
            <a:pPr algn="ctr"/>
            <a:r>
              <a:rPr lang="en-US" sz="1600" b="1" spc="-150" dirty="0">
                <a:solidFill>
                  <a:schemeClr val="bg1"/>
                </a:solidFill>
                <a:latin typeface="Arial" pitchFamily="34" charset="0"/>
                <a:cs typeface="Arial" pitchFamily="34" charset="0"/>
              </a:rPr>
              <a:t>(CP3)</a:t>
            </a:r>
          </a:p>
        </p:txBody>
      </p:sp>
      <p:cxnSp>
        <p:nvCxnSpPr>
          <p:cNvPr id="28" name="Straight Arrow Connector 27">
            <a:extLst>
              <a:ext uri="{FF2B5EF4-FFF2-40B4-BE49-F238E27FC236}">
                <a16:creationId xmlns:a16="http://schemas.microsoft.com/office/drawing/2014/main" id="{0B6210A1-49A8-D3E7-CF54-6AC0B1C68729}"/>
              </a:ext>
            </a:extLst>
          </p:cNvPr>
          <p:cNvCxnSpPr>
            <a:cxnSpLocks/>
            <a:stCxn id="19" idx="2"/>
          </p:cNvCxnSpPr>
          <p:nvPr/>
        </p:nvCxnSpPr>
        <p:spPr>
          <a:xfrm>
            <a:off x="8705468" y="4335598"/>
            <a:ext cx="0" cy="225516"/>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7C462615-BFA7-1090-6275-D1579FC4BAFC}"/>
              </a:ext>
            </a:extLst>
          </p:cNvPr>
          <p:cNvSpPr txBox="1"/>
          <p:nvPr/>
        </p:nvSpPr>
        <p:spPr>
          <a:xfrm>
            <a:off x="10149145" y="1240804"/>
            <a:ext cx="2012693" cy="400110"/>
          </a:xfrm>
          <a:prstGeom prst="rect">
            <a:avLst/>
          </a:prstGeom>
          <a:noFill/>
        </p:spPr>
        <p:txBody>
          <a:bodyPr wrap="square">
            <a:spAutoFit/>
          </a:bodyPr>
          <a:lstStyle/>
          <a:p>
            <a:r>
              <a:rPr lang="en-US" sz="1000" dirty="0"/>
              <a:t>“Engineering‑owned execution with PM coordination”</a:t>
            </a:r>
          </a:p>
        </p:txBody>
      </p:sp>
      <p:sp>
        <p:nvSpPr>
          <p:cNvPr id="39" name="Diamond 38">
            <a:extLst>
              <a:ext uri="{FF2B5EF4-FFF2-40B4-BE49-F238E27FC236}">
                <a16:creationId xmlns:a16="http://schemas.microsoft.com/office/drawing/2014/main" id="{DD33E4B7-1A75-6E9D-DA4C-BE76DEAEAC1C}"/>
              </a:ext>
            </a:extLst>
          </p:cNvPr>
          <p:cNvSpPr/>
          <p:nvPr/>
        </p:nvSpPr>
        <p:spPr>
          <a:xfrm>
            <a:off x="4724400" y="5486400"/>
            <a:ext cx="555171" cy="346377"/>
          </a:xfrm>
          <a:prstGeom prst="diamond">
            <a:avLst/>
          </a:prstGeom>
        </p:spPr>
        <p:txBody>
          <a:bodyPr wrap="none" rtlCol="0" anchor="ctr">
            <a:spAutoFit/>
          </a:bodyPr>
          <a:lstStyle/>
          <a:p>
            <a:pPr algn="ctr"/>
            <a:endParaRPr lang="en-US" sz="3600" b="1" spc="-150" dirty="0">
              <a:solidFill>
                <a:srgbClr val="FFFFFF"/>
              </a:solidFill>
              <a:latin typeface="Arial" pitchFamily="34" charset="0"/>
              <a:cs typeface="Arial" pitchFamily="34" charset="0"/>
            </a:endParaRPr>
          </a:p>
        </p:txBody>
      </p:sp>
      <p:sp>
        <p:nvSpPr>
          <p:cNvPr id="41" name="Diamond 40">
            <a:extLst>
              <a:ext uri="{FF2B5EF4-FFF2-40B4-BE49-F238E27FC236}">
                <a16:creationId xmlns:a16="http://schemas.microsoft.com/office/drawing/2014/main" id="{9A28EB28-718C-5E00-3797-2AF47E32BCFB}"/>
              </a:ext>
            </a:extLst>
          </p:cNvPr>
          <p:cNvSpPr/>
          <p:nvPr/>
        </p:nvSpPr>
        <p:spPr>
          <a:xfrm>
            <a:off x="7457704" y="4576060"/>
            <a:ext cx="2493818" cy="655919"/>
          </a:xfrm>
          <a:prstGeom prst="diamond">
            <a:avLst/>
          </a:prstGeom>
          <a:solidFill>
            <a:schemeClr val="tx2"/>
          </a:solidFill>
          <a:ln>
            <a:solidFill>
              <a:schemeClr val="tx2"/>
            </a:solidFill>
          </a:ln>
        </p:spPr>
        <p:txBody>
          <a:bodyPr wrap="none" rtlCol="0" anchor="ctr">
            <a:noAutofit/>
          </a:bodyPr>
          <a:lstStyle/>
          <a:p>
            <a:pPr algn="ctr"/>
            <a:r>
              <a:rPr lang="en-US" sz="1400" b="1" spc="-150" dirty="0">
                <a:solidFill>
                  <a:schemeClr val="bg1"/>
                </a:solidFill>
                <a:latin typeface="Arial" pitchFamily="34" charset="0"/>
                <a:cs typeface="Arial" pitchFamily="34" charset="0"/>
              </a:rPr>
              <a:t>Pilot/Field Test / CDR Required ?</a:t>
            </a:r>
          </a:p>
        </p:txBody>
      </p:sp>
      <p:sp>
        <p:nvSpPr>
          <p:cNvPr id="97" name="Rectangle: Rounded Corners 96">
            <a:extLst>
              <a:ext uri="{FF2B5EF4-FFF2-40B4-BE49-F238E27FC236}">
                <a16:creationId xmlns:a16="http://schemas.microsoft.com/office/drawing/2014/main" id="{272A17C3-909C-2CA6-21EF-CAE33154A141}"/>
              </a:ext>
            </a:extLst>
          </p:cNvPr>
          <p:cNvSpPr/>
          <p:nvPr/>
        </p:nvSpPr>
        <p:spPr>
          <a:xfrm>
            <a:off x="10351457" y="4576060"/>
            <a:ext cx="1719986" cy="655919"/>
          </a:xfrm>
          <a:prstGeom prst="roundRect">
            <a:avLst/>
          </a:prstGeom>
          <a:solidFill>
            <a:schemeClr val="tx2"/>
          </a:solidFill>
          <a:ln>
            <a:solidFill>
              <a:schemeClr val="tx2"/>
            </a:solidFill>
          </a:ln>
        </p:spPr>
        <p:txBody>
          <a:bodyPr wrap="none" rtlCol="0" anchor="ctr">
            <a:noAutofit/>
          </a:bodyPr>
          <a:lstStyle/>
          <a:p>
            <a:pPr algn="ctr"/>
            <a:r>
              <a:rPr lang="en-US" sz="1400" b="1" spc="-150" dirty="0">
                <a:solidFill>
                  <a:schemeClr val="bg1"/>
                </a:solidFill>
                <a:latin typeface="Arial" pitchFamily="34" charset="0"/>
                <a:cs typeface="Arial" pitchFamily="34" charset="0"/>
              </a:rPr>
              <a:t>RAILS 3+4</a:t>
            </a:r>
          </a:p>
          <a:p>
            <a:pPr algn="ctr"/>
            <a:r>
              <a:rPr lang="en-US" sz="1400" b="1" spc="-150" dirty="0">
                <a:solidFill>
                  <a:schemeClr val="bg1"/>
                </a:solidFill>
                <a:latin typeface="Arial" pitchFamily="34" charset="0"/>
                <a:cs typeface="Arial" pitchFamily="34" charset="0"/>
              </a:rPr>
              <a:t>Production Release</a:t>
            </a:r>
          </a:p>
          <a:p>
            <a:pPr algn="ctr"/>
            <a:r>
              <a:rPr lang="en-US" sz="1400" b="1" spc="-150" dirty="0">
                <a:solidFill>
                  <a:schemeClr val="bg1"/>
                </a:solidFill>
                <a:latin typeface="Arial" pitchFamily="34" charset="0"/>
                <a:cs typeface="Arial" pitchFamily="34" charset="0"/>
              </a:rPr>
              <a:t> Readiness Review</a:t>
            </a:r>
          </a:p>
        </p:txBody>
      </p:sp>
      <p:cxnSp>
        <p:nvCxnSpPr>
          <p:cNvPr id="99" name="Straight Arrow Connector 98">
            <a:extLst>
              <a:ext uri="{FF2B5EF4-FFF2-40B4-BE49-F238E27FC236}">
                <a16:creationId xmlns:a16="http://schemas.microsoft.com/office/drawing/2014/main" id="{8F335586-15C0-D777-8C7A-B97E3CE897CD}"/>
              </a:ext>
            </a:extLst>
          </p:cNvPr>
          <p:cNvCxnSpPr>
            <a:cxnSpLocks/>
          </p:cNvCxnSpPr>
          <p:nvPr/>
        </p:nvCxnSpPr>
        <p:spPr>
          <a:xfrm>
            <a:off x="8705468" y="5208507"/>
            <a:ext cx="0" cy="496417"/>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96B1FEB5-3EE2-74CF-A2DE-A61555CC8D73}"/>
              </a:ext>
            </a:extLst>
          </p:cNvPr>
          <p:cNvSpPr txBox="1"/>
          <p:nvPr/>
        </p:nvSpPr>
        <p:spPr>
          <a:xfrm>
            <a:off x="8700234" y="5233081"/>
            <a:ext cx="474999" cy="307777"/>
          </a:xfrm>
          <a:prstGeom prst="rect">
            <a:avLst/>
          </a:prstGeom>
          <a:noFill/>
        </p:spPr>
        <p:txBody>
          <a:bodyPr wrap="square" rtlCol="0">
            <a:spAutoFit/>
          </a:bodyPr>
          <a:lstStyle/>
          <a:p>
            <a:r>
              <a:rPr lang="en-US" sz="1400" dirty="0"/>
              <a:t>Yes</a:t>
            </a:r>
          </a:p>
        </p:txBody>
      </p:sp>
      <p:sp>
        <p:nvSpPr>
          <p:cNvPr id="102" name="TextBox 101">
            <a:extLst>
              <a:ext uri="{FF2B5EF4-FFF2-40B4-BE49-F238E27FC236}">
                <a16:creationId xmlns:a16="http://schemas.microsoft.com/office/drawing/2014/main" id="{088F8A8B-7BA5-55F7-01A0-6F88BB4B5EEB}"/>
              </a:ext>
            </a:extLst>
          </p:cNvPr>
          <p:cNvSpPr txBox="1"/>
          <p:nvPr/>
        </p:nvSpPr>
        <p:spPr>
          <a:xfrm>
            <a:off x="9980571" y="4586701"/>
            <a:ext cx="474999" cy="307777"/>
          </a:xfrm>
          <a:prstGeom prst="rect">
            <a:avLst/>
          </a:prstGeom>
          <a:noFill/>
        </p:spPr>
        <p:txBody>
          <a:bodyPr wrap="square" rtlCol="0">
            <a:spAutoFit/>
          </a:bodyPr>
          <a:lstStyle/>
          <a:p>
            <a:r>
              <a:rPr lang="en-US" sz="1400" dirty="0"/>
              <a:t>No</a:t>
            </a:r>
          </a:p>
        </p:txBody>
      </p:sp>
      <p:cxnSp>
        <p:nvCxnSpPr>
          <p:cNvPr id="103" name="Straight Arrow Connector 102">
            <a:extLst>
              <a:ext uri="{FF2B5EF4-FFF2-40B4-BE49-F238E27FC236}">
                <a16:creationId xmlns:a16="http://schemas.microsoft.com/office/drawing/2014/main" id="{867E2920-7733-58F7-65DD-8BFAF1351FCB}"/>
              </a:ext>
            </a:extLst>
          </p:cNvPr>
          <p:cNvCxnSpPr>
            <a:cxnSpLocks/>
          </p:cNvCxnSpPr>
          <p:nvPr/>
        </p:nvCxnSpPr>
        <p:spPr>
          <a:xfrm flipV="1">
            <a:off x="9962497" y="4894478"/>
            <a:ext cx="370886" cy="9541"/>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A747F1E-2393-1E68-DAF3-C6ED120DAFC8}"/>
              </a:ext>
            </a:extLst>
          </p:cNvPr>
          <p:cNvSpPr txBox="1"/>
          <p:nvPr/>
        </p:nvSpPr>
        <p:spPr>
          <a:xfrm rot="5400000">
            <a:off x="8877528" y="4454462"/>
            <a:ext cx="400110" cy="4266829"/>
          </a:xfrm>
          <a:prstGeom prst="rect">
            <a:avLst/>
          </a:prstGeom>
          <a:noFill/>
        </p:spPr>
        <p:txBody>
          <a:bodyPr vert="vert270" wrap="square" rtlCol="0">
            <a:spAutoFit/>
          </a:bodyPr>
          <a:lstStyle/>
          <a:p>
            <a:r>
              <a:rPr lang="en-US" sz="1400" b="1" dirty="0"/>
              <a:t>Note: Refer next slide for CP3 Decision Gate</a:t>
            </a:r>
          </a:p>
        </p:txBody>
      </p:sp>
    </p:spTree>
    <p:extLst>
      <p:ext uri="{BB962C8B-B14F-4D97-AF65-F5344CB8AC3E}">
        <p14:creationId xmlns:p14="http://schemas.microsoft.com/office/powerpoint/2010/main" val="3383824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D157D-F651-3F1E-83A9-D3C6A9212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CBEA4-816E-72C7-92EC-9D2C8AFD3B28}"/>
              </a:ext>
            </a:extLst>
          </p:cNvPr>
          <p:cNvSpPr>
            <a:spLocks noGrp="1"/>
          </p:cNvSpPr>
          <p:nvPr>
            <p:ph type="title"/>
          </p:nvPr>
        </p:nvSpPr>
        <p:spPr>
          <a:xfrm>
            <a:off x="337516" y="-163323"/>
            <a:ext cx="11733927" cy="815354"/>
          </a:xfrm>
        </p:spPr>
        <p:txBody>
          <a:bodyPr/>
          <a:lstStyle/>
          <a:p>
            <a:r>
              <a:rPr lang="en-US" sz="2800" dirty="0"/>
              <a:t>RAILS 3: Development and V&amp;V Through Pilot Release</a:t>
            </a:r>
          </a:p>
        </p:txBody>
      </p:sp>
      <p:sp>
        <p:nvSpPr>
          <p:cNvPr id="5" name="TextBox 4">
            <a:extLst>
              <a:ext uri="{FF2B5EF4-FFF2-40B4-BE49-F238E27FC236}">
                <a16:creationId xmlns:a16="http://schemas.microsoft.com/office/drawing/2014/main" id="{938A7C6D-B66F-5AF5-1DDD-FA1E7FCD0A16}"/>
              </a:ext>
            </a:extLst>
          </p:cNvPr>
          <p:cNvSpPr txBox="1"/>
          <p:nvPr/>
        </p:nvSpPr>
        <p:spPr>
          <a:xfrm>
            <a:off x="334929" y="1702598"/>
            <a:ext cx="5257668" cy="954107"/>
          </a:xfrm>
          <a:prstGeom prst="rect">
            <a:avLst/>
          </a:prstGeom>
          <a:noFill/>
        </p:spPr>
        <p:txBody>
          <a:bodyPr wrap="square" rtlCol="0">
            <a:spAutoFit/>
          </a:bodyPr>
          <a:lstStyle/>
          <a:p>
            <a:r>
              <a:rPr lang="en-US" sz="1400" b="1" dirty="0"/>
              <a:t>Key Point:</a:t>
            </a:r>
          </a:p>
          <a:p>
            <a:endParaRPr lang="en-US" sz="1400" dirty="0"/>
          </a:p>
          <a:p>
            <a:pPr marL="285750" indent="-285750">
              <a:buFont typeface="Arial" panose="020B0604020202020204" pitchFamily="34" charset="0"/>
              <a:buChar char="•"/>
            </a:pPr>
            <a:r>
              <a:rPr lang="en-US" sz="1400" dirty="0"/>
              <a:t>CP3‑Restricted is not a Pilot gate — it is a pre‑Pilot engineering accommodation.</a:t>
            </a:r>
          </a:p>
        </p:txBody>
      </p:sp>
      <p:sp>
        <p:nvSpPr>
          <p:cNvPr id="6" name="Rectangle: Rounded Corners 5">
            <a:extLst>
              <a:ext uri="{FF2B5EF4-FFF2-40B4-BE49-F238E27FC236}">
                <a16:creationId xmlns:a16="http://schemas.microsoft.com/office/drawing/2014/main" id="{10533135-88A1-19F5-3FDA-D79CF705488F}"/>
              </a:ext>
            </a:extLst>
          </p:cNvPr>
          <p:cNvSpPr/>
          <p:nvPr/>
        </p:nvSpPr>
        <p:spPr>
          <a:xfrm>
            <a:off x="6455220" y="1032389"/>
            <a:ext cx="4204528" cy="259103"/>
          </a:xfrm>
          <a:prstGeom prst="roundRect">
            <a:avLst/>
          </a:prstGeom>
          <a:solidFill>
            <a:schemeClr val="tx2"/>
          </a:solidFill>
        </p:spPr>
        <p:txBody>
          <a:bodyPr wrap="none" rtlCol="0" anchor="ctr">
            <a:noAutofit/>
          </a:bodyPr>
          <a:lstStyle/>
          <a:p>
            <a:pPr algn="ctr"/>
            <a:r>
              <a:rPr lang="en-US" sz="1400" b="1" spc="-150" dirty="0">
                <a:solidFill>
                  <a:srgbClr val="FFFFFF"/>
                </a:solidFill>
                <a:latin typeface="Arial" pitchFamily="34" charset="0"/>
                <a:cs typeface="Arial" pitchFamily="34" charset="0"/>
              </a:rPr>
              <a:t>Engineering Release Readiness Review Passed</a:t>
            </a:r>
          </a:p>
        </p:txBody>
      </p:sp>
      <p:cxnSp>
        <p:nvCxnSpPr>
          <p:cNvPr id="23" name="Straight Arrow Connector 22">
            <a:extLst>
              <a:ext uri="{FF2B5EF4-FFF2-40B4-BE49-F238E27FC236}">
                <a16:creationId xmlns:a16="http://schemas.microsoft.com/office/drawing/2014/main" id="{E5828FD3-BC28-958A-A0A7-AF5FBF141ADB}"/>
              </a:ext>
            </a:extLst>
          </p:cNvPr>
          <p:cNvCxnSpPr>
            <a:cxnSpLocks/>
          </p:cNvCxnSpPr>
          <p:nvPr/>
        </p:nvCxnSpPr>
        <p:spPr>
          <a:xfrm>
            <a:off x="8783952" y="1291492"/>
            <a:ext cx="0" cy="22514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D002BD35-D634-A065-CD25-812FA63A5F01}"/>
              </a:ext>
            </a:extLst>
          </p:cNvPr>
          <p:cNvCxnSpPr>
            <a:cxnSpLocks/>
          </p:cNvCxnSpPr>
          <p:nvPr/>
        </p:nvCxnSpPr>
        <p:spPr>
          <a:xfrm>
            <a:off x="8819839" y="3885801"/>
            <a:ext cx="0" cy="313237"/>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68837296-3465-6187-4E99-A8757DD9FECD}"/>
              </a:ext>
            </a:extLst>
          </p:cNvPr>
          <p:cNvSpPr/>
          <p:nvPr/>
        </p:nvSpPr>
        <p:spPr>
          <a:xfrm>
            <a:off x="7773428" y="4194736"/>
            <a:ext cx="2150520" cy="307777"/>
          </a:xfrm>
          <a:prstGeom prst="roundRect">
            <a:avLst/>
          </a:prstGeom>
          <a:solidFill>
            <a:schemeClr val="tx2"/>
          </a:solidFill>
          <a:ln>
            <a:solidFill>
              <a:schemeClr val="tx2"/>
            </a:solidFill>
          </a:ln>
        </p:spPr>
        <p:txBody>
          <a:bodyPr wrap="square" rtlCol="0" anchor="ctr">
            <a:noAutofit/>
          </a:bodyPr>
          <a:lstStyle/>
          <a:p>
            <a:pPr algn="ctr"/>
            <a:r>
              <a:rPr lang="en-US" sz="1400" b="1" spc="-150" dirty="0">
                <a:solidFill>
                  <a:schemeClr val="bg1"/>
                </a:solidFill>
                <a:latin typeface="Arial" pitchFamily="34" charset="0"/>
                <a:cs typeface="Arial" pitchFamily="34" charset="0"/>
              </a:rPr>
              <a:t>Conduct Restricted CP3</a:t>
            </a:r>
          </a:p>
        </p:txBody>
      </p:sp>
      <p:sp>
        <p:nvSpPr>
          <p:cNvPr id="12" name="Rectangle: Rounded Corners 11">
            <a:extLst>
              <a:ext uri="{FF2B5EF4-FFF2-40B4-BE49-F238E27FC236}">
                <a16:creationId xmlns:a16="http://schemas.microsoft.com/office/drawing/2014/main" id="{86FC5929-9499-7670-8072-72DD2085C438}"/>
              </a:ext>
            </a:extLst>
          </p:cNvPr>
          <p:cNvSpPr/>
          <p:nvPr/>
        </p:nvSpPr>
        <p:spPr>
          <a:xfrm>
            <a:off x="7743199" y="3435303"/>
            <a:ext cx="2150520" cy="439101"/>
          </a:xfrm>
          <a:prstGeom prst="roundRect">
            <a:avLst/>
          </a:prstGeom>
          <a:solidFill>
            <a:schemeClr val="tx2"/>
          </a:solidFill>
          <a:ln>
            <a:solidFill>
              <a:schemeClr val="tx2"/>
            </a:solidFill>
          </a:ln>
        </p:spPr>
        <p:txBody>
          <a:bodyPr wrap="square" rtlCol="0" anchor="ctr">
            <a:noAutofit/>
          </a:bodyPr>
          <a:lstStyle/>
          <a:p>
            <a:pPr algn="ctr"/>
            <a:r>
              <a:rPr lang="en-US" sz="1400" b="1" spc="-150" dirty="0">
                <a:solidFill>
                  <a:srgbClr val="FFFFFF"/>
                </a:solidFill>
                <a:latin typeface="Arial" pitchFamily="34" charset="0"/>
                <a:cs typeface="Arial" pitchFamily="34" charset="0"/>
              </a:rPr>
              <a:t>Preliminary Customer Integration Testing Release</a:t>
            </a:r>
          </a:p>
        </p:txBody>
      </p:sp>
      <p:cxnSp>
        <p:nvCxnSpPr>
          <p:cNvPr id="18" name="Straight Arrow Connector 17">
            <a:extLst>
              <a:ext uri="{FF2B5EF4-FFF2-40B4-BE49-F238E27FC236}">
                <a16:creationId xmlns:a16="http://schemas.microsoft.com/office/drawing/2014/main" id="{F2FC12D6-8FA0-1142-5239-4B64E2B7539C}"/>
              </a:ext>
            </a:extLst>
          </p:cNvPr>
          <p:cNvCxnSpPr>
            <a:cxnSpLocks/>
          </p:cNvCxnSpPr>
          <p:nvPr/>
        </p:nvCxnSpPr>
        <p:spPr>
          <a:xfrm>
            <a:off x="8777438" y="2377531"/>
            <a:ext cx="5595" cy="250705"/>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247E15B7-8547-6789-FCBF-504A136558B4}"/>
              </a:ext>
            </a:extLst>
          </p:cNvPr>
          <p:cNvCxnSpPr>
            <a:cxnSpLocks/>
            <a:stCxn id="63" idx="3"/>
          </p:cNvCxnSpPr>
          <p:nvPr/>
        </p:nvCxnSpPr>
        <p:spPr>
          <a:xfrm flipV="1">
            <a:off x="10308538" y="3184224"/>
            <a:ext cx="923118" cy="1822976"/>
          </a:xfrm>
          <a:prstGeom prst="bentConnector2">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B3E995D-51C2-6D36-D0CD-EAB8E045DC58}"/>
              </a:ext>
            </a:extLst>
          </p:cNvPr>
          <p:cNvSpPr txBox="1"/>
          <p:nvPr/>
        </p:nvSpPr>
        <p:spPr>
          <a:xfrm>
            <a:off x="337515" y="676638"/>
            <a:ext cx="5823793" cy="738664"/>
          </a:xfrm>
          <a:prstGeom prst="rect">
            <a:avLst/>
          </a:prstGeom>
          <a:noFill/>
        </p:spPr>
        <p:txBody>
          <a:bodyPr wrap="square" rtlCol="0">
            <a:spAutoFit/>
          </a:bodyPr>
          <a:lstStyle/>
          <a:p>
            <a:pPr algn="ctr"/>
            <a:r>
              <a:rPr lang="en-US" sz="1400" b="1" dirty="0">
                <a:solidFill>
                  <a:schemeClr val="bg2">
                    <a:lumMod val="10000"/>
                  </a:schemeClr>
                </a:solidFill>
              </a:rPr>
              <a:t>Engineering Release Readiness proves the solution is technically ready; CP3 determines how far that solution is allowed to go into the customer environment.</a:t>
            </a:r>
          </a:p>
        </p:txBody>
      </p:sp>
      <p:sp>
        <p:nvSpPr>
          <p:cNvPr id="41" name="Diamond 40">
            <a:extLst>
              <a:ext uri="{FF2B5EF4-FFF2-40B4-BE49-F238E27FC236}">
                <a16:creationId xmlns:a16="http://schemas.microsoft.com/office/drawing/2014/main" id="{B2364705-A706-E4FA-D0FF-3AC8601432F4}"/>
              </a:ext>
            </a:extLst>
          </p:cNvPr>
          <p:cNvSpPr/>
          <p:nvPr/>
        </p:nvSpPr>
        <p:spPr>
          <a:xfrm>
            <a:off x="6944168" y="1516632"/>
            <a:ext cx="3725221" cy="860360"/>
          </a:xfrm>
          <a:prstGeom prst="diamond">
            <a:avLst/>
          </a:prstGeom>
          <a:solidFill>
            <a:schemeClr val="tx2"/>
          </a:solidFill>
          <a:ln>
            <a:solidFill>
              <a:schemeClr val="tx2"/>
            </a:solidFill>
          </a:ln>
        </p:spPr>
        <p:txBody>
          <a:bodyPr wrap="none" rtlCol="0" anchor="ctr">
            <a:noAutofit/>
          </a:bodyPr>
          <a:lstStyle/>
          <a:p>
            <a:pPr algn="ctr"/>
            <a:r>
              <a:rPr lang="en-US" sz="1400" b="1" spc="-150" dirty="0">
                <a:solidFill>
                  <a:schemeClr val="bg1"/>
                </a:solidFill>
                <a:latin typeface="Arial" pitchFamily="34" charset="0"/>
                <a:cs typeface="Arial" pitchFamily="34" charset="0"/>
              </a:rPr>
              <a:t>SW Testing in Customer Environment</a:t>
            </a:r>
          </a:p>
          <a:p>
            <a:pPr algn="ctr"/>
            <a:r>
              <a:rPr lang="en-US" sz="1400" b="1" spc="-150" dirty="0">
                <a:solidFill>
                  <a:schemeClr val="bg1"/>
                </a:solidFill>
                <a:latin typeface="Arial" pitchFamily="34" charset="0"/>
                <a:cs typeface="Arial" pitchFamily="34" charset="0"/>
              </a:rPr>
              <a:t>Before production release?</a:t>
            </a:r>
          </a:p>
        </p:txBody>
      </p:sp>
      <p:cxnSp>
        <p:nvCxnSpPr>
          <p:cNvPr id="99" name="Straight Arrow Connector 98">
            <a:extLst>
              <a:ext uri="{FF2B5EF4-FFF2-40B4-BE49-F238E27FC236}">
                <a16:creationId xmlns:a16="http://schemas.microsoft.com/office/drawing/2014/main" id="{C363BAA2-9366-CDBD-B69B-FF18799699F4}"/>
              </a:ext>
            </a:extLst>
          </p:cNvPr>
          <p:cNvCxnSpPr>
            <a:cxnSpLocks/>
            <a:endCxn id="63" idx="0"/>
          </p:cNvCxnSpPr>
          <p:nvPr/>
        </p:nvCxnSpPr>
        <p:spPr>
          <a:xfrm flipH="1">
            <a:off x="8848688" y="4519977"/>
            <a:ext cx="121" cy="22251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F050E801-4E5D-B025-C86F-DE71617999F1}"/>
              </a:ext>
            </a:extLst>
          </p:cNvPr>
          <p:cNvSpPr txBox="1"/>
          <p:nvPr/>
        </p:nvSpPr>
        <p:spPr>
          <a:xfrm>
            <a:off x="7151338" y="4588602"/>
            <a:ext cx="474999" cy="307777"/>
          </a:xfrm>
          <a:prstGeom prst="rect">
            <a:avLst/>
          </a:prstGeom>
          <a:noFill/>
        </p:spPr>
        <p:txBody>
          <a:bodyPr wrap="square" rtlCol="0">
            <a:spAutoFit/>
          </a:bodyPr>
          <a:lstStyle/>
          <a:p>
            <a:r>
              <a:rPr lang="en-US" sz="1400" dirty="0"/>
              <a:t>No</a:t>
            </a:r>
          </a:p>
        </p:txBody>
      </p:sp>
      <p:sp>
        <p:nvSpPr>
          <p:cNvPr id="102" name="TextBox 101">
            <a:extLst>
              <a:ext uri="{FF2B5EF4-FFF2-40B4-BE49-F238E27FC236}">
                <a16:creationId xmlns:a16="http://schemas.microsoft.com/office/drawing/2014/main" id="{0A8FBF68-7DF0-9262-C084-BB845B788D21}"/>
              </a:ext>
            </a:extLst>
          </p:cNvPr>
          <p:cNvSpPr txBox="1"/>
          <p:nvPr/>
        </p:nvSpPr>
        <p:spPr>
          <a:xfrm>
            <a:off x="6635302" y="1592225"/>
            <a:ext cx="474999" cy="307777"/>
          </a:xfrm>
          <a:prstGeom prst="rect">
            <a:avLst/>
          </a:prstGeom>
          <a:noFill/>
        </p:spPr>
        <p:txBody>
          <a:bodyPr wrap="square" rtlCol="0">
            <a:spAutoFit/>
          </a:bodyPr>
          <a:lstStyle/>
          <a:p>
            <a:r>
              <a:rPr lang="en-US" sz="1400" dirty="0"/>
              <a:t>No</a:t>
            </a:r>
          </a:p>
        </p:txBody>
      </p:sp>
      <p:sp>
        <p:nvSpPr>
          <p:cNvPr id="11" name="Rectangle: Rounded Corners 10">
            <a:extLst>
              <a:ext uri="{FF2B5EF4-FFF2-40B4-BE49-F238E27FC236}">
                <a16:creationId xmlns:a16="http://schemas.microsoft.com/office/drawing/2014/main" id="{1451D103-7C53-FC85-F776-8857879DC26C}"/>
              </a:ext>
            </a:extLst>
          </p:cNvPr>
          <p:cNvSpPr/>
          <p:nvPr/>
        </p:nvSpPr>
        <p:spPr>
          <a:xfrm>
            <a:off x="6565569" y="665429"/>
            <a:ext cx="4204528" cy="259103"/>
          </a:xfrm>
          <a:prstGeom prst="roundRect">
            <a:avLst/>
          </a:prstGeom>
          <a:solidFill>
            <a:schemeClr val="bg1"/>
          </a:solidFill>
        </p:spPr>
        <p:txBody>
          <a:bodyPr wrap="none" rtlCol="0" anchor="ctr">
            <a:noAutofit/>
          </a:bodyPr>
          <a:lstStyle/>
          <a:p>
            <a:pPr algn="ctr"/>
            <a:r>
              <a:rPr lang="en-US" sz="1400" b="1" spc="-150" dirty="0">
                <a:solidFill>
                  <a:schemeClr val="bg2">
                    <a:lumMod val="10000"/>
                  </a:schemeClr>
                </a:solidFill>
                <a:latin typeface="Arial" pitchFamily="34" charset="0"/>
                <a:cs typeface="Arial" pitchFamily="34" charset="0"/>
              </a:rPr>
              <a:t>CP3 DECISION GATE</a:t>
            </a:r>
          </a:p>
        </p:txBody>
      </p:sp>
      <p:sp>
        <p:nvSpPr>
          <p:cNvPr id="56" name="Rectangle: Rounded Corners 55">
            <a:extLst>
              <a:ext uri="{FF2B5EF4-FFF2-40B4-BE49-F238E27FC236}">
                <a16:creationId xmlns:a16="http://schemas.microsoft.com/office/drawing/2014/main" id="{420962D3-D97B-4006-D506-64D0D8FB7387}"/>
              </a:ext>
            </a:extLst>
          </p:cNvPr>
          <p:cNvSpPr/>
          <p:nvPr/>
        </p:nvSpPr>
        <p:spPr>
          <a:xfrm>
            <a:off x="5888723" y="2284516"/>
            <a:ext cx="1443328" cy="485057"/>
          </a:xfrm>
          <a:prstGeom prst="roundRect">
            <a:avLst/>
          </a:prstGeom>
          <a:solidFill>
            <a:schemeClr val="tx2"/>
          </a:solidFill>
          <a:ln>
            <a:solidFill>
              <a:schemeClr val="tx2"/>
            </a:solidFill>
          </a:ln>
        </p:spPr>
        <p:txBody>
          <a:bodyPr wrap="none" rtlCol="0" anchor="ctr">
            <a:noAutofit/>
          </a:bodyPr>
          <a:lstStyle/>
          <a:p>
            <a:pPr algn="ctr"/>
            <a:r>
              <a:rPr lang="en-US" sz="1400" b="1" spc="-150" dirty="0">
                <a:solidFill>
                  <a:schemeClr val="bg1"/>
                </a:solidFill>
                <a:latin typeface="Arial" pitchFamily="34" charset="0"/>
                <a:cs typeface="Arial" pitchFamily="34" charset="0"/>
              </a:rPr>
              <a:t>Proceed to RAILS 4</a:t>
            </a:r>
          </a:p>
          <a:p>
            <a:pPr algn="ctr"/>
            <a:r>
              <a:rPr lang="en-US" sz="1400" b="1" spc="-150" dirty="0">
                <a:solidFill>
                  <a:schemeClr val="bg1"/>
                </a:solidFill>
                <a:latin typeface="Arial" pitchFamily="34" charset="0"/>
                <a:cs typeface="Arial" pitchFamily="34" charset="0"/>
              </a:rPr>
              <a:t>(Skip CP3)</a:t>
            </a:r>
          </a:p>
        </p:txBody>
      </p:sp>
      <p:sp>
        <p:nvSpPr>
          <p:cNvPr id="61" name="TextBox 60">
            <a:extLst>
              <a:ext uri="{FF2B5EF4-FFF2-40B4-BE49-F238E27FC236}">
                <a16:creationId xmlns:a16="http://schemas.microsoft.com/office/drawing/2014/main" id="{DA387358-3047-CF80-FDE6-3EDEC6EAFE94}"/>
              </a:ext>
            </a:extLst>
          </p:cNvPr>
          <p:cNvSpPr txBox="1"/>
          <p:nvPr/>
        </p:nvSpPr>
        <p:spPr>
          <a:xfrm>
            <a:off x="8894425" y="2340895"/>
            <a:ext cx="474999" cy="307777"/>
          </a:xfrm>
          <a:prstGeom prst="rect">
            <a:avLst/>
          </a:prstGeom>
          <a:noFill/>
        </p:spPr>
        <p:txBody>
          <a:bodyPr wrap="square" rtlCol="0">
            <a:spAutoFit/>
          </a:bodyPr>
          <a:lstStyle/>
          <a:p>
            <a:r>
              <a:rPr lang="en-US" sz="1400" dirty="0"/>
              <a:t>Yes</a:t>
            </a:r>
          </a:p>
        </p:txBody>
      </p:sp>
      <p:sp>
        <p:nvSpPr>
          <p:cNvPr id="63" name="Diamond 62">
            <a:extLst>
              <a:ext uri="{FF2B5EF4-FFF2-40B4-BE49-F238E27FC236}">
                <a16:creationId xmlns:a16="http://schemas.microsoft.com/office/drawing/2014/main" id="{92663928-A693-BE01-AB1E-F9E166890189}"/>
              </a:ext>
            </a:extLst>
          </p:cNvPr>
          <p:cNvSpPr/>
          <p:nvPr/>
        </p:nvSpPr>
        <p:spPr>
          <a:xfrm>
            <a:off x="7388837" y="4742491"/>
            <a:ext cx="2919701" cy="529417"/>
          </a:xfrm>
          <a:prstGeom prst="diamond">
            <a:avLst/>
          </a:prstGeom>
          <a:solidFill>
            <a:schemeClr val="tx2"/>
          </a:solidFill>
          <a:ln>
            <a:solidFill>
              <a:schemeClr val="tx2"/>
            </a:solidFill>
          </a:ln>
        </p:spPr>
        <p:txBody>
          <a:bodyPr wrap="none" rtlCol="0" anchor="ctr">
            <a:noAutofit/>
          </a:bodyPr>
          <a:lstStyle/>
          <a:p>
            <a:pPr algn="ctr"/>
            <a:r>
              <a:rPr lang="en-US" sz="1400" b="1" spc="-150" dirty="0">
                <a:solidFill>
                  <a:schemeClr val="bg1"/>
                </a:solidFill>
                <a:latin typeface="Arial" pitchFamily="34" charset="0"/>
                <a:cs typeface="Arial" pitchFamily="34" charset="0"/>
              </a:rPr>
              <a:t>Integration Testing </a:t>
            </a:r>
          </a:p>
          <a:p>
            <a:pPr algn="ctr"/>
            <a:r>
              <a:rPr lang="en-US" sz="1400" b="1" spc="-150" dirty="0">
                <a:solidFill>
                  <a:schemeClr val="bg1"/>
                </a:solidFill>
                <a:latin typeface="Arial" pitchFamily="34" charset="0"/>
                <a:cs typeface="Arial" pitchFamily="34" charset="0"/>
              </a:rPr>
              <a:t>Completed?</a:t>
            </a:r>
          </a:p>
        </p:txBody>
      </p:sp>
      <p:cxnSp>
        <p:nvCxnSpPr>
          <p:cNvPr id="67" name="Straight Arrow Connector 66">
            <a:extLst>
              <a:ext uri="{FF2B5EF4-FFF2-40B4-BE49-F238E27FC236}">
                <a16:creationId xmlns:a16="http://schemas.microsoft.com/office/drawing/2014/main" id="{CC302811-2609-D9B5-B5D1-3F8B489F609D}"/>
              </a:ext>
            </a:extLst>
          </p:cNvPr>
          <p:cNvCxnSpPr>
            <a:cxnSpLocks/>
          </p:cNvCxnSpPr>
          <p:nvPr/>
        </p:nvCxnSpPr>
        <p:spPr>
          <a:xfrm>
            <a:off x="8777438" y="3156860"/>
            <a:ext cx="0" cy="285418"/>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84D2CCA6-0328-CDCE-6996-B333439708BE}"/>
              </a:ext>
            </a:extLst>
          </p:cNvPr>
          <p:cNvCxnSpPr>
            <a:cxnSpLocks/>
          </p:cNvCxnSpPr>
          <p:nvPr/>
        </p:nvCxnSpPr>
        <p:spPr>
          <a:xfrm>
            <a:off x="10175725" y="2877392"/>
            <a:ext cx="339127"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71573BC5-1642-2DC6-889B-30EA47E22A72}"/>
              </a:ext>
            </a:extLst>
          </p:cNvPr>
          <p:cNvSpPr txBox="1"/>
          <p:nvPr/>
        </p:nvSpPr>
        <p:spPr>
          <a:xfrm>
            <a:off x="9956372" y="2527045"/>
            <a:ext cx="474999" cy="307777"/>
          </a:xfrm>
          <a:prstGeom prst="rect">
            <a:avLst/>
          </a:prstGeom>
          <a:noFill/>
        </p:spPr>
        <p:txBody>
          <a:bodyPr wrap="square" rtlCol="0">
            <a:spAutoFit/>
          </a:bodyPr>
          <a:lstStyle/>
          <a:p>
            <a:r>
              <a:rPr lang="en-US" sz="1400" dirty="0"/>
              <a:t>Yes</a:t>
            </a:r>
          </a:p>
        </p:txBody>
      </p:sp>
      <p:sp>
        <p:nvSpPr>
          <p:cNvPr id="76" name="TextBox 75">
            <a:extLst>
              <a:ext uri="{FF2B5EF4-FFF2-40B4-BE49-F238E27FC236}">
                <a16:creationId xmlns:a16="http://schemas.microsoft.com/office/drawing/2014/main" id="{8F2816C2-E8D9-0162-CBF0-0FF7A2FA2654}"/>
              </a:ext>
            </a:extLst>
          </p:cNvPr>
          <p:cNvSpPr txBox="1"/>
          <p:nvPr/>
        </p:nvSpPr>
        <p:spPr>
          <a:xfrm>
            <a:off x="8848688" y="3145681"/>
            <a:ext cx="474999" cy="307777"/>
          </a:xfrm>
          <a:prstGeom prst="rect">
            <a:avLst/>
          </a:prstGeom>
          <a:noFill/>
        </p:spPr>
        <p:txBody>
          <a:bodyPr wrap="square" rtlCol="0">
            <a:spAutoFit/>
          </a:bodyPr>
          <a:lstStyle/>
          <a:p>
            <a:r>
              <a:rPr lang="en-US" sz="1400" dirty="0"/>
              <a:t>No</a:t>
            </a:r>
          </a:p>
        </p:txBody>
      </p:sp>
      <p:sp>
        <p:nvSpPr>
          <p:cNvPr id="77" name="Rectangle: Rounded Corners 76">
            <a:extLst>
              <a:ext uri="{FF2B5EF4-FFF2-40B4-BE49-F238E27FC236}">
                <a16:creationId xmlns:a16="http://schemas.microsoft.com/office/drawing/2014/main" id="{B30CB63B-07B0-4AC6-A6D3-9652698EAC96}"/>
              </a:ext>
            </a:extLst>
          </p:cNvPr>
          <p:cNvSpPr/>
          <p:nvPr/>
        </p:nvSpPr>
        <p:spPr>
          <a:xfrm>
            <a:off x="10429176" y="2549433"/>
            <a:ext cx="1564569" cy="655919"/>
          </a:xfrm>
          <a:prstGeom prst="roundRect">
            <a:avLst/>
          </a:prstGeom>
          <a:solidFill>
            <a:schemeClr val="tx2"/>
          </a:solidFill>
          <a:ln>
            <a:solidFill>
              <a:schemeClr val="tx2"/>
            </a:solidFill>
          </a:ln>
        </p:spPr>
        <p:txBody>
          <a:bodyPr wrap="none" rtlCol="0" anchor="ctr">
            <a:noAutofit/>
          </a:bodyPr>
          <a:lstStyle/>
          <a:p>
            <a:pPr algn="ctr"/>
            <a:r>
              <a:rPr lang="en-US" sz="1400" b="1" spc="-150" dirty="0">
                <a:solidFill>
                  <a:schemeClr val="bg1"/>
                </a:solidFill>
                <a:latin typeface="Arial" pitchFamily="34" charset="0"/>
                <a:cs typeface="Arial" pitchFamily="34" charset="0"/>
              </a:rPr>
              <a:t>Formal CP3</a:t>
            </a:r>
          </a:p>
          <a:p>
            <a:pPr algn="ctr"/>
            <a:r>
              <a:rPr lang="en-US" sz="1400" b="1" spc="-150" dirty="0">
                <a:solidFill>
                  <a:schemeClr val="bg1"/>
                </a:solidFill>
                <a:latin typeface="Arial" pitchFamily="34" charset="0"/>
                <a:cs typeface="Arial" pitchFamily="34" charset="0"/>
              </a:rPr>
              <a:t>(Pilot Release </a:t>
            </a:r>
          </a:p>
          <a:p>
            <a:pPr algn="ctr"/>
            <a:r>
              <a:rPr lang="en-US" sz="1400" b="1" spc="-150" dirty="0">
                <a:solidFill>
                  <a:schemeClr val="bg1"/>
                </a:solidFill>
                <a:latin typeface="Arial" pitchFamily="34" charset="0"/>
                <a:cs typeface="Arial" pitchFamily="34" charset="0"/>
              </a:rPr>
              <a:t>Readiness Review)</a:t>
            </a:r>
          </a:p>
        </p:txBody>
      </p:sp>
      <p:sp>
        <p:nvSpPr>
          <p:cNvPr id="84" name="Diamond 83">
            <a:extLst>
              <a:ext uri="{FF2B5EF4-FFF2-40B4-BE49-F238E27FC236}">
                <a16:creationId xmlns:a16="http://schemas.microsoft.com/office/drawing/2014/main" id="{DF53BF67-0BC9-DE2E-5AC8-6523A9D3E03E}"/>
              </a:ext>
            </a:extLst>
          </p:cNvPr>
          <p:cNvSpPr/>
          <p:nvPr/>
        </p:nvSpPr>
        <p:spPr>
          <a:xfrm>
            <a:off x="7305609" y="2613891"/>
            <a:ext cx="2919701" cy="529417"/>
          </a:xfrm>
          <a:prstGeom prst="diamond">
            <a:avLst/>
          </a:prstGeom>
          <a:solidFill>
            <a:schemeClr val="tx2"/>
          </a:solidFill>
          <a:ln>
            <a:solidFill>
              <a:schemeClr val="tx2"/>
            </a:solidFill>
          </a:ln>
        </p:spPr>
        <p:txBody>
          <a:bodyPr wrap="none" rtlCol="0" anchor="ctr">
            <a:noAutofit/>
          </a:bodyPr>
          <a:lstStyle/>
          <a:p>
            <a:pPr algn="ctr"/>
            <a:r>
              <a:rPr lang="en-US" sz="1400" b="1" spc="-150" dirty="0">
                <a:solidFill>
                  <a:schemeClr val="bg1"/>
                </a:solidFill>
                <a:latin typeface="Arial" pitchFamily="34" charset="0"/>
                <a:cs typeface="Arial" pitchFamily="34" charset="0"/>
              </a:rPr>
              <a:t>Pilot  / UAT / CDR</a:t>
            </a:r>
          </a:p>
        </p:txBody>
      </p:sp>
      <p:sp>
        <p:nvSpPr>
          <p:cNvPr id="91" name="TextBox 90">
            <a:extLst>
              <a:ext uri="{FF2B5EF4-FFF2-40B4-BE49-F238E27FC236}">
                <a16:creationId xmlns:a16="http://schemas.microsoft.com/office/drawing/2014/main" id="{49D83F8E-E627-2BC6-7C9E-6C5655E82E9C}"/>
              </a:ext>
            </a:extLst>
          </p:cNvPr>
          <p:cNvSpPr txBox="1"/>
          <p:nvPr/>
        </p:nvSpPr>
        <p:spPr>
          <a:xfrm>
            <a:off x="10455628" y="4708617"/>
            <a:ext cx="474999" cy="307777"/>
          </a:xfrm>
          <a:prstGeom prst="rect">
            <a:avLst/>
          </a:prstGeom>
          <a:noFill/>
        </p:spPr>
        <p:txBody>
          <a:bodyPr wrap="square" rtlCol="0">
            <a:spAutoFit/>
          </a:bodyPr>
          <a:lstStyle/>
          <a:p>
            <a:r>
              <a:rPr lang="en-US" sz="1400" dirty="0"/>
              <a:t>Yes</a:t>
            </a:r>
          </a:p>
        </p:txBody>
      </p:sp>
      <p:cxnSp>
        <p:nvCxnSpPr>
          <p:cNvPr id="100" name="Connector: Elbow 99">
            <a:extLst>
              <a:ext uri="{FF2B5EF4-FFF2-40B4-BE49-F238E27FC236}">
                <a16:creationId xmlns:a16="http://schemas.microsoft.com/office/drawing/2014/main" id="{445730A7-D3A2-2CEE-57AC-9E655E861455}"/>
              </a:ext>
            </a:extLst>
          </p:cNvPr>
          <p:cNvCxnSpPr>
            <a:cxnSpLocks/>
            <a:stCxn id="63" idx="1"/>
            <a:endCxn id="17" idx="1"/>
          </p:cNvCxnSpPr>
          <p:nvPr/>
        </p:nvCxnSpPr>
        <p:spPr>
          <a:xfrm rot="10800000" flipH="1">
            <a:off x="7388836" y="4348626"/>
            <a:ext cx="384591" cy="658575"/>
          </a:xfrm>
          <a:prstGeom prst="bentConnector3">
            <a:avLst>
              <a:gd name="adj1" fmla="val -59440"/>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07" name="Connector: Elbow 106">
            <a:extLst>
              <a:ext uri="{FF2B5EF4-FFF2-40B4-BE49-F238E27FC236}">
                <a16:creationId xmlns:a16="http://schemas.microsoft.com/office/drawing/2014/main" id="{36856EFE-5A6D-798E-4B59-6731EABDBDA7}"/>
              </a:ext>
            </a:extLst>
          </p:cNvPr>
          <p:cNvCxnSpPr>
            <a:cxnSpLocks/>
          </p:cNvCxnSpPr>
          <p:nvPr/>
        </p:nvCxnSpPr>
        <p:spPr>
          <a:xfrm rot="10800000" flipV="1">
            <a:off x="6635302" y="1930573"/>
            <a:ext cx="337992" cy="389137"/>
          </a:xfrm>
          <a:prstGeom prst="bentConnector2">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12" name="Table 111">
            <a:extLst>
              <a:ext uri="{FF2B5EF4-FFF2-40B4-BE49-F238E27FC236}">
                <a16:creationId xmlns:a16="http://schemas.microsoft.com/office/drawing/2014/main" id="{9E4DD06A-A3BE-8129-BCC6-440CB40BDB81}"/>
              </a:ext>
            </a:extLst>
          </p:cNvPr>
          <p:cNvGraphicFramePr>
            <a:graphicFrameLocks noGrp="1"/>
          </p:cNvGraphicFramePr>
          <p:nvPr>
            <p:extLst>
              <p:ext uri="{D42A27DB-BD31-4B8C-83A1-F6EECF244321}">
                <p14:modId xmlns:p14="http://schemas.microsoft.com/office/powerpoint/2010/main" val="2923417769"/>
              </p:ext>
            </p:extLst>
          </p:nvPr>
        </p:nvGraphicFramePr>
        <p:xfrm>
          <a:off x="427124" y="2758875"/>
          <a:ext cx="6240815" cy="3179498"/>
        </p:xfrm>
        <a:graphic>
          <a:graphicData uri="http://schemas.openxmlformats.org/drawingml/2006/table">
            <a:tbl>
              <a:tblPr/>
              <a:tblGrid>
                <a:gridCol w="1620387">
                  <a:extLst>
                    <a:ext uri="{9D8B030D-6E8A-4147-A177-3AD203B41FA5}">
                      <a16:colId xmlns:a16="http://schemas.microsoft.com/office/drawing/2014/main" val="2405867938"/>
                    </a:ext>
                  </a:extLst>
                </a:gridCol>
                <a:gridCol w="2231462">
                  <a:extLst>
                    <a:ext uri="{9D8B030D-6E8A-4147-A177-3AD203B41FA5}">
                      <a16:colId xmlns:a16="http://schemas.microsoft.com/office/drawing/2014/main" val="2770440282"/>
                    </a:ext>
                  </a:extLst>
                </a:gridCol>
                <a:gridCol w="2388966">
                  <a:extLst>
                    <a:ext uri="{9D8B030D-6E8A-4147-A177-3AD203B41FA5}">
                      <a16:colId xmlns:a16="http://schemas.microsoft.com/office/drawing/2014/main" val="862397798"/>
                    </a:ext>
                  </a:extLst>
                </a:gridCol>
              </a:tblGrid>
              <a:tr h="257107">
                <a:tc>
                  <a:txBody>
                    <a:bodyPr/>
                    <a:lstStyle/>
                    <a:p>
                      <a:pPr>
                        <a:buNone/>
                      </a:pPr>
                      <a:r>
                        <a:rPr lang="en-US" sz="1400" dirty="0">
                          <a:effectLst/>
                        </a:rPr>
                        <a:t>Aspect</a:t>
                      </a:r>
                    </a:p>
                  </a:txBody>
                  <a:tcPr marL="66944" marR="66944" marT="33472" marB="33472" anchor="ctr">
                    <a:lnL w="12700" cap="flat" cmpd="sng" algn="ctr">
                      <a:solidFill>
                        <a:schemeClr val="tx1"/>
                      </a:solidFill>
                      <a:prstDash val="solid"/>
                      <a:round/>
                      <a:headEnd type="none" w="med" len="med"/>
                      <a:tailEnd type="none" w="med" len="med"/>
                    </a:lnL>
                    <a:lnR w="6350" cap="flat" cmpd="sng" algn="ctr">
                      <a:solidFill>
                        <a:srgbClr val="E6E6E6"/>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CP3‑Restricted</a:t>
                      </a:r>
                    </a:p>
                  </a:txBody>
                  <a:tcPr marL="66944" marR="66944" marT="33472" marB="33472"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Formal CP3</a:t>
                      </a:r>
                    </a:p>
                  </a:txBody>
                  <a:tcPr marL="66944" marR="66944" marT="33472" marB="33472" anchor="ctr">
                    <a:lnL w="6350" cap="flat" cmpd="sng" algn="ctr">
                      <a:solidFill>
                        <a:srgbClr val="E6E6E6"/>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726647310"/>
                  </a:ext>
                </a:extLst>
              </a:tr>
              <a:tr h="452811">
                <a:tc>
                  <a:txBody>
                    <a:bodyPr/>
                    <a:lstStyle/>
                    <a:p>
                      <a:pPr>
                        <a:buNone/>
                      </a:pPr>
                      <a:r>
                        <a:rPr lang="en-US" sz="1400" dirty="0">
                          <a:effectLst/>
                        </a:rPr>
                        <a:t>Purpose</a:t>
                      </a:r>
                    </a:p>
                  </a:txBody>
                  <a:tcPr marL="66944" marR="66944" marT="33472" marB="33472" anchor="ctr">
                    <a:lnL w="12700" cap="flat" cmpd="sng" algn="ctr">
                      <a:solidFill>
                        <a:schemeClr val="tx1"/>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Customer </a:t>
                      </a:r>
                      <a:r>
                        <a:rPr lang="en-US" sz="1400" b="1" dirty="0">
                          <a:effectLst/>
                        </a:rPr>
                        <a:t>integration testing only</a:t>
                      </a:r>
                      <a:endParaRPr lang="en-US" sz="1400" dirty="0">
                        <a:effectLst/>
                      </a:endParaRPr>
                    </a:p>
                  </a:txBody>
                  <a:tcPr marL="66944" marR="66944" marT="33472" marB="33472"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Pilot / UAT / CDR approval</a:t>
                      </a:r>
                    </a:p>
                  </a:txBody>
                  <a:tcPr marL="66944" marR="66944" marT="33472" marB="33472" anchor="ctr">
                    <a:lnL w="6350" cap="flat" cmpd="sng" algn="ctr">
                      <a:solidFill>
                        <a:srgbClr val="E6E6E6"/>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5723137"/>
                  </a:ext>
                </a:extLst>
              </a:tr>
              <a:tr h="553106">
                <a:tc>
                  <a:txBody>
                    <a:bodyPr/>
                    <a:lstStyle/>
                    <a:p>
                      <a:pPr>
                        <a:buNone/>
                      </a:pPr>
                      <a:r>
                        <a:rPr lang="en-US" sz="1400">
                          <a:effectLst/>
                        </a:rPr>
                        <a:t>Environment</a:t>
                      </a:r>
                    </a:p>
                  </a:txBody>
                  <a:tcPr marL="66944" marR="66944" marT="33472" marB="33472" anchor="ctr">
                    <a:lnL w="12700" cap="flat" cmpd="sng" algn="ctr">
                      <a:solidFill>
                        <a:schemeClr val="tx1"/>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Customer non‑production (restricted use)</a:t>
                      </a:r>
                    </a:p>
                  </a:txBody>
                  <a:tcPr marL="66944" marR="66944" marT="33472" marB="33472"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Customer production / staging</a:t>
                      </a:r>
                    </a:p>
                  </a:txBody>
                  <a:tcPr marL="66944" marR="66944" marT="33472" marB="33472" anchor="ctr">
                    <a:lnL w="6350" cap="flat" cmpd="sng" algn="ctr">
                      <a:solidFill>
                        <a:srgbClr val="E6E6E6"/>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93509955"/>
                  </a:ext>
                </a:extLst>
              </a:tr>
              <a:tr h="257107">
                <a:tc>
                  <a:txBody>
                    <a:bodyPr/>
                    <a:lstStyle/>
                    <a:p>
                      <a:pPr>
                        <a:buNone/>
                      </a:pPr>
                      <a:r>
                        <a:rPr lang="en-US" sz="1400" dirty="0">
                          <a:effectLst/>
                        </a:rPr>
                        <a:t>Production usage</a:t>
                      </a:r>
                    </a:p>
                  </a:txBody>
                  <a:tcPr marL="66944" marR="66944" marT="33472" marB="33472" anchor="ctr">
                    <a:lnL w="12700" cap="flat" cmpd="sng" algn="ctr">
                      <a:solidFill>
                        <a:schemeClr val="tx1"/>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a:effectLst/>
                        </a:rPr>
                        <a:t>❌ Not allowed</a:t>
                      </a:r>
                    </a:p>
                  </a:txBody>
                  <a:tcPr marL="66944" marR="66944" marT="33472" marB="33472"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a:effectLst/>
                        </a:rPr>
                        <a:t>✅ Allowed (controlled)</a:t>
                      </a:r>
                    </a:p>
                  </a:txBody>
                  <a:tcPr marL="66944" marR="66944" marT="33472" marB="33472" anchor="ctr">
                    <a:lnL w="6350" cap="flat" cmpd="sng" algn="ctr">
                      <a:solidFill>
                        <a:srgbClr val="E6E6E6"/>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38652090"/>
                  </a:ext>
                </a:extLst>
              </a:tr>
              <a:tr h="452811">
                <a:tc>
                  <a:txBody>
                    <a:bodyPr/>
                    <a:lstStyle/>
                    <a:p>
                      <a:pPr>
                        <a:buNone/>
                      </a:pPr>
                      <a:r>
                        <a:rPr lang="en-US" sz="1400" dirty="0">
                          <a:effectLst/>
                        </a:rPr>
                        <a:t>Test scope</a:t>
                      </a:r>
                    </a:p>
                  </a:txBody>
                  <a:tcPr marL="66944" marR="66944" marT="33472" marB="33472" anchor="ctr">
                    <a:lnL w="12700" cap="flat" cmpd="sng" algn="ctr">
                      <a:solidFill>
                        <a:schemeClr val="tx1"/>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a:effectLst/>
                        </a:rPr>
                        <a:t>Integration only</a:t>
                      </a:r>
                    </a:p>
                  </a:txBody>
                  <a:tcPr marL="66944" marR="66944" marT="33472" marB="33472"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a:effectLst/>
                        </a:rPr>
                        <a:t>Customer acceptance / Pilot</a:t>
                      </a:r>
                    </a:p>
                  </a:txBody>
                  <a:tcPr marL="66944" marR="66944" marT="33472" marB="33472" anchor="ctr">
                    <a:lnL w="6350" cap="flat" cmpd="sng" algn="ctr">
                      <a:solidFill>
                        <a:srgbClr val="E6E6E6"/>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69147984"/>
                  </a:ext>
                </a:extLst>
              </a:tr>
              <a:tr h="386194">
                <a:tc>
                  <a:txBody>
                    <a:bodyPr/>
                    <a:lstStyle/>
                    <a:p>
                      <a:pPr>
                        <a:buNone/>
                      </a:pPr>
                      <a:r>
                        <a:rPr lang="en-US" sz="1400">
                          <a:effectLst/>
                        </a:rPr>
                        <a:t>Defects logged as</a:t>
                      </a:r>
                    </a:p>
                  </a:txBody>
                  <a:tcPr marL="66944" marR="66944" marT="33472" marB="33472" anchor="ctr">
                    <a:lnL w="12700" cap="flat" cmpd="sng" algn="ctr">
                      <a:solidFill>
                        <a:schemeClr val="tx1"/>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Internal defects</a:t>
                      </a:r>
                    </a:p>
                  </a:txBody>
                  <a:tcPr marL="66944" marR="66944" marT="33472" marB="33472"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External defects (escapes)</a:t>
                      </a:r>
                    </a:p>
                  </a:txBody>
                  <a:tcPr marL="66944" marR="66944" marT="33472" marB="33472" anchor="ctr">
                    <a:lnL w="6350" cap="flat" cmpd="sng" algn="ctr">
                      <a:solidFill>
                        <a:srgbClr val="E6E6E6"/>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69181154"/>
                  </a:ext>
                </a:extLst>
              </a:tr>
              <a:tr h="257107">
                <a:tc>
                  <a:txBody>
                    <a:bodyPr/>
                    <a:lstStyle/>
                    <a:p>
                      <a:pPr>
                        <a:buNone/>
                      </a:pPr>
                      <a:r>
                        <a:rPr lang="en-US" sz="1400">
                          <a:effectLst/>
                        </a:rPr>
                        <a:t>Metrics tracked</a:t>
                      </a:r>
                    </a:p>
                  </a:txBody>
                  <a:tcPr marL="66944" marR="66944" marT="33472" marB="33472" anchor="ctr">
                    <a:lnL w="12700" cap="flat" cmpd="sng" algn="ctr">
                      <a:solidFill>
                        <a:schemeClr val="tx1"/>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Yes (restricted criteria)</a:t>
                      </a:r>
                    </a:p>
                  </a:txBody>
                  <a:tcPr marL="66944" marR="66944" marT="33472" marB="33472"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tc>
                  <a:txBody>
                    <a:bodyPr/>
                    <a:lstStyle/>
                    <a:p>
                      <a:pPr>
                        <a:buNone/>
                      </a:pPr>
                      <a:r>
                        <a:rPr lang="en-US" sz="1400">
                          <a:effectLst/>
                        </a:rPr>
                        <a:t>Yes (standard CP3)</a:t>
                      </a:r>
                    </a:p>
                  </a:txBody>
                  <a:tcPr marL="66944" marR="66944" marT="33472" marB="33472" anchor="ctr">
                    <a:lnL w="6350" cap="flat" cmpd="sng" algn="ctr">
                      <a:solidFill>
                        <a:srgbClr val="E6E6E6"/>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17902724"/>
                  </a:ext>
                </a:extLst>
              </a:tr>
              <a:tr h="452811">
                <a:tc>
                  <a:txBody>
                    <a:bodyPr/>
                    <a:lstStyle/>
                    <a:p>
                      <a:pPr>
                        <a:buNone/>
                      </a:pPr>
                      <a:r>
                        <a:rPr lang="en-US" sz="1400">
                          <a:effectLst/>
                        </a:rPr>
                        <a:t>Required for Pilot?</a:t>
                      </a:r>
                    </a:p>
                  </a:txBody>
                  <a:tcPr marL="66944" marR="66944" marT="33472" marB="33472" anchor="ctr">
                    <a:lnL w="12700" cap="flat" cmpd="sng" algn="ctr">
                      <a:solidFill>
                        <a:schemeClr val="tx1"/>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 No</a:t>
                      </a:r>
                    </a:p>
                  </a:txBody>
                  <a:tcPr marL="66944" marR="66944" marT="33472" marB="33472"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buNone/>
                      </a:pPr>
                      <a:r>
                        <a:rPr lang="en-US" sz="1400" dirty="0">
                          <a:effectLst/>
                        </a:rPr>
                        <a:t>✅ Yes</a:t>
                      </a:r>
                    </a:p>
                  </a:txBody>
                  <a:tcPr marL="66944" marR="66944" marT="33472" marB="33472" anchor="ctr">
                    <a:lnL w="6350" cap="flat" cmpd="sng" algn="ctr">
                      <a:solidFill>
                        <a:srgbClr val="E6E6E6"/>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456771052"/>
                  </a:ext>
                </a:extLst>
              </a:tr>
            </a:tbl>
          </a:graphicData>
        </a:graphic>
      </p:graphicFrame>
      <p:sp>
        <p:nvSpPr>
          <p:cNvPr id="3" name="TextBox 2">
            <a:extLst>
              <a:ext uri="{FF2B5EF4-FFF2-40B4-BE49-F238E27FC236}">
                <a16:creationId xmlns:a16="http://schemas.microsoft.com/office/drawing/2014/main" id="{60040B3C-476F-FADE-945C-8EAB72EB8F78}"/>
              </a:ext>
            </a:extLst>
          </p:cNvPr>
          <p:cNvSpPr txBox="1"/>
          <p:nvPr/>
        </p:nvSpPr>
        <p:spPr>
          <a:xfrm>
            <a:off x="1962718" y="5955050"/>
            <a:ext cx="2400300" cy="384721"/>
          </a:xfrm>
          <a:prstGeom prst="rect">
            <a:avLst/>
          </a:prstGeom>
          <a:noFill/>
        </p:spPr>
        <p:txBody>
          <a:bodyPr wrap="square" rtlCol="0">
            <a:spAutoFit/>
          </a:bodyPr>
          <a:lstStyle/>
          <a:p>
            <a:r>
              <a:rPr lang="en-US" sz="1900" dirty="0"/>
              <a:t>CATO: Not Required</a:t>
            </a:r>
          </a:p>
        </p:txBody>
      </p:sp>
      <p:sp>
        <p:nvSpPr>
          <p:cNvPr id="4" name="TextBox 3">
            <a:extLst>
              <a:ext uri="{FF2B5EF4-FFF2-40B4-BE49-F238E27FC236}">
                <a16:creationId xmlns:a16="http://schemas.microsoft.com/office/drawing/2014/main" id="{206CF1C4-E2E0-39A5-E770-30EDC6169F22}"/>
              </a:ext>
            </a:extLst>
          </p:cNvPr>
          <p:cNvSpPr txBox="1"/>
          <p:nvPr/>
        </p:nvSpPr>
        <p:spPr>
          <a:xfrm>
            <a:off x="4363018" y="5958029"/>
            <a:ext cx="2400300" cy="384721"/>
          </a:xfrm>
          <a:prstGeom prst="rect">
            <a:avLst/>
          </a:prstGeom>
          <a:noFill/>
        </p:spPr>
        <p:txBody>
          <a:bodyPr wrap="square" rtlCol="0">
            <a:spAutoFit/>
          </a:bodyPr>
          <a:lstStyle/>
          <a:p>
            <a:r>
              <a:rPr lang="en-US" sz="1900" dirty="0"/>
              <a:t>CATO: </a:t>
            </a:r>
            <a:r>
              <a:rPr lang="en-US" sz="1900" dirty="0">
                <a:solidFill>
                  <a:schemeClr val="tx2"/>
                </a:solidFill>
              </a:rPr>
              <a:t>Required</a:t>
            </a:r>
          </a:p>
        </p:txBody>
      </p:sp>
    </p:spTree>
    <p:extLst>
      <p:ext uri="{BB962C8B-B14F-4D97-AF65-F5344CB8AC3E}">
        <p14:creationId xmlns:p14="http://schemas.microsoft.com/office/powerpoint/2010/main" val="3613971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2EC6E5-9E0F-488A-9747-261D5D547A2D}"/>
              </a:ext>
            </a:extLst>
          </p:cNvPr>
          <p:cNvSpPr>
            <a:spLocks noGrp="1"/>
          </p:cNvSpPr>
          <p:nvPr>
            <p:ph idx="1"/>
          </p:nvPr>
        </p:nvSpPr>
        <p:spPr>
          <a:xfrm>
            <a:off x="506613" y="712153"/>
            <a:ext cx="11075678" cy="5107940"/>
          </a:xfrm>
        </p:spPr>
        <p:txBody>
          <a:bodyPr/>
          <a:lstStyle/>
          <a:p>
            <a:pPr>
              <a:spcBef>
                <a:spcPts val="0"/>
              </a:spcBef>
              <a:buFont typeface="Wingdings" panose="05000000000000000000" pitchFamily="2" charset="2"/>
              <a:buChar char="Ø"/>
            </a:pPr>
            <a:r>
              <a:rPr lang="en-US" sz="1800" b="1" dirty="0"/>
              <a:t>Engineering &amp; Technical Reviews:</a:t>
            </a:r>
          </a:p>
          <a:p>
            <a:pPr lvl="1">
              <a:spcBef>
                <a:spcPts val="0"/>
              </a:spcBef>
              <a:buFont typeface="Arial" panose="020B0604020202020204" pitchFamily="34" charset="0"/>
              <a:buChar char="•"/>
            </a:pPr>
            <a:r>
              <a:rPr lang="en-US" sz="1400" dirty="0"/>
              <a:t>Technical reviews must include- Who reviewed, When the review occurred, Minutes/outcomes, Actions tracked to closure</a:t>
            </a:r>
          </a:p>
          <a:p>
            <a:pPr lvl="1">
              <a:spcBef>
                <a:spcPts val="0"/>
              </a:spcBef>
              <a:buFont typeface="Arial" panose="020B0604020202020204" pitchFamily="34" charset="0"/>
              <a:buChar char="•"/>
            </a:pPr>
            <a:r>
              <a:rPr lang="en-US" sz="1400" dirty="0"/>
              <a:t>If a design review is </a:t>
            </a:r>
            <a:r>
              <a:rPr lang="en-US" sz="1400" b="1" dirty="0"/>
              <a:t>not required</a:t>
            </a:r>
            <a:r>
              <a:rPr lang="en-US" sz="1400" dirty="0"/>
              <a:t>, an </a:t>
            </a:r>
            <a:r>
              <a:rPr lang="en-US" sz="1400" b="1" dirty="0"/>
              <a:t>affirmative statement </a:t>
            </a:r>
            <a:r>
              <a:rPr lang="en-US" sz="1400" dirty="0"/>
              <a:t>is required stating why</a:t>
            </a:r>
          </a:p>
          <a:p>
            <a:pPr marL="329184" lvl="1" indent="0">
              <a:spcBef>
                <a:spcPts val="0"/>
              </a:spcBef>
              <a:buNone/>
            </a:pPr>
            <a:endParaRPr lang="en-US" sz="1000" dirty="0"/>
          </a:p>
          <a:p>
            <a:pPr marL="274320" lvl="1" indent="-274320">
              <a:spcBef>
                <a:spcPts val="0"/>
              </a:spcBef>
              <a:buFont typeface="Wingdings" panose="05000000000000000000" pitchFamily="2" charset="2"/>
              <a:buChar char="Ø"/>
            </a:pPr>
            <a:r>
              <a:rPr lang="en-US" sz="1800" b="1" dirty="0"/>
              <a:t>Testing Expectations:</a:t>
            </a:r>
          </a:p>
          <a:p>
            <a:pPr lvl="1">
              <a:spcBef>
                <a:spcPts val="0"/>
              </a:spcBef>
              <a:buFont typeface="Arial" panose="020B0604020202020204" pitchFamily="34" charset="0"/>
              <a:buChar char="•"/>
            </a:pPr>
            <a:r>
              <a:rPr lang="en-US" sz="1400" dirty="0"/>
              <a:t>All required Wabtec tests completed and reviewed</a:t>
            </a:r>
          </a:p>
          <a:p>
            <a:pPr lvl="1">
              <a:spcBef>
                <a:spcPts val="0"/>
              </a:spcBef>
              <a:buFont typeface="Arial" panose="020B0604020202020204" pitchFamily="34" charset="0"/>
              <a:buChar char="•"/>
            </a:pPr>
            <a:r>
              <a:rPr lang="en-US" sz="1400" dirty="0"/>
              <a:t>Manual testing- Evidence of execution, Results reviewed and approved</a:t>
            </a:r>
          </a:p>
          <a:p>
            <a:pPr lvl="1">
              <a:spcBef>
                <a:spcPts val="0"/>
              </a:spcBef>
              <a:buFont typeface="Arial" panose="020B0604020202020204" pitchFamily="34" charset="0"/>
              <a:buChar char="•"/>
            </a:pPr>
            <a:r>
              <a:rPr lang="en-US" sz="1400" dirty="0"/>
              <a:t>Automated testing- Automation must be validated and approved, Pass / Fail results are acceptable once automation is approved.</a:t>
            </a:r>
          </a:p>
          <a:p>
            <a:pPr marL="329184" lvl="1" indent="0">
              <a:spcBef>
                <a:spcPts val="0"/>
              </a:spcBef>
              <a:buNone/>
            </a:pPr>
            <a:endParaRPr lang="en-US" sz="1000" dirty="0"/>
          </a:p>
          <a:p>
            <a:pPr marL="274320" lvl="1" indent="-274320">
              <a:spcBef>
                <a:spcPts val="0"/>
              </a:spcBef>
              <a:buFont typeface="Wingdings" panose="05000000000000000000" pitchFamily="2" charset="2"/>
              <a:buChar char="Ø"/>
            </a:pPr>
            <a:r>
              <a:rPr lang="en-US" sz="1800" b="1" dirty="0"/>
              <a:t>Defects/Backlog Status:</a:t>
            </a:r>
          </a:p>
          <a:p>
            <a:pPr lvl="1">
              <a:spcBef>
                <a:spcPts val="0"/>
              </a:spcBef>
              <a:buFont typeface="Arial" panose="020B0604020202020204" pitchFamily="34" charset="0"/>
              <a:buChar char="•"/>
            </a:pPr>
            <a:r>
              <a:rPr lang="en-US" sz="1400" dirty="0"/>
              <a:t>All defects and user stories must be in a terminal state</a:t>
            </a:r>
          </a:p>
          <a:p>
            <a:pPr lvl="1">
              <a:spcBef>
                <a:spcPts val="0"/>
              </a:spcBef>
              <a:buFont typeface="Arial" panose="020B0604020202020204" pitchFamily="34" charset="0"/>
              <a:buChar char="•"/>
            </a:pPr>
            <a:r>
              <a:rPr lang="en-US" sz="1400" dirty="0"/>
              <a:t>Deferred defects must be: Documented, Reviewed by Engineering and Product Management, High‑impact defects communicated and approved (including by customer if applicable)</a:t>
            </a:r>
          </a:p>
          <a:p>
            <a:pPr marL="329184" lvl="1" indent="0">
              <a:spcBef>
                <a:spcPts val="0"/>
              </a:spcBef>
              <a:buNone/>
            </a:pPr>
            <a:endParaRPr lang="en-US" sz="1000" dirty="0"/>
          </a:p>
          <a:p>
            <a:pPr marL="274320" lvl="1" indent="-274320">
              <a:spcBef>
                <a:spcPts val="0"/>
              </a:spcBef>
              <a:buFont typeface="Wingdings" panose="05000000000000000000" pitchFamily="2" charset="2"/>
              <a:buChar char="Ø"/>
            </a:pPr>
            <a:r>
              <a:rPr lang="en-US" sz="1800" b="1" dirty="0"/>
              <a:t>Release Readiness – Objective Evidence Required:</a:t>
            </a:r>
          </a:p>
          <a:p>
            <a:pPr lvl="1">
              <a:spcBef>
                <a:spcPts val="0"/>
              </a:spcBef>
              <a:buFont typeface="Arial" panose="020B0604020202020204" pitchFamily="34" charset="0"/>
              <a:buChar char="•"/>
            </a:pPr>
            <a:r>
              <a:rPr lang="en-US" sz="1400" dirty="0"/>
              <a:t>All readiness assessments must be supported by </a:t>
            </a:r>
            <a:r>
              <a:rPr lang="en-US" sz="1400" b="1" dirty="0"/>
              <a:t>objective evidence</a:t>
            </a:r>
          </a:p>
          <a:p>
            <a:pPr lvl="1">
              <a:spcBef>
                <a:spcPts val="0"/>
              </a:spcBef>
              <a:buFont typeface="Arial" panose="020B0604020202020204" pitchFamily="34" charset="0"/>
              <a:buChar char="•"/>
            </a:pPr>
            <a:r>
              <a:rPr lang="en-US" sz="1400" dirty="0"/>
              <a:t>Evidence must be </a:t>
            </a:r>
            <a:r>
              <a:rPr lang="en-US" sz="1400" b="1" dirty="0"/>
              <a:t>reviewable by someone independent of execution</a:t>
            </a:r>
          </a:p>
          <a:p>
            <a:pPr lvl="1">
              <a:spcBef>
                <a:spcPts val="0"/>
              </a:spcBef>
              <a:buFont typeface="Arial" panose="020B0604020202020204" pitchFamily="34" charset="0"/>
              <a:buChar char="•"/>
            </a:pPr>
            <a:r>
              <a:rPr lang="en-US" sz="1400" dirty="0"/>
              <a:t>“Work completed” statements </a:t>
            </a:r>
            <a:r>
              <a:rPr lang="en-US" sz="1400" b="1" dirty="0"/>
              <a:t>without evidence are insufficient</a:t>
            </a:r>
          </a:p>
          <a:p>
            <a:pPr lvl="1">
              <a:spcBef>
                <a:spcPts val="0"/>
              </a:spcBef>
              <a:buFont typeface="Arial" panose="020B0604020202020204" pitchFamily="34" charset="0"/>
              <a:buChar char="•"/>
            </a:pPr>
            <a:endParaRPr lang="en-US" sz="1000" b="1" dirty="0"/>
          </a:p>
          <a:p>
            <a:pPr marL="274320" lvl="1" indent="-274320">
              <a:spcBef>
                <a:spcPts val="0"/>
              </a:spcBef>
              <a:buFont typeface="Wingdings" panose="05000000000000000000" pitchFamily="2" charset="2"/>
              <a:buChar char="Ø"/>
            </a:pPr>
            <a:r>
              <a:rPr lang="en-US" sz="1800" b="1" dirty="0"/>
              <a:t>Clarity Milestones and Metrics Enabled:</a:t>
            </a:r>
          </a:p>
          <a:p>
            <a:pPr lvl="1">
              <a:spcBef>
                <a:spcPts val="0"/>
              </a:spcBef>
              <a:buFont typeface="Arial" panose="020B0604020202020204" pitchFamily="34" charset="0"/>
              <a:buChar char="•"/>
            </a:pPr>
            <a:r>
              <a:rPr lang="en-US" sz="1400" dirty="0"/>
              <a:t>All Control Points or Milestones have dates in Clarity.</a:t>
            </a:r>
            <a:endParaRPr lang="en-US" sz="1400" b="1" dirty="0"/>
          </a:p>
          <a:p>
            <a:pPr lvl="1">
              <a:spcBef>
                <a:spcPts val="0"/>
              </a:spcBef>
              <a:buFont typeface="Arial" panose="020B0604020202020204" pitchFamily="34" charset="0"/>
              <a:buChar char="•"/>
            </a:pPr>
            <a:r>
              <a:rPr lang="en-US" sz="1400" dirty="0"/>
              <a:t>Appropriate flags enabled for OTD, FPY, COPQ, etc.</a:t>
            </a:r>
            <a:endParaRPr lang="en-US" sz="1400" b="1" dirty="0"/>
          </a:p>
          <a:p>
            <a:pPr lvl="1">
              <a:spcBef>
                <a:spcPts val="0"/>
              </a:spcBef>
              <a:buFont typeface="Arial" panose="020B0604020202020204" pitchFamily="34" charset="0"/>
              <a:buChar char="•"/>
            </a:pPr>
            <a:endParaRPr lang="en-US" sz="1400" b="1" dirty="0"/>
          </a:p>
        </p:txBody>
      </p:sp>
      <p:sp>
        <p:nvSpPr>
          <p:cNvPr id="3" name="Title 2">
            <a:extLst>
              <a:ext uri="{FF2B5EF4-FFF2-40B4-BE49-F238E27FC236}">
                <a16:creationId xmlns:a16="http://schemas.microsoft.com/office/drawing/2014/main" id="{B2ED9996-85B8-495D-9372-A6E1003841EF}"/>
              </a:ext>
            </a:extLst>
          </p:cNvPr>
          <p:cNvSpPr>
            <a:spLocks noGrp="1"/>
          </p:cNvSpPr>
          <p:nvPr>
            <p:ph type="title"/>
          </p:nvPr>
        </p:nvSpPr>
        <p:spPr>
          <a:xfrm>
            <a:off x="506613" y="0"/>
            <a:ext cx="11733927" cy="598714"/>
          </a:xfrm>
        </p:spPr>
        <p:txBody>
          <a:bodyPr/>
          <a:lstStyle/>
          <a:p>
            <a:r>
              <a:rPr lang="en-US" dirty="0"/>
              <a:t>Quality Audit for Release Readiness Reviews</a:t>
            </a:r>
          </a:p>
        </p:txBody>
      </p:sp>
      <p:sp>
        <p:nvSpPr>
          <p:cNvPr id="5" name="Rectangle: Rounded Corners 4">
            <a:extLst>
              <a:ext uri="{FF2B5EF4-FFF2-40B4-BE49-F238E27FC236}">
                <a16:creationId xmlns:a16="http://schemas.microsoft.com/office/drawing/2014/main" id="{4AF36E47-B582-4D07-A5B2-A188E5B9CE4B}"/>
              </a:ext>
            </a:extLst>
          </p:cNvPr>
          <p:cNvSpPr/>
          <p:nvPr/>
        </p:nvSpPr>
        <p:spPr>
          <a:xfrm>
            <a:off x="2536371" y="6163824"/>
            <a:ext cx="6749143" cy="442674"/>
          </a:xfrm>
          <a:prstGeom prst="roundRect">
            <a:avLst/>
          </a:prstGeom>
          <a:solidFill>
            <a:schemeClr val="tx1"/>
          </a:solidFill>
        </p:spPr>
        <p:txBody>
          <a:bodyPr wrap="square" rtlCol="0" anchor="ctr">
            <a:spAutoFit/>
          </a:bodyPr>
          <a:lstStyle/>
          <a:p>
            <a:pPr algn="ctr"/>
            <a:r>
              <a:rPr lang="en-US" sz="2000" b="1" spc="-150" dirty="0">
                <a:solidFill>
                  <a:srgbClr val="FFFFFF"/>
                </a:solidFill>
                <a:latin typeface="Arial" pitchFamily="34" charset="0"/>
                <a:cs typeface="Arial" pitchFamily="34" charset="0"/>
              </a:rPr>
              <a:t>Based </a:t>
            </a:r>
            <a:r>
              <a:rPr lang="en-US" sz="2000" b="1" u="sng" spc="-150" dirty="0">
                <a:solidFill>
                  <a:srgbClr val="FFFFFF"/>
                </a:solidFill>
                <a:latin typeface="Arial" pitchFamily="34" charset="0"/>
                <a:cs typeface="Arial" pitchFamily="34" charset="0"/>
              </a:rPr>
              <a:t>primarily</a:t>
            </a:r>
            <a:r>
              <a:rPr lang="en-US" sz="2000" b="1" spc="-150" dirty="0">
                <a:solidFill>
                  <a:srgbClr val="FFFFFF"/>
                </a:solidFill>
                <a:latin typeface="Arial" pitchFamily="34" charset="0"/>
                <a:cs typeface="Arial" pitchFamily="34" charset="0"/>
              </a:rPr>
              <a:t> on YOUR Processes and DOD</a:t>
            </a:r>
          </a:p>
        </p:txBody>
      </p:sp>
      <p:sp>
        <p:nvSpPr>
          <p:cNvPr id="8" name="TextBox 7">
            <a:extLst>
              <a:ext uri="{FF2B5EF4-FFF2-40B4-BE49-F238E27FC236}">
                <a16:creationId xmlns:a16="http://schemas.microsoft.com/office/drawing/2014/main" id="{1187CDA4-EDE5-0F9D-D4F8-0209D1774D0F}"/>
              </a:ext>
            </a:extLst>
          </p:cNvPr>
          <p:cNvSpPr txBox="1"/>
          <p:nvPr/>
        </p:nvSpPr>
        <p:spPr>
          <a:xfrm>
            <a:off x="177488" y="5838070"/>
            <a:ext cx="11733927" cy="307777"/>
          </a:xfrm>
          <a:prstGeom prst="rect">
            <a:avLst/>
          </a:prstGeom>
          <a:noFill/>
        </p:spPr>
        <p:txBody>
          <a:bodyPr wrap="square" lIns="91440" tIns="45720" rIns="91440" bIns="45720" anchor="t">
            <a:spAutoFit/>
          </a:bodyPr>
          <a:lstStyle/>
          <a:p>
            <a:pPr marL="0" marR="0" lvl="0" indent="0" algn="ctr" defTabSz="608013">
              <a:lnSpc>
                <a:spcPct val="100000"/>
              </a:lnSpc>
              <a:spcBef>
                <a:spcPct val="0"/>
              </a:spcBef>
              <a:spcAft>
                <a:spcPct val="0"/>
              </a:spcAft>
              <a:buClrTx/>
              <a:buSzTx/>
              <a:buFontTx/>
              <a:buNone/>
              <a:tabLst/>
              <a:defRPr/>
            </a:pPr>
            <a:r>
              <a:rPr kumimoji="0" lang="en-US" sz="1400" b="1" i="0" u="none" strike="noStrike" kern="1200" cap="none" spc="-150" normalizeH="0" baseline="0" noProof="0" dirty="0">
                <a:ln>
                  <a:noFill/>
                </a:ln>
                <a:effectLst/>
                <a:uLnTx/>
                <a:uFillTx/>
                <a:latin typeface="Arial"/>
                <a:ea typeface="ＭＳ Ｐゴシック"/>
                <a:cs typeface="Arial"/>
              </a:rPr>
              <a:t>Note : Approval confirms readiness for Pilot / Field Test / CDR.  Approval does not imply zero risk — it confirms risk is understood and accepted</a:t>
            </a:r>
            <a:endParaRPr lang="en-US" dirty="0">
              <a:latin typeface="Arial"/>
              <a:ea typeface="ＭＳ Ｐゴシック"/>
              <a:cs typeface="Arial"/>
            </a:endParaRPr>
          </a:p>
        </p:txBody>
      </p:sp>
    </p:spTree>
    <p:extLst>
      <p:ext uri="{BB962C8B-B14F-4D97-AF65-F5344CB8AC3E}">
        <p14:creationId xmlns:p14="http://schemas.microsoft.com/office/powerpoint/2010/main" val="3564037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8479B5-19CD-765E-5C45-E1784A3FE5EC}"/>
              </a:ext>
            </a:extLst>
          </p:cNvPr>
          <p:cNvPicPr>
            <a:picLocks noChangeAspect="1"/>
          </p:cNvPicPr>
          <p:nvPr/>
        </p:nvPicPr>
        <p:blipFill rotWithShape="1">
          <a:blip r:embed="rId2"/>
          <a:srcRect b="11789"/>
          <a:stretch/>
        </p:blipFill>
        <p:spPr>
          <a:xfrm>
            <a:off x="1110651" y="670575"/>
            <a:ext cx="3414431" cy="2212148"/>
          </a:xfrm>
          <a:prstGeom prst="rect">
            <a:avLst/>
          </a:prstGeom>
        </p:spPr>
      </p:pic>
      <p:sp>
        <p:nvSpPr>
          <p:cNvPr id="2" name="Title 1">
            <a:extLst>
              <a:ext uri="{FF2B5EF4-FFF2-40B4-BE49-F238E27FC236}">
                <a16:creationId xmlns:a16="http://schemas.microsoft.com/office/drawing/2014/main" id="{80EFDF43-8CED-AA10-0647-83DC539B00E8}"/>
              </a:ext>
            </a:extLst>
          </p:cNvPr>
          <p:cNvSpPr>
            <a:spLocks noGrp="1"/>
          </p:cNvSpPr>
          <p:nvPr>
            <p:ph type="title"/>
          </p:nvPr>
        </p:nvSpPr>
        <p:spPr/>
        <p:txBody>
          <a:bodyPr/>
          <a:lstStyle/>
          <a:p>
            <a:r>
              <a:rPr lang="en-US"/>
              <a:t>RAILS 4: Hold Pilot through Production</a:t>
            </a:r>
          </a:p>
        </p:txBody>
      </p:sp>
      <p:sp>
        <p:nvSpPr>
          <p:cNvPr id="5" name="TextBox 4">
            <a:extLst>
              <a:ext uri="{FF2B5EF4-FFF2-40B4-BE49-F238E27FC236}">
                <a16:creationId xmlns:a16="http://schemas.microsoft.com/office/drawing/2014/main" id="{8B94D597-6292-9D8B-B216-018CDEFBC76C}"/>
              </a:ext>
            </a:extLst>
          </p:cNvPr>
          <p:cNvSpPr txBox="1"/>
          <p:nvPr/>
        </p:nvSpPr>
        <p:spPr>
          <a:xfrm>
            <a:off x="142881" y="2873198"/>
            <a:ext cx="6686544" cy="349326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dirty="0">
                <a:latin typeface="Tahoma"/>
                <a:ea typeface="ＭＳ Ｐゴシック"/>
              </a:rPr>
              <a:t>Complete customer Pilot / User Acceptance Test / Commissioning and Cutover (Systems Projects)</a:t>
            </a:r>
          </a:p>
          <a:p>
            <a:endParaRPr lang="en-US" sz="500" dirty="0"/>
          </a:p>
          <a:p>
            <a:pPr marL="285750" indent="-285750">
              <a:buFont typeface="Arial" panose="020B0604020202020204" pitchFamily="34" charset="0"/>
              <a:buChar char="•"/>
            </a:pPr>
            <a:r>
              <a:rPr lang="en-US" sz="1400" dirty="0">
                <a:latin typeface="Tahoma"/>
                <a:ea typeface="ＭＳ Ｐゴシック"/>
              </a:rPr>
              <a:t>Purpose: evaluate the information from the initial deliveries, including both internal review of data, and customer feedback, and evaluate if it is acceptable to deploy this product or project in revenue service</a:t>
            </a:r>
          </a:p>
          <a:p>
            <a:endParaRPr lang="en-US" sz="500" dirty="0"/>
          </a:p>
          <a:p>
            <a:pPr marL="285750" indent="-285750">
              <a:buFont typeface="Arial" panose="020B0604020202020204" pitchFamily="34" charset="0"/>
              <a:buChar char="•"/>
            </a:pPr>
            <a:r>
              <a:rPr lang="en-US" sz="1400" dirty="0">
                <a:latin typeface="Tahoma"/>
                <a:ea typeface="ＭＳ Ｐゴシック"/>
              </a:rPr>
              <a:t>Review and approve changes between pilot and production or submittal and customer acceptance</a:t>
            </a:r>
          </a:p>
          <a:p>
            <a:endParaRPr lang="en-US" sz="500" dirty="0">
              <a:latin typeface="Tahoma"/>
              <a:ea typeface="ＭＳ Ｐゴシック"/>
            </a:endParaRPr>
          </a:p>
          <a:p>
            <a:pPr marL="285750" indent="-285750">
              <a:buFont typeface="Arial" panose="020B0604020202020204" pitchFamily="34" charset="0"/>
              <a:buChar char="•"/>
            </a:pPr>
            <a:r>
              <a:rPr lang="en-US" sz="1400" dirty="0">
                <a:latin typeface="Tahoma"/>
                <a:ea typeface="ＭＳ Ｐゴシック"/>
              </a:rPr>
              <a:t>Ensure full business is ready to support production, for ex.: FAI / PPAP completed; Spares strategy in place; Volume manufacturing capable; Training material in place; Market launch materials available; Defect tracking system in place and working</a:t>
            </a:r>
          </a:p>
          <a:p>
            <a:endParaRPr lang="en-US" sz="500" dirty="0">
              <a:latin typeface="Tahoma"/>
              <a:ea typeface="ＭＳ Ｐゴシック"/>
            </a:endParaRPr>
          </a:p>
          <a:p>
            <a:pPr marL="285750" indent="-285750">
              <a:buFont typeface="Arial" panose="020B0604020202020204" pitchFamily="34" charset="0"/>
              <a:buChar char="•"/>
            </a:pPr>
            <a:r>
              <a:rPr lang="en-US" sz="1400" dirty="0">
                <a:latin typeface="Tahoma"/>
                <a:ea typeface="ＭＳ Ｐゴシック"/>
              </a:rPr>
              <a:t>Hold Control Point 4  </a:t>
            </a:r>
          </a:p>
          <a:p>
            <a:endParaRPr lang="en-US" sz="500" dirty="0">
              <a:latin typeface="Tahoma"/>
              <a:ea typeface="ＭＳ Ｐゴシック"/>
            </a:endParaRPr>
          </a:p>
          <a:p>
            <a:pPr marL="285750" indent="-285750">
              <a:buFont typeface="Arial" panose="020B0604020202020204" pitchFamily="34" charset="0"/>
              <a:buChar char="•"/>
            </a:pPr>
            <a:r>
              <a:rPr lang="en-US" sz="1400" dirty="0"/>
              <a:t>After CP4 is approved, schedule a Lessons Learned Review with the team within 4 weeks.  </a:t>
            </a:r>
          </a:p>
        </p:txBody>
      </p:sp>
      <p:sp>
        <p:nvSpPr>
          <p:cNvPr id="6" name="Rectangle: Rounded Corners 5">
            <a:extLst>
              <a:ext uri="{FF2B5EF4-FFF2-40B4-BE49-F238E27FC236}">
                <a16:creationId xmlns:a16="http://schemas.microsoft.com/office/drawing/2014/main" id="{0A8F719F-3065-8FC9-618B-310E32D99F47}"/>
              </a:ext>
            </a:extLst>
          </p:cNvPr>
          <p:cNvSpPr/>
          <p:nvPr/>
        </p:nvSpPr>
        <p:spPr>
          <a:xfrm>
            <a:off x="7007670" y="1032389"/>
            <a:ext cx="4204528" cy="404952"/>
          </a:xfrm>
          <a:prstGeom prst="roundRect">
            <a:avLst/>
          </a:prstGeom>
          <a:solidFill>
            <a:schemeClr val="tx2"/>
          </a:solidFill>
        </p:spPr>
        <p:txBody>
          <a:bodyPr wrap="none" rtlCol="0" anchor="ctr">
            <a:noAutofit/>
          </a:bodyPr>
          <a:lstStyle/>
          <a:p>
            <a:pPr algn="ctr"/>
            <a:r>
              <a:rPr lang="en-US" sz="1600" b="1" spc="-150">
                <a:solidFill>
                  <a:srgbClr val="FFFFFF"/>
                </a:solidFill>
                <a:latin typeface="Arial" pitchFamily="34" charset="0"/>
                <a:cs typeface="Arial" pitchFamily="34" charset="0"/>
              </a:rPr>
              <a:t>Control Point 3 held</a:t>
            </a:r>
          </a:p>
        </p:txBody>
      </p:sp>
      <p:sp>
        <p:nvSpPr>
          <p:cNvPr id="19" name="Rectangle: Rounded Corners 18">
            <a:extLst>
              <a:ext uri="{FF2B5EF4-FFF2-40B4-BE49-F238E27FC236}">
                <a16:creationId xmlns:a16="http://schemas.microsoft.com/office/drawing/2014/main" id="{A8B4142B-CE16-B5EF-E914-C35489F69666}"/>
              </a:ext>
            </a:extLst>
          </p:cNvPr>
          <p:cNvSpPr/>
          <p:nvPr/>
        </p:nvSpPr>
        <p:spPr>
          <a:xfrm>
            <a:off x="7007670" y="4950093"/>
            <a:ext cx="4204528" cy="404952"/>
          </a:xfrm>
          <a:prstGeom prst="roundRect">
            <a:avLst/>
          </a:prstGeom>
          <a:solidFill>
            <a:schemeClr val="tx2"/>
          </a:solidFill>
          <a:ln>
            <a:solidFill>
              <a:schemeClr val="tx2"/>
            </a:solidFill>
          </a:ln>
        </p:spPr>
        <p:txBody>
          <a:bodyPr wrap="none" lIns="91440" tIns="45720" rIns="91440" bIns="45720" rtlCol="0" anchor="ctr">
            <a:noAutofit/>
          </a:bodyPr>
          <a:lstStyle/>
          <a:p>
            <a:pPr algn="ctr"/>
            <a:r>
              <a:rPr lang="en-US" sz="1600" b="1" spc="-150" dirty="0">
                <a:solidFill>
                  <a:schemeClr val="bg1"/>
                </a:solidFill>
                <a:latin typeface="Arial"/>
                <a:ea typeface="ＭＳ Ｐゴシック"/>
                <a:cs typeface="Arial"/>
              </a:rPr>
              <a:t>Production \ Project Release Readiness Review</a:t>
            </a:r>
          </a:p>
        </p:txBody>
      </p:sp>
      <p:sp>
        <p:nvSpPr>
          <p:cNvPr id="10" name="Rectangle: Rounded Corners 9">
            <a:extLst>
              <a:ext uri="{FF2B5EF4-FFF2-40B4-BE49-F238E27FC236}">
                <a16:creationId xmlns:a16="http://schemas.microsoft.com/office/drawing/2014/main" id="{742B49E9-424D-EA32-D69A-DD9F0424A805}"/>
              </a:ext>
            </a:extLst>
          </p:cNvPr>
          <p:cNvSpPr/>
          <p:nvPr/>
        </p:nvSpPr>
        <p:spPr>
          <a:xfrm>
            <a:off x="7007670" y="1817908"/>
            <a:ext cx="4204528" cy="521762"/>
          </a:xfrm>
          <a:prstGeom prst="roundRect">
            <a:avLst/>
          </a:prstGeom>
          <a:solidFill>
            <a:schemeClr val="tx2"/>
          </a:solidFill>
        </p:spPr>
        <p:txBody>
          <a:bodyPr wrap="none" lIns="91440" tIns="45720" rIns="91440" bIns="45720" rtlCol="0" anchor="ctr">
            <a:noAutofit/>
          </a:bodyPr>
          <a:lstStyle/>
          <a:p>
            <a:pPr algn="ctr"/>
            <a:r>
              <a:rPr lang="en-US" sz="1600" b="1" spc="-150" dirty="0">
                <a:solidFill>
                  <a:srgbClr val="FFFFFF"/>
                </a:solidFill>
                <a:latin typeface="Arial"/>
                <a:ea typeface="ＭＳ Ｐゴシック"/>
                <a:cs typeface="Arial"/>
              </a:rPr>
              <a:t>Work with customer to complete </a:t>
            </a:r>
            <a:r>
              <a:rPr lang="en-US" sz="1600" b="1" spc="-150" dirty="0">
                <a:solidFill>
                  <a:schemeClr val="bg1"/>
                </a:solidFill>
                <a:latin typeface="Arial"/>
                <a:ea typeface="ＭＳ Ｐゴシック"/>
                <a:cs typeface="Arial"/>
              </a:rPr>
              <a:t>PILOT \ </a:t>
            </a:r>
          </a:p>
          <a:p>
            <a:pPr algn="ctr"/>
            <a:r>
              <a:rPr lang="en-US" sz="1600" b="1" spc="-150" dirty="0">
                <a:solidFill>
                  <a:schemeClr val="bg1"/>
                </a:solidFill>
                <a:latin typeface="Arial"/>
                <a:ea typeface="ＭＳ Ｐゴシック"/>
                <a:cs typeface="Arial"/>
              </a:rPr>
              <a:t>Commissioning and cutover</a:t>
            </a:r>
            <a:endParaRPr lang="en-US" sz="1600" b="1" spc="-150" dirty="0">
              <a:solidFill>
                <a:schemeClr val="bg1"/>
              </a:solidFill>
              <a:latin typeface="Arial" pitchFamily="34" charset="0"/>
              <a:cs typeface="Arial" pitchFamily="34" charset="0"/>
            </a:endParaRPr>
          </a:p>
        </p:txBody>
      </p:sp>
      <p:sp>
        <p:nvSpPr>
          <p:cNvPr id="11" name="Rectangle: Rounded Corners 10">
            <a:extLst>
              <a:ext uri="{FF2B5EF4-FFF2-40B4-BE49-F238E27FC236}">
                <a16:creationId xmlns:a16="http://schemas.microsoft.com/office/drawing/2014/main" id="{6F8FF45C-B46E-79B9-3B77-827B1BAEF942}"/>
              </a:ext>
            </a:extLst>
          </p:cNvPr>
          <p:cNvSpPr/>
          <p:nvPr/>
        </p:nvSpPr>
        <p:spPr>
          <a:xfrm>
            <a:off x="7007670" y="2932879"/>
            <a:ext cx="4204528" cy="404952"/>
          </a:xfrm>
          <a:prstGeom prst="roundRect">
            <a:avLst/>
          </a:prstGeom>
          <a:solidFill>
            <a:schemeClr val="tx2"/>
          </a:solidFill>
        </p:spPr>
        <p:txBody>
          <a:bodyPr wrap="none" rtlCol="0" anchor="ctr">
            <a:noAutofit/>
          </a:bodyPr>
          <a:lstStyle/>
          <a:p>
            <a:pPr algn="ctr"/>
            <a:r>
              <a:rPr lang="en-US" sz="1600" b="1" spc="-150">
                <a:solidFill>
                  <a:srgbClr val="FFFFFF"/>
                </a:solidFill>
                <a:latin typeface="Arial" pitchFamily="34" charset="0"/>
                <a:cs typeface="Arial" pitchFamily="34" charset="0"/>
              </a:rPr>
              <a:t>Assess need for change (return to R3 if appropriate)</a:t>
            </a:r>
          </a:p>
        </p:txBody>
      </p:sp>
      <p:sp>
        <p:nvSpPr>
          <p:cNvPr id="14" name="Rectangle: Rounded Corners 13">
            <a:extLst>
              <a:ext uri="{FF2B5EF4-FFF2-40B4-BE49-F238E27FC236}">
                <a16:creationId xmlns:a16="http://schemas.microsoft.com/office/drawing/2014/main" id="{F2A49F28-3A72-A33F-B121-E92F7E580798}"/>
              </a:ext>
            </a:extLst>
          </p:cNvPr>
          <p:cNvSpPr/>
          <p:nvPr/>
        </p:nvSpPr>
        <p:spPr>
          <a:xfrm>
            <a:off x="7007670" y="3883124"/>
            <a:ext cx="4204528" cy="521676"/>
          </a:xfrm>
          <a:prstGeom prst="roundRect">
            <a:avLst/>
          </a:prstGeom>
          <a:solidFill>
            <a:schemeClr val="tx2"/>
          </a:solidFill>
        </p:spPr>
        <p:txBody>
          <a:bodyPr wrap="square" rtlCol="0" anchor="ctr">
            <a:noAutofit/>
          </a:bodyPr>
          <a:lstStyle/>
          <a:p>
            <a:pPr algn="ctr"/>
            <a:r>
              <a:rPr lang="en-US" sz="1600" b="1" spc="-150" dirty="0">
                <a:solidFill>
                  <a:schemeClr val="bg1"/>
                </a:solidFill>
                <a:latin typeface="Arial" pitchFamily="34" charset="0"/>
                <a:cs typeface="Arial" pitchFamily="34" charset="0"/>
              </a:rPr>
              <a:t>All functional teams complete activities to support production quantities</a:t>
            </a:r>
          </a:p>
        </p:txBody>
      </p:sp>
      <p:sp>
        <p:nvSpPr>
          <p:cNvPr id="15" name="Rectangle: Rounded Corners 14">
            <a:extLst>
              <a:ext uri="{FF2B5EF4-FFF2-40B4-BE49-F238E27FC236}">
                <a16:creationId xmlns:a16="http://schemas.microsoft.com/office/drawing/2014/main" id="{FBE2391C-828D-41D7-96BC-D185606004C2}"/>
              </a:ext>
            </a:extLst>
          </p:cNvPr>
          <p:cNvSpPr/>
          <p:nvPr/>
        </p:nvSpPr>
        <p:spPr>
          <a:xfrm>
            <a:off x="7007670" y="5900340"/>
            <a:ext cx="4204528" cy="404952"/>
          </a:xfrm>
          <a:prstGeom prst="roundRect">
            <a:avLst/>
          </a:prstGeom>
          <a:solidFill>
            <a:schemeClr val="tx2"/>
          </a:solidFill>
          <a:ln>
            <a:solidFill>
              <a:schemeClr val="tx2"/>
            </a:solidFill>
          </a:ln>
        </p:spPr>
        <p:txBody>
          <a:bodyPr wrap="none" rtlCol="0" anchor="ctr">
            <a:noAutofit/>
          </a:bodyPr>
          <a:lstStyle/>
          <a:p>
            <a:pPr algn="ctr"/>
            <a:r>
              <a:rPr lang="en-US" sz="1600" b="1" spc="-150">
                <a:solidFill>
                  <a:srgbClr val="FFFFFF"/>
                </a:solidFill>
                <a:latin typeface="Arial" pitchFamily="34" charset="0"/>
                <a:cs typeface="Arial" pitchFamily="34" charset="0"/>
              </a:rPr>
              <a:t>Schedule / Hold Lessons Learned</a:t>
            </a:r>
          </a:p>
        </p:txBody>
      </p:sp>
      <p:cxnSp>
        <p:nvCxnSpPr>
          <p:cNvPr id="20" name="Straight Arrow Connector 19">
            <a:extLst>
              <a:ext uri="{FF2B5EF4-FFF2-40B4-BE49-F238E27FC236}">
                <a16:creationId xmlns:a16="http://schemas.microsoft.com/office/drawing/2014/main" id="{FFC20A40-B734-AA82-2600-A1BCB627C2F2}"/>
              </a:ext>
            </a:extLst>
          </p:cNvPr>
          <p:cNvCxnSpPr>
            <a:cxnSpLocks/>
            <a:stCxn id="6" idx="2"/>
            <a:endCxn id="10" idx="0"/>
          </p:cNvCxnSpPr>
          <p:nvPr/>
        </p:nvCxnSpPr>
        <p:spPr>
          <a:xfrm>
            <a:off x="9109934" y="1437341"/>
            <a:ext cx="0" cy="380567"/>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1807B88-0633-C143-6801-566E7B94D0AF}"/>
              </a:ext>
            </a:extLst>
          </p:cNvPr>
          <p:cNvCxnSpPr>
            <a:cxnSpLocks/>
            <a:stCxn id="10" idx="2"/>
            <a:endCxn id="11" idx="0"/>
          </p:cNvCxnSpPr>
          <p:nvPr/>
        </p:nvCxnSpPr>
        <p:spPr>
          <a:xfrm>
            <a:off x="9109934" y="2339670"/>
            <a:ext cx="0" cy="593209"/>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73684096-5162-C23A-8D3A-E78F496B0ED9}"/>
              </a:ext>
            </a:extLst>
          </p:cNvPr>
          <p:cNvCxnSpPr>
            <a:stCxn id="11" idx="2"/>
            <a:endCxn id="14" idx="0"/>
          </p:cNvCxnSpPr>
          <p:nvPr/>
        </p:nvCxnSpPr>
        <p:spPr>
          <a:xfrm>
            <a:off x="9109934" y="3337831"/>
            <a:ext cx="0" cy="545293"/>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ABD7B0EE-2EC2-F3A3-4BFB-6067405024E2}"/>
              </a:ext>
            </a:extLst>
          </p:cNvPr>
          <p:cNvCxnSpPr>
            <a:stCxn id="14" idx="2"/>
            <a:endCxn id="19" idx="0"/>
          </p:cNvCxnSpPr>
          <p:nvPr/>
        </p:nvCxnSpPr>
        <p:spPr>
          <a:xfrm>
            <a:off x="9109934" y="4404800"/>
            <a:ext cx="0" cy="545293"/>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7BD976F1-7FAA-2F82-6931-6507A531FB1D}"/>
              </a:ext>
            </a:extLst>
          </p:cNvPr>
          <p:cNvCxnSpPr>
            <a:stCxn id="19" idx="2"/>
            <a:endCxn id="15" idx="0"/>
          </p:cNvCxnSpPr>
          <p:nvPr/>
        </p:nvCxnSpPr>
        <p:spPr>
          <a:xfrm>
            <a:off x="9109934" y="5355045"/>
            <a:ext cx="0" cy="545295"/>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F8BD26D2-194B-C8C9-10DF-122AEEEFBC63}"/>
              </a:ext>
            </a:extLst>
          </p:cNvPr>
          <p:cNvSpPr txBox="1"/>
          <p:nvPr/>
        </p:nvSpPr>
        <p:spPr>
          <a:xfrm>
            <a:off x="8131279" y="9690"/>
            <a:ext cx="4030605" cy="338554"/>
          </a:xfrm>
          <a:prstGeom prst="rect">
            <a:avLst/>
          </a:prstGeom>
          <a:noFill/>
        </p:spPr>
        <p:txBody>
          <a:bodyPr wrap="square" rtlCol="0">
            <a:spAutoFit/>
          </a:bodyPr>
          <a:lstStyle/>
          <a:p>
            <a:pPr algn="r"/>
            <a:r>
              <a:rPr lang="en-US" sz="1600"/>
              <a:t>Owner: Project Manager</a:t>
            </a:r>
          </a:p>
        </p:txBody>
      </p:sp>
    </p:spTree>
    <p:extLst>
      <p:ext uri="{BB962C8B-B14F-4D97-AF65-F5344CB8AC3E}">
        <p14:creationId xmlns:p14="http://schemas.microsoft.com/office/powerpoint/2010/main" val="7339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405" y="8483"/>
            <a:ext cx="11704898" cy="813337"/>
          </a:xfrm>
        </p:spPr>
        <p:txBody>
          <a:bodyPr lIns="121725" tIns="60862" rIns="121725" bIns="60862" anchor="b" anchorCtr="0"/>
          <a:lstStyle/>
          <a:p>
            <a:pPr defTabSz="608013"/>
            <a:r>
              <a:rPr lang="en-US" sz="3600" dirty="0">
                <a:ea typeface="ＭＳ Ｐゴシック" charset="0"/>
              </a:rPr>
              <a:t>System of Systems Projects &amp; RAILS Interactions</a:t>
            </a:r>
          </a:p>
        </p:txBody>
      </p:sp>
      <p:sp>
        <p:nvSpPr>
          <p:cNvPr id="114" name="Freeform: Shape 113">
            <a:extLst>
              <a:ext uri="{FF2B5EF4-FFF2-40B4-BE49-F238E27FC236}">
                <a16:creationId xmlns:a16="http://schemas.microsoft.com/office/drawing/2014/main" id="{14679123-95C7-40CB-8BF2-0912D1ECDE77}"/>
              </a:ext>
            </a:extLst>
          </p:cNvPr>
          <p:cNvSpPr/>
          <p:nvPr/>
        </p:nvSpPr>
        <p:spPr>
          <a:xfrm>
            <a:off x="1002186" y="4463421"/>
            <a:ext cx="1537829" cy="585061"/>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9925" tIns="22614" rIns="414699" bIns="22614" numCol="1" spcCol="1270" anchor="ctr" anchorCtr="0">
            <a:noAutofit/>
          </a:bodyPr>
          <a:lstStyle/>
          <a:p>
            <a:pPr algn="ctr" defTabSz="753761">
              <a:lnSpc>
                <a:spcPct val="90000"/>
              </a:lnSpc>
              <a:spcAft>
                <a:spcPct val="35000"/>
              </a:spcAft>
              <a:defRPr/>
            </a:pPr>
            <a:r>
              <a:rPr lang="en-US" sz="1197" dirty="0">
                <a:solidFill>
                  <a:prstClr val="white"/>
                </a:solidFill>
                <a:latin typeface="Tahoma"/>
              </a:rPr>
              <a:t>Charter</a:t>
            </a:r>
          </a:p>
          <a:p>
            <a:pPr algn="ctr" defTabSz="753761">
              <a:lnSpc>
                <a:spcPct val="90000"/>
              </a:lnSpc>
              <a:spcAft>
                <a:spcPct val="35000"/>
              </a:spcAft>
              <a:defRPr/>
            </a:pPr>
            <a:r>
              <a:rPr lang="en-US" sz="1197" dirty="0">
                <a:solidFill>
                  <a:prstClr val="white"/>
                </a:solidFill>
                <a:latin typeface="Tahoma"/>
              </a:rPr>
              <a:t>CP0</a:t>
            </a:r>
          </a:p>
        </p:txBody>
      </p:sp>
      <p:sp>
        <p:nvSpPr>
          <p:cNvPr id="115" name="Freeform: Shape 114">
            <a:extLst>
              <a:ext uri="{FF2B5EF4-FFF2-40B4-BE49-F238E27FC236}">
                <a16:creationId xmlns:a16="http://schemas.microsoft.com/office/drawing/2014/main" id="{EE3F23F9-6B85-4781-8E9E-243A4AD27E50}"/>
              </a:ext>
            </a:extLst>
          </p:cNvPr>
          <p:cNvSpPr/>
          <p:nvPr/>
        </p:nvSpPr>
        <p:spPr>
          <a:xfrm>
            <a:off x="2316030" y="4462759"/>
            <a:ext cx="1537829" cy="585061"/>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9925" tIns="22614" rIns="414699" bIns="22614" numCol="1" spcCol="1270" anchor="ctr" anchorCtr="0">
            <a:noAutofit/>
          </a:bodyPr>
          <a:lstStyle/>
          <a:p>
            <a:pPr algn="ctr" defTabSz="753761">
              <a:lnSpc>
                <a:spcPct val="90000"/>
              </a:lnSpc>
              <a:spcAft>
                <a:spcPct val="35000"/>
              </a:spcAft>
              <a:defRPr/>
            </a:pPr>
            <a:r>
              <a:rPr lang="en-US" sz="1197" dirty="0">
                <a:solidFill>
                  <a:prstClr val="white"/>
                </a:solidFill>
                <a:latin typeface="Tahoma"/>
              </a:rPr>
              <a:t>Scope / Est</a:t>
            </a:r>
          </a:p>
          <a:p>
            <a:pPr algn="ctr" defTabSz="753761">
              <a:lnSpc>
                <a:spcPct val="90000"/>
              </a:lnSpc>
              <a:spcAft>
                <a:spcPct val="35000"/>
              </a:spcAft>
              <a:defRPr/>
            </a:pPr>
            <a:r>
              <a:rPr lang="en-US" sz="1197" dirty="0">
                <a:solidFill>
                  <a:prstClr val="white"/>
                </a:solidFill>
                <a:latin typeface="Tahoma"/>
              </a:rPr>
              <a:t>CP1</a:t>
            </a:r>
          </a:p>
        </p:txBody>
      </p:sp>
      <p:sp>
        <p:nvSpPr>
          <p:cNvPr id="116" name="Freeform: Shape 115">
            <a:extLst>
              <a:ext uri="{FF2B5EF4-FFF2-40B4-BE49-F238E27FC236}">
                <a16:creationId xmlns:a16="http://schemas.microsoft.com/office/drawing/2014/main" id="{374A4B02-3B4F-4A31-81CD-EC8E55531CAD}"/>
              </a:ext>
            </a:extLst>
          </p:cNvPr>
          <p:cNvSpPr/>
          <p:nvPr/>
        </p:nvSpPr>
        <p:spPr>
          <a:xfrm>
            <a:off x="4971360" y="4462759"/>
            <a:ext cx="1537829" cy="585061"/>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9925" tIns="22614" rIns="414699" bIns="22614" numCol="1" spcCol="1270" anchor="ctr" anchorCtr="0">
            <a:noAutofit/>
          </a:bodyPr>
          <a:lstStyle/>
          <a:p>
            <a:pPr algn="ctr" defTabSz="753761">
              <a:lnSpc>
                <a:spcPct val="90000"/>
              </a:lnSpc>
              <a:spcAft>
                <a:spcPct val="35000"/>
              </a:spcAft>
              <a:defRPr/>
            </a:pPr>
            <a:r>
              <a:rPr lang="en-US" sz="1197" dirty="0">
                <a:solidFill>
                  <a:prstClr val="white"/>
                </a:solidFill>
                <a:latin typeface="Tahoma"/>
              </a:rPr>
              <a:t>Launch</a:t>
            </a:r>
          </a:p>
          <a:p>
            <a:pPr algn="ctr" defTabSz="753761">
              <a:lnSpc>
                <a:spcPct val="90000"/>
              </a:lnSpc>
              <a:spcAft>
                <a:spcPct val="35000"/>
              </a:spcAft>
              <a:defRPr/>
            </a:pPr>
            <a:r>
              <a:rPr lang="en-US" sz="1197" dirty="0">
                <a:solidFill>
                  <a:prstClr val="white"/>
                </a:solidFill>
                <a:latin typeface="Tahoma"/>
              </a:rPr>
              <a:t>CP2</a:t>
            </a:r>
          </a:p>
        </p:txBody>
      </p:sp>
      <p:sp>
        <p:nvSpPr>
          <p:cNvPr id="117" name="Freeform: Shape 116">
            <a:extLst>
              <a:ext uri="{FF2B5EF4-FFF2-40B4-BE49-F238E27FC236}">
                <a16:creationId xmlns:a16="http://schemas.microsoft.com/office/drawing/2014/main" id="{0EC9CBDA-B795-4C53-BC0A-615FE3307361}"/>
              </a:ext>
            </a:extLst>
          </p:cNvPr>
          <p:cNvSpPr/>
          <p:nvPr/>
        </p:nvSpPr>
        <p:spPr>
          <a:xfrm>
            <a:off x="7419396" y="4471189"/>
            <a:ext cx="2251691" cy="585061"/>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9925" tIns="22614" rIns="414699" bIns="22614" numCol="1" spcCol="1270" anchor="ctr" anchorCtr="0">
            <a:noAutofit/>
          </a:bodyPr>
          <a:lstStyle/>
          <a:p>
            <a:pPr algn="ctr" defTabSz="753761">
              <a:lnSpc>
                <a:spcPct val="90000"/>
              </a:lnSpc>
              <a:spcAft>
                <a:spcPct val="35000"/>
              </a:spcAft>
              <a:defRPr/>
            </a:pPr>
            <a:r>
              <a:rPr lang="en-US" sz="1197" dirty="0">
                <a:solidFill>
                  <a:prstClr val="white"/>
                </a:solidFill>
                <a:latin typeface="Tahoma"/>
              </a:rPr>
              <a:t>Dev / V&amp;V CP3</a:t>
            </a:r>
          </a:p>
        </p:txBody>
      </p:sp>
      <p:sp>
        <p:nvSpPr>
          <p:cNvPr id="118" name="Freeform: Shape 117">
            <a:extLst>
              <a:ext uri="{FF2B5EF4-FFF2-40B4-BE49-F238E27FC236}">
                <a16:creationId xmlns:a16="http://schemas.microsoft.com/office/drawing/2014/main" id="{646379B4-D5E5-4330-8973-23791E710E3C}"/>
              </a:ext>
            </a:extLst>
          </p:cNvPr>
          <p:cNvSpPr/>
          <p:nvPr/>
        </p:nvSpPr>
        <p:spPr>
          <a:xfrm>
            <a:off x="9474743" y="4463421"/>
            <a:ext cx="1537829" cy="585061"/>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9925" tIns="22614" rIns="414699" bIns="22614" numCol="1" spcCol="1270" anchor="ctr" anchorCtr="0">
            <a:noAutofit/>
          </a:bodyPr>
          <a:lstStyle/>
          <a:p>
            <a:pPr algn="ctr" defTabSz="753761">
              <a:lnSpc>
                <a:spcPct val="90000"/>
              </a:lnSpc>
              <a:spcAft>
                <a:spcPct val="35000"/>
              </a:spcAft>
              <a:defRPr/>
            </a:pPr>
            <a:r>
              <a:rPr lang="en-US" sz="1197" dirty="0">
                <a:solidFill>
                  <a:prstClr val="white"/>
                </a:solidFill>
                <a:latin typeface="Tahoma"/>
              </a:rPr>
              <a:t>System Rel Read.</a:t>
            </a:r>
            <a:br>
              <a:rPr lang="en-US" sz="1197" dirty="0">
                <a:solidFill>
                  <a:prstClr val="white"/>
                </a:solidFill>
                <a:latin typeface="Tahoma"/>
              </a:rPr>
            </a:br>
            <a:r>
              <a:rPr lang="en-US" sz="1197" dirty="0">
                <a:solidFill>
                  <a:prstClr val="white"/>
                </a:solidFill>
                <a:latin typeface="Tahoma"/>
              </a:rPr>
              <a:t>CP4</a:t>
            </a:r>
          </a:p>
        </p:txBody>
      </p:sp>
      <p:sp>
        <p:nvSpPr>
          <p:cNvPr id="7" name="Freeform: Shape 6">
            <a:extLst>
              <a:ext uri="{FF2B5EF4-FFF2-40B4-BE49-F238E27FC236}">
                <a16:creationId xmlns:a16="http://schemas.microsoft.com/office/drawing/2014/main" id="{0EAB75E2-D2EC-A518-9A15-5C212508BEC3}"/>
              </a:ext>
            </a:extLst>
          </p:cNvPr>
          <p:cNvSpPr/>
          <p:nvPr/>
        </p:nvSpPr>
        <p:spPr>
          <a:xfrm>
            <a:off x="3629875" y="4471189"/>
            <a:ext cx="1537829" cy="585061"/>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9925" tIns="22614" rIns="414699" bIns="22614" numCol="1" spcCol="1270" anchor="ctr" anchorCtr="0">
            <a:noAutofit/>
          </a:bodyPr>
          <a:lstStyle/>
          <a:p>
            <a:pPr algn="ctr" defTabSz="753761">
              <a:lnSpc>
                <a:spcPct val="90000"/>
              </a:lnSpc>
              <a:spcAft>
                <a:spcPct val="35000"/>
              </a:spcAft>
              <a:defRPr/>
            </a:pPr>
            <a:r>
              <a:rPr lang="en-US" sz="1197" dirty="0">
                <a:solidFill>
                  <a:srgbClr val="FFFFFF"/>
                </a:solidFill>
                <a:latin typeface="Tahoma"/>
              </a:rPr>
              <a:t>DEAL REVIEW / DOA</a:t>
            </a:r>
          </a:p>
        </p:txBody>
      </p:sp>
      <p:sp>
        <p:nvSpPr>
          <p:cNvPr id="10" name="Freeform: Shape 9">
            <a:extLst>
              <a:ext uri="{FF2B5EF4-FFF2-40B4-BE49-F238E27FC236}">
                <a16:creationId xmlns:a16="http://schemas.microsoft.com/office/drawing/2014/main" id="{3F4D7F4E-7897-090A-3F71-5193D0B80BB0}"/>
              </a:ext>
            </a:extLst>
          </p:cNvPr>
          <p:cNvSpPr/>
          <p:nvPr/>
        </p:nvSpPr>
        <p:spPr>
          <a:xfrm>
            <a:off x="1829972" y="5481514"/>
            <a:ext cx="1537829" cy="585061"/>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9925" tIns="22614" rIns="414699" bIns="22614" numCol="1" spcCol="1270" anchor="ctr" anchorCtr="0">
            <a:noAutofit/>
          </a:bodyPr>
          <a:lstStyle/>
          <a:p>
            <a:pPr algn="ctr" defTabSz="753761">
              <a:lnSpc>
                <a:spcPct val="90000"/>
              </a:lnSpc>
              <a:spcAft>
                <a:spcPct val="35000"/>
              </a:spcAft>
              <a:defRPr/>
            </a:pPr>
            <a:r>
              <a:rPr lang="en-US" sz="1197" dirty="0">
                <a:solidFill>
                  <a:prstClr val="white"/>
                </a:solidFill>
                <a:latin typeface="Tahoma"/>
              </a:rPr>
              <a:t>Scope / Est</a:t>
            </a:r>
          </a:p>
          <a:p>
            <a:pPr algn="ctr" defTabSz="753761">
              <a:lnSpc>
                <a:spcPct val="90000"/>
              </a:lnSpc>
              <a:spcAft>
                <a:spcPct val="35000"/>
              </a:spcAft>
              <a:defRPr/>
            </a:pPr>
            <a:r>
              <a:rPr lang="en-US" sz="1197" dirty="0">
                <a:solidFill>
                  <a:prstClr val="white"/>
                </a:solidFill>
                <a:latin typeface="Tahoma"/>
              </a:rPr>
              <a:t>CP1</a:t>
            </a:r>
          </a:p>
        </p:txBody>
      </p:sp>
      <p:sp>
        <p:nvSpPr>
          <p:cNvPr id="25" name="Freeform: Shape 24">
            <a:extLst>
              <a:ext uri="{FF2B5EF4-FFF2-40B4-BE49-F238E27FC236}">
                <a16:creationId xmlns:a16="http://schemas.microsoft.com/office/drawing/2014/main" id="{08B94D96-61F5-B653-4279-4F28E4680C0A}"/>
              </a:ext>
            </a:extLst>
          </p:cNvPr>
          <p:cNvSpPr/>
          <p:nvPr/>
        </p:nvSpPr>
        <p:spPr>
          <a:xfrm>
            <a:off x="5374021" y="5481514"/>
            <a:ext cx="1537829" cy="585061"/>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9925" tIns="22614" rIns="414699" bIns="22614" numCol="1" spcCol="1270" anchor="ctr" anchorCtr="0">
            <a:noAutofit/>
          </a:bodyPr>
          <a:lstStyle/>
          <a:p>
            <a:pPr algn="ctr" defTabSz="753761">
              <a:lnSpc>
                <a:spcPct val="90000"/>
              </a:lnSpc>
              <a:spcAft>
                <a:spcPct val="35000"/>
              </a:spcAft>
              <a:defRPr/>
            </a:pPr>
            <a:r>
              <a:rPr lang="en-US" sz="1197" dirty="0">
                <a:solidFill>
                  <a:prstClr val="white"/>
                </a:solidFill>
                <a:latin typeface="Tahoma"/>
              </a:rPr>
              <a:t>Launch</a:t>
            </a:r>
          </a:p>
          <a:p>
            <a:pPr algn="ctr" defTabSz="753761">
              <a:lnSpc>
                <a:spcPct val="90000"/>
              </a:lnSpc>
              <a:spcAft>
                <a:spcPct val="35000"/>
              </a:spcAft>
              <a:defRPr/>
            </a:pPr>
            <a:r>
              <a:rPr lang="en-US" sz="1197" dirty="0">
                <a:solidFill>
                  <a:prstClr val="white"/>
                </a:solidFill>
                <a:latin typeface="Tahoma"/>
              </a:rPr>
              <a:t>CP2</a:t>
            </a:r>
          </a:p>
        </p:txBody>
      </p:sp>
      <p:sp>
        <p:nvSpPr>
          <p:cNvPr id="55" name="Freeform: Shape 54">
            <a:extLst>
              <a:ext uri="{FF2B5EF4-FFF2-40B4-BE49-F238E27FC236}">
                <a16:creationId xmlns:a16="http://schemas.microsoft.com/office/drawing/2014/main" id="{B1D65E93-F6A5-2281-2EE4-006134EC48E9}"/>
              </a:ext>
            </a:extLst>
          </p:cNvPr>
          <p:cNvSpPr/>
          <p:nvPr/>
        </p:nvSpPr>
        <p:spPr>
          <a:xfrm>
            <a:off x="6699993" y="5481514"/>
            <a:ext cx="1537829" cy="585061"/>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9925" tIns="22614" rIns="414699" bIns="22614" numCol="1" spcCol="1270" anchor="ctr" anchorCtr="0">
            <a:noAutofit/>
          </a:bodyPr>
          <a:lstStyle/>
          <a:p>
            <a:pPr algn="ctr" defTabSz="753761">
              <a:lnSpc>
                <a:spcPct val="90000"/>
              </a:lnSpc>
              <a:spcAft>
                <a:spcPct val="35000"/>
              </a:spcAft>
              <a:defRPr/>
            </a:pPr>
            <a:r>
              <a:rPr lang="en-US" sz="1197" dirty="0">
                <a:solidFill>
                  <a:prstClr val="white"/>
                </a:solidFill>
                <a:latin typeface="Tahoma"/>
              </a:rPr>
              <a:t>Dev / V&amp;V CP3</a:t>
            </a:r>
          </a:p>
        </p:txBody>
      </p:sp>
      <p:sp>
        <p:nvSpPr>
          <p:cNvPr id="56" name="Freeform: Shape 55">
            <a:extLst>
              <a:ext uri="{FF2B5EF4-FFF2-40B4-BE49-F238E27FC236}">
                <a16:creationId xmlns:a16="http://schemas.microsoft.com/office/drawing/2014/main" id="{79D8E602-22CE-6F2C-7357-CBB73FCEAE0A}"/>
              </a:ext>
            </a:extLst>
          </p:cNvPr>
          <p:cNvSpPr/>
          <p:nvPr/>
        </p:nvSpPr>
        <p:spPr>
          <a:xfrm>
            <a:off x="8025964" y="5481514"/>
            <a:ext cx="1537829" cy="585061"/>
          </a:xfrm>
          <a:custGeom>
            <a:avLst/>
            <a:gdLst>
              <a:gd name="connsiteX0" fmla="*/ 0 w 1965285"/>
              <a:gd name="connsiteY0" fmla="*/ 0 h 786114"/>
              <a:gd name="connsiteX1" fmla="*/ 1572228 w 1965285"/>
              <a:gd name="connsiteY1" fmla="*/ 0 h 786114"/>
              <a:gd name="connsiteX2" fmla="*/ 1965285 w 1965285"/>
              <a:gd name="connsiteY2" fmla="*/ 393057 h 786114"/>
              <a:gd name="connsiteX3" fmla="*/ 1572228 w 1965285"/>
              <a:gd name="connsiteY3" fmla="*/ 786114 h 786114"/>
              <a:gd name="connsiteX4" fmla="*/ 0 w 1965285"/>
              <a:gd name="connsiteY4" fmla="*/ 786114 h 786114"/>
              <a:gd name="connsiteX5" fmla="*/ 393057 w 1965285"/>
              <a:gd name="connsiteY5" fmla="*/ 393057 h 786114"/>
              <a:gd name="connsiteX6" fmla="*/ 0 w 1965285"/>
              <a:gd name="connsiteY6" fmla="*/ 0 h 78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5285" h="786114">
                <a:moveTo>
                  <a:pt x="0" y="0"/>
                </a:moveTo>
                <a:lnTo>
                  <a:pt x="1572228" y="0"/>
                </a:lnTo>
                <a:lnTo>
                  <a:pt x="1965285" y="393057"/>
                </a:lnTo>
                <a:lnTo>
                  <a:pt x="1572228" y="786114"/>
                </a:lnTo>
                <a:lnTo>
                  <a:pt x="0" y="786114"/>
                </a:lnTo>
                <a:lnTo>
                  <a:pt x="393057" y="393057"/>
                </a:lnTo>
                <a:lnTo>
                  <a:pt x="0" y="0"/>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9925" tIns="22614" rIns="414699" bIns="22614" numCol="1" spcCol="1270" anchor="ctr" anchorCtr="0">
            <a:noAutofit/>
          </a:bodyPr>
          <a:lstStyle/>
          <a:p>
            <a:pPr algn="ctr" defTabSz="753761">
              <a:lnSpc>
                <a:spcPct val="90000"/>
              </a:lnSpc>
              <a:spcAft>
                <a:spcPct val="35000"/>
              </a:spcAft>
              <a:defRPr/>
            </a:pPr>
            <a:r>
              <a:rPr lang="en-US" sz="1197" dirty="0">
                <a:solidFill>
                  <a:prstClr val="white"/>
                </a:solidFill>
                <a:latin typeface="Tahoma"/>
              </a:rPr>
              <a:t>Prod Rel Read.</a:t>
            </a:r>
            <a:br>
              <a:rPr lang="en-US" sz="1197" dirty="0">
                <a:solidFill>
                  <a:prstClr val="white"/>
                </a:solidFill>
                <a:latin typeface="Tahoma"/>
              </a:rPr>
            </a:br>
            <a:r>
              <a:rPr lang="en-US" sz="1197" dirty="0">
                <a:solidFill>
                  <a:prstClr val="white"/>
                </a:solidFill>
                <a:latin typeface="Tahoma"/>
              </a:rPr>
              <a:t>CP4</a:t>
            </a:r>
          </a:p>
        </p:txBody>
      </p:sp>
      <p:sp>
        <p:nvSpPr>
          <p:cNvPr id="59" name="TextBox 58">
            <a:extLst>
              <a:ext uri="{FF2B5EF4-FFF2-40B4-BE49-F238E27FC236}">
                <a16:creationId xmlns:a16="http://schemas.microsoft.com/office/drawing/2014/main" id="{4264CE33-A8C6-92E8-FD2A-15F23EB7E4BC}"/>
              </a:ext>
            </a:extLst>
          </p:cNvPr>
          <p:cNvSpPr txBox="1"/>
          <p:nvPr/>
        </p:nvSpPr>
        <p:spPr>
          <a:xfrm>
            <a:off x="1019838" y="4023780"/>
            <a:ext cx="5376860" cy="307016"/>
          </a:xfrm>
          <a:prstGeom prst="rect">
            <a:avLst/>
          </a:prstGeom>
          <a:noFill/>
        </p:spPr>
        <p:txBody>
          <a:bodyPr wrap="square" rtlCol="0">
            <a:spAutoFit/>
          </a:bodyPr>
          <a:lstStyle/>
          <a:p>
            <a:pPr defTabSz="912114" fontAlgn="auto">
              <a:spcBef>
                <a:spcPts val="0"/>
              </a:spcBef>
              <a:spcAft>
                <a:spcPts val="0"/>
              </a:spcAft>
            </a:pPr>
            <a:r>
              <a:rPr lang="en-US" sz="1397" dirty="0">
                <a:solidFill>
                  <a:srgbClr val="63666A"/>
                </a:solidFill>
                <a:latin typeface="Arial" panose="020B0604020202020204"/>
                <a:ea typeface="+mn-ea"/>
                <a:cs typeface="+mn-cs"/>
              </a:rPr>
              <a:t>System of Systems (or System if standalone project) </a:t>
            </a:r>
          </a:p>
        </p:txBody>
      </p:sp>
      <p:sp>
        <p:nvSpPr>
          <p:cNvPr id="60" name="TextBox 59">
            <a:extLst>
              <a:ext uri="{FF2B5EF4-FFF2-40B4-BE49-F238E27FC236}">
                <a16:creationId xmlns:a16="http://schemas.microsoft.com/office/drawing/2014/main" id="{A50EEC35-0BDC-F906-7CD9-177FFE37E5A3}"/>
              </a:ext>
            </a:extLst>
          </p:cNvPr>
          <p:cNvSpPr txBox="1"/>
          <p:nvPr/>
        </p:nvSpPr>
        <p:spPr>
          <a:xfrm>
            <a:off x="1488243" y="5115286"/>
            <a:ext cx="5931154" cy="307016"/>
          </a:xfrm>
          <a:prstGeom prst="rect">
            <a:avLst/>
          </a:prstGeom>
          <a:noFill/>
        </p:spPr>
        <p:txBody>
          <a:bodyPr wrap="square" rtlCol="0">
            <a:spAutoFit/>
          </a:bodyPr>
          <a:lstStyle/>
          <a:p>
            <a:pPr defTabSz="912114" fontAlgn="auto">
              <a:spcBef>
                <a:spcPts val="0"/>
              </a:spcBef>
              <a:spcAft>
                <a:spcPts val="0"/>
              </a:spcAft>
            </a:pPr>
            <a:r>
              <a:rPr lang="en-US" sz="1397" dirty="0">
                <a:solidFill>
                  <a:srgbClr val="63666A"/>
                </a:solidFill>
                <a:latin typeface="Arial" panose="020B0604020202020204"/>
                <a:ea typeface="+mn-ea"/>
                <a:cs typeface="+mn-cs"/>
              </a:rPr>
              <a:t>Component Systems (if SOS effort) -&gt; 1 per component systems</a:t>
            </a:r>
          </a:p>
        </p:txBody>
      </p:sp>
      <p:sp>
        <p:nvSpPr>
          <p:cNvPr id="5" name="TextBox 4">
            <a:extLst>
              <a:ext uri="{FF2B5EF4-FFF2-40B4-BE49-F238E27FC236}">
                <a16:creationId xmlns:a16="http://schemas.microsoft.com/office/drawing/2014/main" id="{1EA95296-838C-9062-F97B-558CA5EE4B5F}"/>
              </a:ext>
            </a:extLst>
          </p:cNvPr>
          <p:cNvSpPr txBox="1"/>
          <p:nvPr/>
        </p:nvSpPr>
        <p:spPr>
          <a:xfrm>
            <a:off x="520404" y="893190"/>
            <a:ext cx="10383569" cy="2308324"/>
          </a:xfrm>
          <a:prstGeom prst="rect">
            <a:avLst/>
          </a:prstGeom>
          <a:noFill/>
        </p:spPr>
        <p:txBody>
          <a:bodyPr wrap="square" rtlCol="0">
            <a:spAutoFit/>
          </a:bodyPr>
          <a:lstStyle/>
          <a:p>
            <a:r>
              <a:rPr lang="en-US" sz="1800" dirty="0"/>
              <a:t>Increasingly our projects impact multiple teams / product lines … </a:t>
            </a:r>
          </a:p>
          <a:p>
            <a:r>
              <a:rPr lang="en-US" sz="1800" dirty="0"/>
              <a:t>	- Ex: Signaling Project requiring IVOC, TCOS, IETMS</a:t>
            </a:r>
          </a:p>
          <a:p>
            <a:endParaRPr lang="en-US" sz="1800" dirty="0"/>
          </a:p>
          <a:p>
            <a:r>
              <a:rPr lang="en-US" sz="1800" dirty="0"/>
              <a:t>RAILS needs to support coordination &amp; alignment of commitments between each other and to customers … Some projects will need multiple interacting RAILS projects</a:t>
            </a:r>
          </a:p>
          <a:p>
            <a:endParaRPr lang="en-US" sz="1800" dirty="0"/>
          </a:p>
          <a:p>
            <a:r>
              <a:rPr lang="en-US" sz="1800" dirty="0"/>
              <a:t>If all components are within one sub-P&amp;L, Project Manager can evaluate if additional RAILS project adds value or if they will manage in one project – defined at RAILS 1 reviews</a:t>
            </a:r>
          </a:p>
        </p:txBody>
      </p:sp>
    </p:spTree>
    <p:extLst>
      <p:ext uri="{BB962C8B-B14F-4D97-AF65-F5344CB8AC3E}">
        <p14:creationId xmlns:p14="http://schemas.microsoft.com/office/powerpoint/2010/main" val="816250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B8402-6BF6-D4A9-656F-F6272DB190C1}"/>
              </a:ext>
            </a:extLst>
          </p:cNvPr>
          <p:cNvSpPr>
            <a:spLocks noGrp="1"/>
          </p:cNvSpPr>
          <p:nvPr>
            <p:ph type="title"/>
          </p:nvPr>
        </p:nvSpPr>
        <p:spPr/>
        <p:txBody>
          <a:bodyPr/>
          <a:lstStyle/>
          <a:p>
            <a:r>
              <a:rPr lang="en-US" dirty="0"/>
              <a:t>Managing Sustaining Projects / Pooled Resources</a:t>
            </a:r>
          </a:p>
        </p:txBody>
      </p:sp>
      <p:sp>
        <p:nvSpPr>
          <p:cNvPr id="3" name="Text Placeholder 2">
            <a:extLst>
              <a:ext uri="{FF2B5EF4-FFF2-40B4-BE49-F238E27FC236}">
                <a16:creationId xmlns:a16="http://schemas.microsoft.com/office/drawing/2014/main" id="{105C3D12-85F9-19DD-5EE9-B235BCFB696F}"/>
              </a:ext>
            </a:extLst>
          </p:cNvPr>
          <p:cNvSpPr>
            <a:spLocks noGrp="1"/>
          </p:cNvSpPr>
          <p:nvPr>
            <p:ph type="body" sz="quarter" idx="12"/>
          </p:nvPr>
        </p:nvSpPr>
        <p:spPr/>
        <p:txBody>
          <a:bodyPr/>
          <a:lstStyle/>
          <a:p>
            <a:endParaRPr lang="en-US"/>
          </a:p>
        </p:txBody>
      </p:sp>
      <p:sp>
        <p:nvSpPr>
          <p:cNvPr id="4" name="TextBox 3">
            <a:extLst>
              <a:ext uri="{FF2B5EF4-FFF2-40B4-BE49-F238E27FC236}">
                <a16:creationId xmlns:a16="http://schemas.microsoft.com/office/drawing/2014/main" id="{51902E2D-E4D8-706D-4FA9-DDC26B7B9BEC}"/>
              </a:ext>
            </a:extLst>
          </p:cNvPr>
          <p:cNvSpPr txBox="1"/>
          <p:nvPr/>
        </p:nvSpPr>
        <p:spPr>
          <a:xfrm>
            <a:off x="384064" y="1088635"/>
            <a:ext cx="7845536" cy="2025939"/>
          </a:xfrm>
          <a:prstGeom prst="rect">
            <a:avLst/>
          </a:prstGeom>
          <a:noFill/>
        </p:spPr>
        <p:txBody>
          <a:bodyPr wrap="square" rtlCol="0">
            <a:spAutoFit/>
          </a:bodyPr>
          <a:lstStyle/>
          <a:p>
            <a:pPr defTabSz="912114" fontAlgn="auto">
              <a:spcBef>
                <a:spcPts val="0"/>
              </a:spcBef>
              <a:spcAft>
                <a:spcPts val="0"/>
              </a:spcAft>
            </a:pPr>
            <a:r>
              <a:rPr lang="en-US" sz="1795" dirty="0">
                <a:solidFill>
                  <a:srgbClr val="63666A"/>
                </a:solidFill>
                <a:latin typeface="Arial" panose="020B0604020202020204"/>
                <a:ea typeface="+mn-ea"/>
                <a:cs typeface="+mn-cs"/>
              </a:rPr>
              <a:t>What are Sustaining Projects?</a:t>
            </a:r>
          </a:p>
          <a:p>
            <a:pPr marL="285036" indent="-285036" defTabSz="912114" fontAlgn="auto">
              <a:spcBef>
                <a:spcPts val="0"/>
              </a:spcBef>
              <a:spcAft>
                <a:spcPts val="0"/>
              </a:spcAft>
              <a:buFont typeface="Arial" panose="020B0604020202020204" pitchFamily="34" charset="0"/>
              <a:buChar char="•"/>
            </a:pPr>
            <a:r>
              <a:rPr lang="en-US" sz="1795" dirty="0">
                <a:solidFill>
                  <a:srgbClr val="63666A"/>
                </a:solidFill>
                <a:latin typeface="Arial" panose="020B0604020202020204"/>
                <a:ea typeface="+mn-ea"/>
                <a:cs typeface="+mn-cs"/>
              </a:rPr>
              <a:t>Projects which are funded / supported by a shared pool of </a:t>
            </a:r>
            <a:r>
              <a:rPr lang="en-US" sz="1795" b="1" u="sng" dirty="0">
                <a:solidFill>
                  <a:srgbClr val="63666A"/>
                </a:solidFill>
                <a:latin typeface="Arial" panose="020B0604020202020204"/>
                <a:ea typeface="+mn-ea"/>
                <a:cs typeface="+mn-cs"/>
              </a:rPr>
              <a:t>dedicated</a:t>
            </a:r>
            <a:r>
              <a:rPr lang="en-US" sz="1795" dirty="0">
                <a:solidFill>
                  <a:srgbClr val="63666A"/>
                </a:solidFill>
                <a:latin typeface="Arial" panose="020B0604020202020204"/>
                <a:ea typeface="+mn-ea"/>
                <a:cs typeface="+mn-cs"/>
              </a:rPr>
              <a:t> </a:t>
            </a:r>
            <a:r>
              <a:rPr lang="en-US" sz="1795" b="1" u="sng" dirty="0">
                <a:solidFill>
                  <a:srgbClr val="63666A"/>
                </a:solidFill>
                <a:latin typeface="Arial" panose="020B0604020202020204"/>
                <a:ea typeface="+mn-ea"/>
                <a:cs typeface="+mn-cs"/>
              </a:rPr>
              <a:t>resources</a:t>
            </a:r>
            <a:r>
              <a:rPr lang="en-US" sz="1795" dirty="0">
                <a:solidFill>
                  <a:srgbClr val="63666A"/>
                </a:solidFill>
                <a:latin typeface="Arial" panose="020B0604020202020204"/>
                <a:ea typeface="+mn-ea"/>
                <a:cs typeface="+mn-cs"/>
              </a:rPr>
              <a:t> specifically approved to work sustaining projects</a:t>
            </a:r>
          </a:p>
          <a:p>
            <a:pPr marL="285036" indent="-285036" defTabSz="912114" fontAlgn="auto">
              <a:spcBef>
                <a:spcPts val="0"/>
              </a:spcBef>
              <a:spcAft>
                <a:spcPts val="0"/>
              </a:spcAft>
              <a:buFont typeface="Arial" panose="020B0604020202020204" pitchFamily="34" charset="0"/>
              <a:buChar char="•"/>
            </a:pPr>
            <a:r>
              <a:rPr lang="en-US" sz="1795" dirty="0">
                <a:solidFill>
                  <a:srgbClr val="63666A"/>
                </a:solidFill>
                <a:latin typeface="Arial" panose="020B0604020202020204"/>
                <a:ea typeface="+mn-ea"/>
                <a:cs typeface="+mn-cs"/>
              </a:rPr>
              <a:t>Changes must be low risk, and include only SMALL feature enhancements or defect fixes</a:t>
            </a:r>
          </a:p>
          <a:p>
            <a:pPr marL="285036" indent="-285036" defTabSz="912114" fontAlgn="auto">
              <a:spcBef>
                <a:spcPts val="0"/>
              </a:spcBef>
              <a:spcAft>
                <a:spcPts val="0"/>
              </a:spcAft>
              <a:buFont typeface="Arial" panose="020B0604020202020204" pitchFamily="34" charset="0"/>
              <a:buChar char="•"/>
            </a:pPr>
            <a:r>
              <a:rPr lang="en-US" sz="1795" b="1" u="sng" dirty="0">
                <a:solidFill>
                  <a:srgbClr val="D70010"/>
                </a:solidFill>
                <a:latin typeface="Arial" panose="020B0604020202020204"/>
                <a:ea typeface="+mn-ea"/>
                <a:cs typeface="+mn-cs"/>
              </a:rPr>
              <a:t>Project CANNOT have customer committed delivery dates … work based on backlog prioritization (prior to CP2, see below)</a:t>
            </a:r>
          </a:p>
        </p:txBody>
      </p:sp>
      <p:pic>
        <p:nvPicPr>
          <p:cNvPr id="6" name="Picture 5">
            <a:extLst>
              <a:ext uri="{FF2B5EF4-FFF2-40B4-BE49-F238E27FC236}">
                <a16:creationId xmlns:a16="http://schemas.microsoft.com/office/drawing/2014/main" id="{0BDFEA66-0C95-2ECD-049A-F5A165FF581A}"/>
              </a:ext>
            </a:extLst>
          </p:cNvPr>
          <p:cNvPicPr>
            <a:picLocks noChangeAspect="1"/>
          </p:cNvPicPr>
          <p:nvPr/>
        </p:nvPicPr>
        <p:blipFill>
          <a:blip r:embed="rId2"/>
          <a:stretch>
            <a:fillRect/>
          </a:stretch>
        </p:blipFill>
        <p:spPr>
          <a:xfrm>
            <a:off x="8640517" y="815354"/>
            <a:ext cx="3196546" cy="2645830"/>
          </a:xfrm>
          <a:prstGeom prst="rect">
            <a:avLst/>
          </a:prstGeom>
        </p:spPr>
      </p:pic>
      <p:sp>
        <p:nvSpPr>
          <p:cNvPr id="7" name="TextBox 4">
            <a:extLst>
              <a:ext uri="{FF2B5EF4-FFF2-40B4-BE49-F238E27FC236}">
                <a16:creationId xmlns:a16="http://schemas.microsoft.com/office/drawing/2014/main" id="{FCD1611E-842E-C152-0006-250DAE652B24}"/>
              </a:ext>
            </a:extLst>
          </p:cNvPr>
          <p:cNvSpPr txBox="1"/>
          <p:nvPr/>
        </p:nvSpPr>
        <p:spPr>
          <a:xfrm>
            <a:off x="324775" y="3499365"/>
            <a:ext cx="11512288" cy="2677656"/>
          </a:xfrm>
          <a:prstGeom prst="rect">
            <a:avLst/>
          </a:prstGeom>
          <a:noFill/>
        </p:spPr>
        <p:txBody>
          <a:bodyPr wrap="square" rtlCol="0">
            <a:spAutoFit/>
          </a:bodyPr>
          <a:lstStyle>
            <a:defPPr>
              <a:defRPr lang="en-US"/>
            </a:defPPr>
            <a:lvl1pPr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1pPr>
            <a:lvl2pPr marL="608013" indent="-150813"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2pPr>
            <a:lvl3pPr marL="1216025" indent="-301625"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3pPr>
            <a:lvl4pPr marL="1825625" indent="-454025"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4pPr>
            <a:lvl5pPr marL="2433638" indent="-604838"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5pPr>
            <a:lvl6pPr marL="2286000" algn="l" defTabSz="457200" rtl="0" eaLnBrk="1" latinLnBrk="0" hangingPunct="1">
              <a:defRPr sz="2400" kern="1200">
                <a:solidFill>
                  <a:schemeClr val="tx1"/>
                </a:solidFill>
                <a:latin typeface="Tahoma" charset="0"/>
                <a:ea typeface="ＭＳ Ｐゴシック" charset="0"/>
                <a:cs typeface="ＭＳ Ｐゴシック" charset="0"/>
              </a:defRPr>
            </a:lvl6pPr>
            <a:lvl7pPr marL="2743200" algn="l" defTabSz="457200" rtl="0" eaLnBrk="1" latinLnBrk="0" hangingPunct="1">
              <a:defRPr sz="2400" kern="1200">
                <a:solidFill>
                  <a:schemeClr val="tx1"/>
                </a:solidFill>
                <a:latin typeface="Tahoma" charset="0"/>
                <a:ea typeface="ＭＳ Ｐゴシック" charset="0"/>
                <a:cs typeface="ＭＳ Ｐゴシック" charset="0"/>
              </a:defRPr>
            </a:lvl7pPr>
            <a:lvl8pPr marL="3200400" algn="l" defTabSz="457200" rtl="0" eaLnBrk="1" latinLnBrk="0" hangingPunct="1">
              <a:defRPr sz="2400" kern="1200">
                <a:solidFill>
                  <a:schemeClr val="tx1"/>
                </a:solidFill>
                <a:latin typeface="Tahoma" charset="0"/>
                <a:ea typeface="ＭＳ Ｐゴシック" charset="0"/>
                <a:cs typeface="ＭＳ Ｐゴシック" charset="0"/>
              </a:defRPr>
            </a:lvl8pPr>
            <a:lvl9pPr marL="3657600" algn="l" defTabSz="457200" rtl="0" eaLnBrk="1" latinLnBrk="0" hangingPunct="1">
              <a:defRPr sz="2400" kern="1200">
                <a:solidFill>
                  <a:schemeClr val="tx1"/>
                </a:solidFill>
                <a:latin typeface="Tahoma" charset="0"/>
                <a:ea typeface="ＭＳ Ｐゴシック" charset="0"/>
                <a:cs typeface="ＭＳ Ｐゴシック" charset="0"/>
              </a:defRPr>
            </a:lvl9pPr>
          </a:lstStyle>
          <a:p>
            <a:pPr defTabSz="912114" fontAlgn="auto">
              <a:spcBef>
                <a:spcPts val="0"/>
              </a:spcBef>
              <a:spcAft>
                <a:spcPts val="0"/>
              </a:spcAft>
            </a:pPr>
            <a:r>
              <a:rPr lang="en-US" sz="1400" dirty="0">
                <a:latin typeface="Arial" panose="020B0604020202020204"/>
                <a:ea typeface="+mn-ea"/>
                <a:cs typeface="+mn-cs"/>
              </a:rPr>
              <a:t>CP1 – </a:t>
            </a:r>
            <a:r>
              <a:rPr lang="en-US" sz="1400" dirty="0">
                <a:latin typeface="Arial" panose="020B0604020202020204"/>
              </a:rPr>
              <a:t>Approved before SEP-NOV Budget Cycle. Cover the Product Plan and high-level requirements (including Cybersecurity, safety, etc.) for upcoming year, End-Of-Life Planning, size of team, budget, risks and downstream </a:t>
            </a:r>
            <a:r>
              <a:rPr lang="en-US" sz="1400" b="1" dirty="0">
                <a:latin typeface="Arial" panose="020B0604020202020204"/>
              </a:rPr>
              <a:t>CP responsibilities </a:t>
            </a:r>
            <a:r>
              <a:rPr lang="en-US" sz="1400" dirty="0">
                <a:latin typeface="Arial" panose="020B0604020202020204"/>
              </a:rPr>
              <a:t>(identify the resources responsible for CP2/CP3/CP4). </a:t>
            </a:r>
            <a:endParaRPr lang="en-US" sz="1400" dirty="0">
              <a:latin typeface="Arial" panose="020B0604020202020204"/>
              <a:ea typeface="+mn-ea"/>
              <a:cs typeface="+mn-cs"/>
            </a:endParaRPr>
          </a:p>
          <a:p>
            <a:pPr defTabSz="912114" fontAlgn="auto">
              <a:spcBef>
                <a:spcPts val="0"/>
              </a:spcBef>
              <a:spcAft>
                <a:spcPts val="0"/>
              </a:spcAft>
            </a:pPr>
            <a:endParaRPr lang="en-US" sz="1400" dirty="0">
              <a:latin typeface="Arial" panose="020B0604020202020204"/>
              <a:ea typeface="+mn-ea"/>
              <a:cs typeface="+mn-cs"/>
            </a:endParaRPr>
          </a:p>
          <a:p>
            <a:pPr defTabSz="912114" fontAlgn="auto">
              <a:spcBef>
                <a:spcPts val="0"/>
              </a:spcBef>
              <a:spcAft>
                <a:spcPts val="0"/>
              </a:spcAft>
            </a:pPr>
            <a:r>
              <a:rPr lang="en-US" sz="1400" dirty="0">
                <a:latin typeface="Arial" panose="020B0604020202020204"/>
                <a:ea typeface="+mn-ea"/>
                <a:cs typeface="+mn-cs"/>
              </a:rPr>
              <a:t>CP2 – Kicks off specific delivery plan … establishes content of projects based on backlog, timing for release. AFTER CP2 is approved, customer may be provided a committed date.</a:t>
            </a:r>
          </a:p>
          <a:p>
            <a:pPr marL="893763" lvl="1" indent="-285750" defTabSz="912114" fontAlgn="auto">
              <a:spcBef>
                <a:spcPts val="0"/>
              </a:spcBef>
              <a:spcAft>
                <a:spcPts val="0"/>
              </a:spcAft>
              <a:buFontTx/>
              <a:buChar char="-"/>
            </a:pPr>
            <a:r>
              <a:rPr lang="en-US" sz="1400" dirty="0">
                <a:latin typeface="Arial" panose="020B0604020202020204"/>
                <a:ea typeface="+mn-ea"/>
                <a:cs typeface="+mn-cs"/>
              </a:rPr>
              <a:t>Once communicated to customer … the date &amp; scope cannot be changed </a:t>
            </a:r>
            <a:r>
              <a:rPr lang="en-US" sz="1400" b="1" u="sng" dirty="0">
                <a:solidFill>
                  <a:srgbClr val="FF0000"/>
                </a:solidFill>
                <a:latin typeface="Arial" panose="020B0604020202020204"/>
                <a:ea typeface="+mn-ea"/>
                <a:cs typeface="+mn-cs"/>
              </a:rPr>
              <a:t>due to other requests</a:t>
            </a:r>
            <a:r>
              <a:rPr lang="en-US" sz="1400" dirty="0">
                <a:solidFill>
                  <a:srgbClr val="63666A"/>
                </a:solidFill>
                <a:latin typeface="Arial" panose="020B0604020202020204"/>
                <a:ea typeface="+mn-ea"/>
                <a:cs typeface="+mn-cs"/>
              </a:rPr>
              <a:t>.</a:t>
            </a:r>
          </a:p>
          <a:p>
            <a:pPr marL="893763" lvl="1" indent="-285750" defTabSz="912114" fontAlgn="auto">
              <a:spcBef>
                <a:spcPts val="0"/>
              </a:spcBef>
              <a:spcAft>
                <a:spcPts val="0"/>
              </a:spcAft>
              <a:buFontTx/>
              <a:buChar char="-"/>
            </a:pPr>
            <a:r>
              <a:rPr lang="en-US" sz="1400" dirty="0">
                <a:latin typeface="Arial" panose="020B0604020202020204"/>
                <a:ea typeface="+mn-ea"/>
                <a:cs typeface="+mn-cs"/>
              </a:rPr>
              <a:t>Teams using PI Planning process can waive the separate CP2 reviews, provided Safety and Cyber security requirements taken care, risks identified and discussed in PI, and delivery milestones created in Clarity and reported in PI Closure meeting. CP2 approval will be documented by loading the PI Plan into the CP site and getting appropriate approvals.</a:t>
            </a:r>
          </a:p>
          <a:p>
            <a:pPr defTabSz="912114" fontAlgn="auto">
              <a:spcBef>
                <a:spcPts val="0"/>
              </a:spcBef>
              <a:spcAft>
                <a:spcPts val="0"/>
              </a:spcAft>
            </a:pPr>
            <a:endParaRPr lang="en-US" sz="1400" dirty="0">
              <a:latin typeface="Arial" panose="020B0604020202020204"/>
              <a:ea typeface="+mn-ea"/>
              <a:cs typeface="+mn-cs"/>
            </a:endParaRPr>
          </a:p>
          <a:p>
            <a:pPr defTabSz="912114" fontAlgn="auto">
              <a:spcBef>
                <a:spcPts val="0"/>
              </a:spcBef>
              <a:spcAft>
                <a:spcPts val="0"/>
              </a:spcAft>
            </a:pPr>
            <a:r>
              <a:rPr lang="en-US" sz="1400" dirty="0">
                <a:latin typeface="Arial" panose="020B0604020202020204"/>
                <a:ea typeface="+mn-ea"/>
                <a:cs typeface="+mn-cs"/>
              </a:rPr>
              <a:t>CP3/4 – Release Readiness Review as with all projects</a:t>
            </a:r>
          </a:p>
        </p:txBody>
      </p:sp>
    </p:spTree>
    <p:extLst>
      <p:ext uri="{BB962C8B-B14F-4D97-AF65-F5344CB8AC3E}">
        <p14:creationId xmlns:p14="http://schemas.microsoft.com/office/powerpoint/2010/main" val="4002474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FB3361D-6C7E-786C-9FB2-547EF53F30F6}"/>
              </a:ext>
            </a:extLst>
          </p:cNvPr>
          <p:cNvPicPr>
            <a:picLocks noGrp="1" noChangeAspect="1"/>
          </p:cNvPicPr>
          <p:nvPr>
            <p:ph idx="1"/>
          </p:nvPr>
        </p:nvPicPr>
        <p:blipFill>
          <a:blip r:embed="rId2"/>
          <a:stretch>
            <a:fillRect/>
          </a:stretch>
        </p:blipFill>
        <p:spPr>
          <a:xfrm>
            <a:off x="601504" y="1410568"/>
            <a:ext cx="10242173" cy="3172261"/>
          </a:xfrm>
          <a:prstGeom prst="rect">
            <a:avLst/>
          </a:prstGeom>
        </p:spPr>
      </p:pic>
      <p:sp>
        <p:nvSpPr>
          <p:cNvPr id="3" name="Title 2">
            <a:extLst>
              <a:ext uri="{FF2B5EF4-FFF2-40B4-BE49-F238E27FC236}">
                <a16:creationId xmlns:a16="http://schemas.microsoft.com/office/drawing/2014/main" id="{FA264159-2C65-6E1F-1211-F98E362134AD}"/>
              </a:ext>
            </a:extLst>
          </p:cNvPr>
          <p:cNvSpPr>
            <a:spLocks noGrp="1"/>
          </p:cNvSpPr>
          <p:nvPr>
            <p:ph type="title"/>
          </p:nvPr>
        </p:nvSpPr>
        <p:spPr/>
        <p:txBody>
          <a:bodyPr/>
          <a:lstStyle/>
          <a:p>
            <a:r>
              <a:rPr lang="en-US" dirty="0"/>
              <a:t>Cases Where CP2-Revisit Not Needed</a:t>
            </a:r>
          </a:p>
        </p:txBody>
      </p:sp>
      <p:sp>
        <p:nvSpPr>
          <p:cNvPr id="4" name="Text Placeholder 3">
            <a:extLst>
              <a:ext uri="{FF2B5EF4-FFF2-40B4-BE49-F238E27FC236}">
                <a16:creationId xmlns:a16="http://schemas.microsoft.com/office/drawing/2014/main" id="{F7283CB2-7729-D41E-2CA5-F3090E073F65}"/>
              </a:ext>
            </a:extLst>
          </p:cNvPr>
          <p:cNvSpPr>
            <a:spLocks noGrp="1"/>
          </p:cNvSpPr>
          <p:nvPr>
            <p:ph type="body" sz="quarter" idx="12"/>
          </p:nvPr>
        </p:nvSpPr>
        <p:spPr>
          <a:xfrm>
            <a:off x="447324" y="5364190"/>
            <a:ext cx="11267190" cy="270000"/>
          </a:xfrm>
        </p:spPr>
        <p:txBody>
          <a:bodyPr/>
          <a:lstStyle/>
          <a:p>
            <a:r>
              <a:rPr lang="en-US" sz="1800" dirty="0"/>
              <a:t>Refer to DI-S-QUA-323 Digital Intelligence Scope Change Management Procedure</a:t>
            </a:r>
          </a:p>
        </p:txBody>
      </p:sp>
    </p:spTree>
    <p:extLst>
      <p:ext uri="{BB962C8B-B14F-4D97-AF65-F5344CB8AC3E}">
        <p14:creationId xmlns:p14="http://schemas.microsoft.com/office/powerpoint/2010/main" val="3354029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39F975-4046-CE5F-B419-01BFB1E093B7}"/>
              </a:ext>
            </a:extLst>
          </p:cNvPr>
          <p:cNvSpPr>
            <a:spLocks noGrp="1"/>
          </p:cNvSpPr>
          <p:nvPr>
            <p:ph idx="1"/>
          </p:nvPr>
        </p:nvSpPr>
        <p:spPr>
          <a:xfrm>
            <a:off x="506613" y="1329002"/>
            <a:ext cx="11561562" cy="4966396"/>
          </a:xfrm>
        </p:spPr>
        <p:txBody>
          <a:bodyPr/>
          <a:lstStyle/>
          <a:p>
            <a:r>
              <a:rPr lang="en-US" dirty="0"/>
              <a:t>To change a BASELINE DATE, a revised CP2 is required moving forward, even if the change </a:t>
            </a:r>
            <a:r>
              <a:rPr lang="en-US" u="sng" dirty="0"/>
              <a:t>does not trigger</a:t>
            </a:r>
            <a:r>
              <a:rPr lang="en-US" dirty="0"/>
              <a:t> our official Scope Change policy. </a:t>
            </a:r>
          </a:p>
          <a:p>
            <a:r>
              <a:rPr lang="en-US" dirty="0"/>
              <a:t>Program/Project Leadership can update a rebaselined date only when driven by external or Customer justification, such as additional features or scope, or delayed schedule commitments FROM the customer.</a:t>
            </a:r>
          </a:p>
          <a:p>
            <a:r>
              <a:rPr lang="en-US" dirty="0"/>
              <a:t>Last minute defects, design changes, project reprioritization, lack of contingency, etc. are NOT reasons for rebaselining a date.</a:t>
            </a:r>
          </a:p>
          <a:p>
            <a:pPr lvl="1"/>
            <a:r>
              <a:rPr lang="en-US" dirty="0"/>
              <a:t>The Finish Date would be updated, but the rebaselined date would stay the original committed customer date.</a:t>
            </a:r>
          </a:p>
        </p:txBody>
      </p:sp>
      <p:sp>
        <p:nvSpPr>
          <p:cNvPr id="3" name="Title 2">
            <a:extLst>
              <a:ext uri="{FF2B5EF4-FFF2-40B4-BE49-F238E27FC236}">
                <a16:creationId xmlns:a16="http://schemas.microsoft.com/office/drawing/2014/main" id="{2923EF3A-E4AA-84D9-C60D-77265A7D1DF1}"/>
              </a:ext>
            </a:extLst>
          </p:cNvPr>
          <p:cNvSpPr>
            <a:spLocks noGrp="1"/>
          </p:cNvSpPr>
          <p:nvPr>
            <p:ph type="title"/>
          </p:nvPr>
        </p:nvSpPr>
        <p:spPr/>
        <p:txBody>
          <a:bodyPr/>
          <a:lstStyle/>
          <a:p>
            <a:r>
              <a:rPr lang="en-US" dirty="0"/>
              <a:t>Changing a </a:t>
            </a:r>
            <a:r>
              <a:rPr lang="en-US" dirty="0" err="1"/>
              <a:t>Rebaseline</a:t>
            </a:r>
            <a:r>
              <a:rPr lang="en-US" dirty="0"/>
              <a:t> Date</a:t>
            </a:r>
          </a:p>
        </p:txBody>
      </p:sp>
      <p:sp>
        <p:nvSpPr>
          <p:cNvPr id="4" name="Text Placeholder 3">
            <a:extLst>
              <a:ext uri="{FF2B5EF4-FFF2-40B4-BE49-F238E27FC236}">
                <a16:creationId xmlns:a16="http://schemas.microsoft.com/office/drawing/2014/main" id="{B8AF4DF3-0774-F43B-0BFC-EC49FF4E55CB}"/>
              </a:ext>
            </a:extLst>
          </p:cNvPr>
          <p:cNvSpPr>
            <a:spLocks noGrp="1"/>
          </p:cNvSpPr>
          <p:nvPr>
            <p:ph type="body" sz="quarter" idx="12"/>
          </p:nvPr>
        </p:nvSpPr>
        <p:spPr/>
        <p:txBody>
          <a:bodyPr/>
          <a:lstStyle/>
          <a:p>
            <a:endParaRPr lang="en-US" dirty="0"/>
          </a:p>
        </p:txBody>
      </p:sp>
      <p:pic>
        <p:nvPicPr>
          <p:cNvPr id="6" name="Picture 5">
            <a:extLst>
              <a:ext uri="{FF2B5EF4-FFF2-40B4-BE49-F238E27FC236}">
                <a16:creationId xmlns:a16="http://schemas.microsoft.com/office/drawing/2014/main" id="{1C016348-C1FD-E5FE-88CC-E82D0499A071}"/>
              </a:ext>
            </a:extLst>
          </p:cNvPr>
          <p:cNvPicPr>
            <a:picLocks noChangeAspect="1"/>
          </p:cNvPicPr>
          <p:nvPr/>
        </p:nvPicPr>
        <p:blipFill>
          <a:blip r:embed="rId2"/>
          <a:stretch>
            <a:fillRect/>
          </a:stretch>
        </p:blipFill>
        <p:spPr>
          <a:xfrm>
            <a:off x="3508405" y="5181755"/>
            <a:ext cx="5145028" cy="1113643"/>
          </a:xfrm>
          <a:prstGeom prst="rect">
            <a:avLst/>
          </a:prstGeom>
        </p:spPr>
      </p:pic>
    </p:spTree>
    <p:extLst>
      <p:ext uri="{BB962C8B-B14F-4D97-AF65-F5344CB8AC3E}">
        <p14:creationId xmlns:p14="http://schemas.microsoft.com/office/powerpoint/2010/main" val="1282392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8124F-49EB-502A-2170-AEAB701B73F9}"/>
              </a:ext>
            </a:extLst>
          </p:cNvPr>
          <p:cNvSpPr>
            <a:spLocks noGrp="1"/>
          </p:cNvSpPr>
          <p:nvPr>
            <p:ph type="title"/>
          </p:nvPr>
        </p:nvSpPr>
        <p:spPr/>
        <p:txBody>
          <a:bodyPr/>
          <a:lstStyle/>
          <a:p>
            <a:r>
              <a:rPr lang="en-US" dirty="0"/>
              <a:t>FLOW Projects are Exempt from RAILS</a:t>
            </a:r>
          </a:p>
        </p:txBody>
      </p:sp>
      <p:sp>
        <p:nvSpPr>
          <p:cNvPr id="10" name="TextBox 9">
            <a:extLst>
              <a:ext uri="{FF2B5EF4-FFF2-40B4-BE49-F238E27FC236}">
                <a16:creationId xmlns:a16="http://schemas.microsoft.com/office/drawing/2014/main" id="{3BDAE4F1-F76E-B343-DA80-058548D8AD82}"/>
              </a:ext>
            </a:extLst>
          </p:cNvPr>
          <p:cNvSpPr txBox="1"/>
          <p:nvPr/>
        </p:nvSpPr>
        <p:spPr>
          <a:xfrm>
            <a:off x="3421626" y="741068"/>
            <a:ext cx="8233599" cy="1473480"/>
          </a:xfrm>
          <a:prstGeom prst="rect">
            <a:avLst/>
          </a:prstGeom>
          <a:noFill/>
        </p:spPr>
        <p:txBody>
          <a:bodyPr wrap="square" rtlCol="0">
            <a:spAutoFit/>
          </a:bodyPr>
          <a:lstStyle/>
          <a:p>
            <a:pPr marL="285036" indent="-285036" defTabSz="912114" fontAlgn="auto">
              <a:spcBef>
                <a:spcPts val="0"/>
              </a:spcBef>
              <a:spcAft>
                <a:spcPts val="0"/>
              </a:spcAft>
              <a:buFont typeface="Arial" panose="020B0604020202020204" pitchFamily="34" charset="0"/>
              <a:buChar char="•"/>
            </a:pPr>
            <a:r>
              <a:rPr lang="en-US" sz="1795" dirty="0">
                <a:solidFill>
                  <a:srgbClr val="63666A"/>
                </a:solidFill>
                <a:latin typeface="Arial" panose="020B0604020202020204"/>
                <a:ea typeface="+mn-ea"/>
                <a:cs typeface="+mn-cs"/>
              </a:rPr>
              <a:t>Low risk projects with minimal / no impact on other efforts that are better managed through another process (PO for instance)</a:t>
            </a:r>
          </a:p>
          <a:p>
            <a:pPr marL="285036" indent="-285036" defTabSz="912114" fontAlgn="auto">
              <a:spcBef>
                <a:spcPts val="0"/>
              </a:spcBef>
              <a:spcAft>
                <a:spcPts val="0"/>
              </a:spcAft>
              <a:buFont typeface="Arial" panose="020B0604020202020204" pitchFamily="34" charset="0"/>
              <a:buChar char="•"/>
            </a:pPr>
            <a:r>
              <a:rPr lang="en-US" sz="1795" dirty="0">
                <a:solidFill>
                  <a:srgbClr val="63666A"/>
                </a:solidFill>
                <a:latin typeface="Arial" panose="020B0604020202020204"/>
                <a:ea typeface="+mn-ea"/>
                <a:cs typeface="+mn-cs"/>
              </a:rPr>
              <a:t>Absolutely no: SW changes / Certification Changes – </a:t>
            </a:r>
            <a:r>
              <a:rPr lang="en-US" sz="1795" b="1" u="sng" dirty="0">
                <a:solidFill>
                  <a:srgbClr val="63666A"/>
                </a:solidFill>
                <a:latin typeface="Arial" panose="020B0604020202020204"/>
                <a:ea typeface="+mn-ea"/>
                <a:cs typeface="+mn-cs"/>
              </a:rPr>
              <a:t>for HW must have shipped this product to that country previously</a:t>
            </a:r>
          </a:p>
          <a:p>
            <a:pPr marL="285036" indent="-285036" defTabSz="912114" fontAlgn="auto">
              <a:spcBef>
                <a:spcPts val="0"/>
              </a:spcBef>
              <a:spcAft>
                <a:spcPts val="0"/>
              </a:spcAft>
              <a:buFont typeface="Arial" panose="020B0604020202020204" pitchFamily="34" charset="0"/>
              <a:buChar char="•"/>
            </a:pPr>
            <a:r>
              <a:rPr lang="en-US" sz="1795" dirty="0">
                <a:solidFill>
                  <a:srgbClr val="63666A"/>
                </a:solidFill>
                <a:latin typeface="Arial" panose="020B0604020202020204"/>
                <a:ea typeface="+mn-ea"/>
                <a:cs typeface="+mn-cs"/>
              </a:rPr>
              <a:t>Changes must be staffed by a “Ready to Serve” team</a:t>
            </a:r>
          </a:p>
        </p:txBody>
      </p:sp>
      <p:graphicFrame>
        <p:nvGraphicFramePr>
          <p:cNvPr id="12" name="Table 12">
            <a:extLst>
              <a:ext uri="{FF2B5EF4-FFF2-40B4-BE49-F238E27FC236}">
                <a16:creationId xmlns:a16="http://schemas.microsoft.com/office/drawing/2014/main" id="{BF51AA94-A740-C912-08D0-1505D677196A}"/>
              </a:ext>
            </a:extLst>
          </p:cNvPr>
          <p:cNvGraphicFramePr>
            <a:graphicFrameLocks noGrp="1"/>
          </p:cNvGraphicFramePr>
          <p:nvPr>
            <p:extLst>
              <p:ext uri="{D42A27DB-BD31-4B8C-83A1-F6EECF244321}">
                <p14:modId xmlns:p14="http://schemas.microsoft.com/office/powerpoint/2010/main" val="3219419614"/>
              </p:ext>
            </p:extLst>
          </p:nvPr>
        </p:nvGraphicFramePr>
        <p:xfrm>
          <a:off x="329631" y="2490778"/>
          <a:ext cx="12083804" cy="3855720"/>
        </p:xfrm>
        <a:graphic>
          <a:graphicData uri="http://schemas.openxmlformats.org/drawingml/2006/table">
            <a:tbl>
              <a:tblPr firstRow="1" bandRow="1">
                <a:tableStyleId>{073A0DAA-6AF3-43AB-8588-CEC1D06C72B9}</a:tableStyleId>
              </a:tblPr>
              <a:tblGrid>
                <a:gridCol w="7212838">
                  <a:extLst>
                    <a:ext uri="{9D8B030D-6E8A-4147-A177-3AD203B41FA5}">
                      <a16:colId xmlns:a16="http://schemas.microsoft.com/office/drawing/2014/main" val="3393402020"/>
                    </a:ext>
                  </a:extLst>
                </a:gridCol>
                <a:gridCol w="1838632">
                  <a:extLst>
                    <a:ext uri="{9D8B030D-6E8A-4147-A177-3AD203B41FA5}">
                      <a16:colId xmlns:a16="http://schemas.microsoft.com/office/drawing/2014/main" val="2158522665"/>
                    </a:ext>
                  </a:extLst>
                </a:gridCol>
                <a:gridCol w="3032334">
                  <a:extLst>
                    <a:ext uri="{9D8B030D-6E8A-4147-A177-3AD203B41FA5}">
                      <a16:colId xmlns:a16="http://schemas.microsoft.com/office/drawing/2014/main" val="467542376"/>
                    </a:ext>
                  </a:extLst>
                </a:gridCol>
              </a:tblGrid>
              <a:tr h="370840">
                <a:tc>
                  <a:txBody>
                    <a:bodyPr/>
                    <a:lstStyle/>
                    <a:p>
                      <a:r>
                        <a:rPr lang="en-US" sz="1400" dirty="0"/>
                        <a:t>Description</a:t>
                      </a:r>
                    </a:p>
                  </a:txBody>
                  <a:tcPr/>
                </a:tc>
                <a:tc>
                  <a:txBody>
                    <a:bodyPr/>
                    <a:lstStyle/>
                    <a:p>
                      <a:r>
                        <a:rPr lang="en-US" sz="1400" dirty="0"/>
                        <a:t>Group Affected</a:t>
                      </a:r>
                    </a:p>
                  </a:txBody>
                  <a:tcPr/>
                </a:tc>
                <a:tc>
                  <a:txBody>
                    <a:bodyPr/>
                    <a:lstStyle/>
                    <a:p>
                      <a:r>
                        <a:rPr lang="en-US" sz="1400" dirty="0"/>
                        <a:t>Limitations</a:t>
                      </a:r>
                    </a:p>
                  </a:txBody>
                  <a:tcPr/>
                </a:tc>
                <a:extLst>
                  <a:ext uri="{0D108BD9-81ED-4DB2-BD59-A6C34878D82A}">
                    <a16:rowId xmlns:a16="http://schemas.microsoft.com/office/drawing/2014/main" val="2248259613"/>
                  </a:ext>
                </a:extLst>
              </a:tr>
              <a:tr h="370840">
                <a:tc>
                  <a:txBody>
                    <a:bodyPr/>
                    <a:lstStyle/>
                    <a:p>
                      <a:r>
                        <a:rPr lang="en-US" sz="1400" dirty="0"/>
                        <a:t>Second Source / OBSO for simple / non critical components, New Part numbers</a:t>
                      </a:r>
                    </a:p>
                  </a:txBody>
                  <a:tcPr/>
                </a:tc>
                <a:tc>
                  <a:txBody>
                    <a:bodyPr/>
                    <a:lstStyle/>
                    <a:p>
                      <a:r>
                        <a:rPr lang="en-US" sz="1400" dirty="0"/>
                        <a:t>All HW</a:t>
                      </a:r>
                    </a:p>
                  </a:txBody>
                  <a:tcPr/>
                </a:tc>
                <a:tc>
                  <a:txBody>
                    <a:bodyPr/>
                    <a:lstStyle/>
                    <a:p>
                      <a:r>
                        <a:rPr lang="en-US" sz="1400" dirty="0"/>
                        <a:t>No Certifications impacted</a:t>
                      </a:r>
                    </a:p>
                  </a:txBody>
                  <a:tcPr/>
                </a:tc>
                <a:extLst>
                  <a:ext uri="{0D108BD9-81ED-4DB2-BD59-A6C34878D82A}">
                    <a16:rowId xmlns:a16="http://schemas.microsoft.com/office/drawing/2014/main" val="1050847012"/>
                  </a:ext>
                </a:extLst>
              </a:tr>
              <a:tr h="370840">
                <a:tc>
                  <a:txBody>
                    <a:bodyPr/>
                    <a:lstStyle/>
                    <a:p>
                      <a:r>
                        <a:rPr lang="en-US" sz="1400" dirty="0"/>
                        <a:t>License Extensions for more users</a:t>
                      </a:r>
                    </a:p>
                  </a:txBody>
                  <a:tcPr/>
                </a:tc>
                <a:tc>
                  <a:txBody>
                    <a:bodyPr/>
                    <a:lstStyle/>
                    <a:p>
                      <a:r>
                        <a:rPr lang="en-US" sz="1400" dirty="0"/>
                        <a:t>LAD, NO, TCOS, ST</a:t>
                      </a:r>
                    </a:p>
                  </a:txBody>
                  <a:tcPr/>
                </a:tc>
                <a:tc>
                  <a:txBody>
                    <a:bodyPr/>
                    <a:lstStyle/>
                    <a:p>
                      <a:r>
                        <a:rPr lang="en-US" sz="1400" dirty="0"/>
                        <a:t>Does not drive SW changes</a:t>
                      </a:r>
                    </a:p>
                  </a:txBody>
                  <a:tcPr/>
                </a:tc>
                <a:extLst>
                  <a:ext uri="{0D108BD9-81ED-4DB2-BD59-A6C34878D82A}">
                    <a16:rowId xmlns:a16="http://schemas.microsoft.com/office/drawing/2014/main" val="3558595503"/>
                  </a:ext>
                </a:extLst>
              </a:tr>
              <a:tr h="370840">
                <a:tc>
                  <a:txBody>
                    <a:bodyPr/>
                    <a:lstStyle/>
                    <a:p>
                      <a:r>
                        <a:rPr lang="en-US" sz="1400" dirty="0"/>
                        <a:t>License Agreement for longer duration</a:t>
                      </a:r>
                    </a:p>
                  </a:txBody>
                  <a:tcPr/>
                </a:tc>
                <a:tc>
                  <a:txBody>
                    <a:bodyPr/>
                    <a:lstStyle/>
                    <a:p>
                      <a:r>
                        <a:rPr lang="en-US" sz="1400" dirty="0"/>
                        <a:t>LAD</a:t>
                      </a:r>
                    </a:p>
                  </a:txBody>
                  <a:tcPr/>
                </a:tc>
                <a:tc>
                  <a:txBody>
                    <a:bodyPr/>
                    <a:lstStyle/>
                    <a:p>
                      <a:r>
                        <a:rPr lang="en-US" sz="1400" dirty="0"/>
                        <a:t>No new Features committed</a:t>
                      </a:r>
                    </a:p>
                  </a:txBody>
                  <a:tcPr/>
                </a:tc>
                <a:extLst>
                  <a:ext uri="{0D108BD9-81ED-4DB2-BD59-A6C34878D82A}">
                    <a16:rowId xmlns:a16="http://schemas.microsoft.com/office/drawing/2014/main" val="828200674"/>
                  </a:ext>
                </a:extLst>
              </a:tr>
              <a:tr h="370840">
                <a:tc>
                  <a:txBody>
                    <a:bodyPr/>
                    <a:lstStyle/>
                    <a:p>
                      <a:r>
                        <a:rPr lang="en-US" sz="1400"/>
                        <a:t>Same SW / HW to Same customer at the Same site</a:t>
                      </a:r>
                      <a:endParaRPr lang="en-US" sz="1400" dirty="0"/>
                    </a:p>
                  </a:txBody>
                  <a:tcPr/>
                </a:tc>
                <a:tc>
                  <a:txBody>
                    <a:bodyPr/>
                    <a:lstStyle/>
                    <a:p>
                      <a:r>
                        <a:rPr lang="en-US" sz="1400" dirty="0"/>
                        <a:t>TPA, LAD</a:t>
                      </a:r>
                    </a:p>
                  </a:txBody>
                  <a:tcPr/>
                </a:tc>
                <a:tc>
                  <a:txBody>
                    <a:bodyPr/>
                    <a:lstStyle/>
                    <a:p>
                      <a:r>
                        <a:rPr lang="en-US" sz="1400" dirty="0"/>
                        <a:t>No new countries / certifications</a:t>
                      </a:r>
                    </a:p>
                  </a:txBody>
                  <a:tcPr/>
                </a:tc>
                <a:extLst>
                  <a:ext uri="{0D108BD9-81ED-4DB2-BD59-A6C34878D82A}">
                    <a16:rowId xmlns:a16="http://schemas.microsoft.com/office/drawing/2014/main" val="2962913712"/>
                  </a:ext>
                </a:extLst>
              </a:tr>
              <a:tr h="370840">
                <a:tc>
                  <a:txBody>
                    <a:bodyPr/>
                    <a:lstStyle/>
                    <a:p>
                      <a:r>
                        <a:rPr lang="en-US" sz="1400" dirty="0"/>
                        <a:t>Configuration changes for values previously tested and approved</a:t>
                      </a:r>
                    </a:p>
                  </a:txBody>
                  <a:tcPr/>
                </a:tc>
                <a:tc>
                  <a:txBody>
                    <a:bodyPr/>
                    <a:lstStyle/>
                    <a:p>
                      <a:r>
                        <a:rPr lang="en-US" sz="1400" dirty="0"/>
                        <a:t>ALL</a:t>
                      </a:r>
                    </a:p>
                  </a:txBody>
                  <a:tcPr/>
                </a:tc>
                <a:tc rowSpan="5">
                  <a:txBody>
                    <a:bodyPr/>
                    <a:lstStyle/>
                    <a:p>
                      <a:pPr marL="285750" indent="-285750">
                        <a:buFont typeface="Arial" panose="020B0604020202020204" pitchFamily="34" charset="0"/>
                        <a:buChar char="•"/>
                      </a:pPr>
                      <a:r>
                        <a:rPr lang="en-US" sz="1400" dirty="0"/>
                        <a:t>Minimal testing required (typically &lt; 2 days total)</a:t>
                      </a:r>
                    </a:p>
                    <a:p>
                      <a:pPr marL="285750" indent="-285750">
                        <a:buFont typeface="Arial" panose="020B0604020202020204" pitchFamily="34" charset="0"/>
                        <a:buChar char="•"/>
                      </a:pPr>
                      <a:r>
                        <a:rPr lang="en-US" sz="1400" dirty="0"/>
                        <a:t>Requires independent V&amp;V, review and signoff </a:t>
                      </a:r>
                    </a:p>
                    <a:p>
                      <a:pPr marL="285750" indent="-285750">
                        <a:buFont typeface="Arial" panose="020B0604020202020204" pitchFamily="34" charset="0"/>
                        <a:buChar char="•"/>
                      </a:pPr>
                      <a:r>
                        <a:rPr lang="en-US" sz="1400" dirty="0"/>
                        <a:t>Appropriate Config. Mgmt. </a:t>
                      </a:r>
                    </a:p>
                    <a:p>
                      <a:pPr marL="285750" indent="-285750">
                        <a:buFont typeface="Arial" panose="020B0604020202020204" pitchFamily="34" charset="0"/>
                        <a:buChar char="•"/>
                      </a:pPr>
                      <a:r>
                        <a:rPr lang="en-US" sz="1400" dirty="0"/>
                        <a:t>Quality audit (if requested)</a:t>
                      </a:r>
                    </a:p>
                  </a:txBody>
                  <a:tcPr/>
                </a:tc>
                <a:extLst>
                  <a:ext uri="{0D108BD9-81ED-4DB2-BD59-A6C34878D82A}">
                    <a16:rowId xmlns:a16="http://schemas.microsoft.com/office/drawing/2014/main" val="4247844521"/>
                  </a:ext>
                </a:extLst>
              </a:tr>
              <a:tr h="370840">
                <a:tc>
                  <a:txBody>
                    <a:bodyPr/>
                    <a:lstStyle/>
                    <a:p>
                      <a:r>
                        <a:rPr lang="en-US" sz="1400" dirty="0"/>
                        <a:t>Config changes for values previously tested &amp; approved, Excluding new countries or new industries</a:t>
                      </a:r>
                    </a:p>
                  </a:txBody>
                  <a:tcPr/>
                </a:tc>
                <a:tc>
                  <a:txBody>
                    <a:bodyPr/>
                    <a:lstStyle/>
                    <a:p>
                      <a:r>
                        <a:rPr lang="en-US" sz="1400" dirty="0"/>
                        <a:t>DM</a:t>
                      </a:r>
                    </a:p>
                  </a:txBody>
                  <a:tcPr/>
                </a:tc>
                <a:tc vMerge="1">
                  <a:txBody>
                    <a:bodyPr/>
                    <a:lstStyle/>
                    <a:p>
                      <a:endParaRPr lang="en-US"/>
                    </a:p>
                  </a:txBody>
                  <a:tcPr/>
                </a:tc>
                <a:extLst>
                  <a:ext uri="{0D108BD9-81ED-4DB2-BD59-A6C34878D82A}">
                    <a16:rowId xmlns:a16="http://schemas.microsoft.com/office/drawing/2014/main" val="1486942973"/>
                  </a:ext>
                </a:extLst>
              </a:tr>
              <a:tr h="370840">
                <a:tc>
                  <a:txBody>
                    <a:bodyPr/>
                    <a:lstStyle/>
                    <a:p>
                      <a:r>
                        <a:rPr lang="en-US" sz="1400" dirty="0"/>
                        <a:t>Data only updates (including display, </a:t>
                      </a:r>
                      <a:r>
                        <a:rPr lang="en-US" sz="1400" dirty="0" err="1"/>
                        <a:t>Subdiv</a:t>
                      </a:r>
                      <a:r>
                        <a:rPr lang="en-US" sz="1400" dirty="0"/>
                        <a:t> files)</a:t>
                      </a:r>
                    </a:p>
                  </a:txBody>
                  <a:tcPr/>
                </a:tc>
                <a:tc>
                  <a:txBody>
                    <a:bodyPr/>
                    <a:lstStyle/>
                    <a:p>
                      <a:r>
                        <a:rPr lang="en-US" sz="1400" dirty="0"/>
                        <a:t>NO, ST, TCOS, TS</a:t>
                      </a:r>
                    </a:p>
                  </a:txBody>
                  <a:tcPr/>
                </a:tc>
                <a:tc vMerge="1">
                  <a:txBody>
                    <a:bodyPr/>
                    <a:lstStyle/>
                    <a:p>
                      <a:endParaRPr lang="en-US" sz="1400" dirty="0"/>
                    </a:p>
                  </a:txBody>
                  <a:tcPr/>
                </a:tc>
                <a:extLst>
                  <a:ext uri="{0D108BD9-81ED-4DB2-BD59-A6C34878D82A}">
                    <a16:rowId xmlns:a16="http://schemas.microsoft.com/office/drawing/2014/main" val="2239756079"/>
                  </a:ext>
                </a:extLst>
              </a:tr>
              <a:tr h="370840">
                <a:tc>
                  <a:txBody>
                    <a:bodyPr/>
                    <a:lstStyle/>
                    <a:p>
                      <a:r>
                        <a:rPr lang="en-US" sz="1400" dirty="0"/>
                        <a:t>New Data feeds supported</a:t>
                      </a:r>
                    </a:p>
                  </a:txBody>
                  <a:tcPr/>
                </a:tc>
                <a:tc>
                  <a:txBody>
                    <a:bodyPr/>
                    <a:lstStyle/>
                    <a:p>
                      <a:r>
                        <a:rPr lang="en-US" sz="1400" dirty="0"/>
                        <a:t>PORTS only</a:t>
                      </a:r>
                    </a:p>
                  </a:txBody>
                  <a:tcPr/>
                </a:tc>
                <a:tc vMerge="1">
                  <a:txBody>
                    <a:bodyPr/>
                    <a:lstStyle/>
                    <a:p>
                      <a:endParaRPr lang="en-US" sz="1400" dirty="0"/>
                    </a:p>
                  </a:txBody>
                  <a:tcPr/>
                </a:tc>
                <a:extLst>
                  <a:ext uri="{0D108BD9-81ED-4DB2-BD59-A6C34878D82A}">
                    <a16:rowId xmlns:a16="http://schemas.microsoft.com/office/drawing/2014/main" val="445609527"/>
                  </a:ext>
                </a:extLst>
              </a:tr>
              <a:tr h="370840">
                <a:tc>
                  <a:txBody>
                    <a:bodyPr/>
                    <a:lstStyle/>
                    <a:p>
                      <a:r>
                        <a:rPr lang="en-US" sz="1400" dirty="0"/>
                        <a:t>Task orders covered under an active over arching contract  that guides volume / capacity</a:t>
                      </a:r>
                    </a:p>
                  </a:txBody>
                  <a:tcPr/>
                </a:tc>
                <a:tc>
                  <a:txBody>
                    <a:bodyPr/>
                    <a:lstStyle/>
                    <a:p>
                      <a:r>
                        <a:rPr lang="en-US" sz="1400" dirty="0"/>
                        <a:t>S&amp;S</a:t>
                      </a:r>
                    </a:p>
                  </a:txBody>
                  <a:tcPr/>
                </a:tc>
                <a:tc vMerge="1">
                  <a:txBody>
                    <a:bodyPr/>
                    <a:lstStyle/>
                    <a:p>
                      <a:r>
                        <a:rPr lang="en-US" sz="1400" dirty="0"/>
                        <a:t>Cannot impact other resources</a:t>
                      </a:r>
                    </a:p>
                  </a:txBody>
                  <a:tcPr/>
                </a:tc>
                <a:extLst>
                  <a:ext uri="{0D108BD9-81ED-4DB2-BD59-A6C34878D82A}">
                    <a16:rowId xmlns:a16="http://schemas.microsoft.com/office/drawing/2014/main" val="1942970523"/>
                  </a:ext>
                </a:extLst>
              </a:tr>
            </a:tbl>
          </a:graphicData>
        </a:graphic>
      </p:graphicFrame>
      <p:sp>
        <p:nvSpPr>
          <p:cNvPr id="13" name="Rectangle: Rounded Corners 12">
            <a:extLst>
              <a:ext uri="{FF2B5EF4-FFF2-40B4-BE49-F238E27FC236}">
                <a16:creationId xmlns:a16="http://schemas.microsoft.com/office/drawing/2014/main" id="{497C2374-37E3-3282-F71D-C8587F826A72}"/>
              </a:ext>
            </a:extLst>
          </p:cNvPr>
          <p:cNvSpPr/>
          <p:nvPr/>
        </p:nvSpPr>
        <p:spPr>
          <a:xfrm>
            <a:off x="2382359" y="6346498"/>
            <a:ext cx="6729214" cy="578882"/>
          </a:xfrm>
          <a:prstGeom prst="roundRect">
            <a:avLst/>
          </a:prstGeom>
          <a:solidFill>
            <a:schemeClr val="tx1"/>
          </a:solidFill>
        </p:spPr>
        <p:txBody>
          <a:bodyPr wrap="none" rtlCol="0" anchor="ctr">
            <a:spAutoFit/>
          </a:bodyPr>
          <a:lstStyle/>
          <a:p>
            <a:pPr algn="ctr"/>
            <a:r>
              <a:rPr lang="en-US" sz="2800" b="1" spc="-150" dirty="0">
                <a:solidFill>
                  <a:srgbClr val="FFFFFF"/>
                </a:solidFill>
                <a:latin typeface="Arial" pitchFamily="34" charset="0"/>
                <a:cs typeface="Arial" pitchFamily="34" charset="0"/>
              </a:rPr>
              <a:t>When in doubt, Ask Quality team members</a:t>
            </a:r>
          </a:p>
        </p:txBody>
      </p:sp>
      <p:pic>
        <p:nvPicPr>
          <p:cNvPr id="16" name="Picture 15">
            <a:extLst>
              <a:ext uri="{FF2B5EF4-FFF2-40B4-BE49-F238E27FC236}">
                <a16:creationId xmlns:a16="http://schemas.microsoft.com/office/drawing/2014/main" id="{731A35B3-358D-9107-21FF-B1FDF845394A}"/>
              </a:ext>
            </a:extLst>
          </p:cNvPr>
          <p:cNvPicPr>
            <a:picLocks noChangeAspect="1"/>
          </p:cNvPicPr>
          <p:nvPr/>
        </p:nvPicPr>
        <p:blipFill>
          <a:blip r:embed="rId2"/>
          <a:stretch>
            <a:fillRect/>
          </a:stretch>
        </p:blipFill>
        <p:spPr>
          <a:xfrm>
            <a:off x="643680" y="815354"/>
            <a:ext cx="2502642" cy="1564151"/>
          </a:xfrm>
          <a:prstGeom prst="rect">
            <a:avLst/>
          </a:prstGeom>
        </p:spPr>
      </p:pic>
    </p:spTree>
    <p:extLst>
      <p:ext uri="{BB962C8B-B14F-4D97-AF65-F5344CB8AC3E}">
        <p14:creationId xmlns:p14="http://schemas.microsoft.com/office/powerpoint/2010/main" val="2092874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7D2A6-D176-284C-58D3-C2787BA5C265}"/>
              </a:ext>
            </a:extLst>
          </p:cNvPr>
          <p:cNvSpPr>
            <a:spLocks noGrp="1"/>
          </p:cNvSpPr>
          <p:nvPr>
            <p:ph type="title"/>
          </p:nvPr>
        </p:nvSpPr>
        <p:spPr/>
        <p:txBody>
          <a:bodyPr/>
          <a:lstStyle/>
          <a:p>
            <a:r>
              <a:rPr lang="en-US" dirty="0"/>
              <a:t>Connection to “Other” processes &amp; corporate policies</a:t>
            </a:r>
          </a:p>
        </p:txBody>
      </p:sp>
    </p:spTree>
    <p:extLst>
      <p:ext uri="{BB962C8B-B14F-4D97-AF65-F5344CB8AC3E}">
        <p14:creationId xmlns:p14="http://schemas.microsoft.com/office/powerpoint/2010/main" val="4256480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C6A138-5837-42C5-A3D0-F739090A41F8}"/>
              </a:ext>
            </a:extLst>
          </p:cNvPr>
          <p:cNvSpPr>
            <a:spLocks noGrp="1"/>
          </p:cNvSpPr>
          <p:nvPr>
            <p:ph idx="1"/>
          </p:nvPr>
        </p:nvSpPr>
        <p:spPr>
          <a:xfrm>
            <a:off x="411363" y="824781"/>
            <a:ext cx="11199611" cy="5423521"/>
          </a:xfrm>
        </p:spPr>
        <p:txBody>
          <a:bodyPr/>
          <a:lstStyle/>
          <a:p>
            <a:r>
              <a:rPr lang="en-US" sz="1200" dirty="0"/>
              <a:t>Overall Development Process (V Model, Agile, Kanban, SAFe, etc.)</a:t>
            </a:r>
          </a:p>
          <a:p>
            <a:r>
              <a:rPr lang="en-US" sz="1200" dirty="0"/>
              <a:t>Project Decomposition Process (System to Subsystem, Capabilities to Features, etc.)</a:t>
            </a:r>
          </a:p>
          <a:p>
            <a:r>
              <a:rPr lang="en-US" sz="1200" dirty="0"/>
              <a:t>Requirements Management</a:t>
            </a:r>
          </a:p>
          <a:p>
            <a:r>
              <a:rPr lang="en-US" sz="1200" dirty="0"/>
              <a:t>Configuration Management</a:t>
            </a:r>
          </a:p>
          <a:p>
            <a:r>
              <a:rPr lang="en-US" sz="1200" dirty="0"/>
              <a:t>Design Process</a:t>
            </a:r>
          </a:p>
          <a:p>
            <a:r>
              <a:rPr lang="en-US" sz="1200" dirty="0"/>
              <a:t>Defect Management</a:t>
            </a:r>
          </a:p>
          <a:p>
            <a:r>
              <a:rPr lang="en-US" sz="1200" dirty="0"/>
              <a:t>Implementation / Integration Process</a:t>
            </a:r>
          </a:p>
          <a:p>
            <a:r>
              <a:rPr lang="en-US" sz="1200" dirty="0"/>
              <a:t>Verification &amp; Validation Process</a:t>
            </a:r>
          </a:p>
          <a:p>
            <a:r>
              <a:rPr lang="en-US" sz="1200" dirty="0"/>
              <a:t>Engineering Project Management</a:t>
            </a:r>
          </a:p>
          <a:p>
            <a:r>
              <a:rPr lang="en-US" sz="1200" dirty="0"/>
              <a:t>Technical Review Process </a:t>
            </a:r>
          </a:p>
          <a:p>
            <a:r>
              <a:rPr lang="en-US" sz="1200" dirty="0"/>
              <a:t>Engineering Release Readiness Process</a:t>
            </a:r>
          </a:p>
          <a:p>
            <a:r>
              <a:rPr lang="en-US" sz="1200" dirty="0"/>
              <a:t>Formal Release Process</a:t>
            </a:r>
          </a:p>
          <a:p>
            <a:r>
              <a:rPr lang="en-US" sz="1200" dirty="0"/>
              <a:t>Change Control Process for Projects</a:t>
            </a:r>
          </a:p>
          <a:p>
            <a:r>
              <a:rPr lang="en-US" sz="1200" dirty="0"/>
              <a:t>FMEA Process</a:t>
            </a:r>
          </a:p>
          <a:p>
            <a:r>
              <a:rPr lang="en-US" sz="1200" dirty="0"/>
              <a:t>Root Cause Analysis Process</a:t>
            </a:r>
          </a:p>
          <a:p>
            <a:r>
              <a:rPr lang="en-US" sz="1200" dirty="0"/>
              <a:t>Cyber Security Process</a:t>
            </a:r>
          </a:p>
          <a:p>
            <a:r>
              <a:rPr lang="en-US" sz="1200" dirty="0"/>
              <a:t>Special Processes – as needed by organization (Safety for instance)</a:t>
            </a:r>
          </a:p>
        </p:txBody>
      </p:sp>
      <p:sp>
        <p:nvSpPr>
          <p:cNvPr id="3" name="Title 2">
            <a:extLst>
              <a:ext uri="{FF2B5EF4-FFF2-40B4-BE49-F238E27FC236}">
                <a16:creationId xmlns:a16="http://schemas.microsoft.com/office/drawing/2014/main" id="{AC751641-DFCF-4902-A329-1231946808E2}"/>
              </a:ext>
            </a:extLst>
          </p:cNvPr>
          <p:cNvSpPr>
            <a:spLocks noGrp="1"/>
          </p:cNvSpPr>
          <p:nvPr>
            <p:ph type="title"/>
          </p:nvPr>
        </p:nvSpPr>
        <p:spPr>
          <a:xfrm>
            <a:off x="327751" y="114374"/>
            <a:ext cx="10819220" cy="662954"/>
          </a:xfrm>
        </p:spPr>
        <p:txBody>
          <a:bodyPr/>
          <a:lstStyle/>
          <a:p>
            <a:r>
              <a:rPr lang="en-US" sz="3200" dirty="0"/>
              <a:t>Integration with Engineering Mapping Process</a:t>
            </a:r>
          </a:p>
        </p:txBody>
      </p:sp>
      <p:sp>
        <p:nvSpPr>
          <p:cNvPr id="7" name="Callout: Line with Accent Bar 6">
            <a:extLst>
              <a:ext uri="{FF2B5EF4-FFF2-40B4-BE49-F238E27FC236}">
                <a16:creationId xmlns:a16="http://schemas.microsoft.com/office/drawing/2014/main" id="{4FC0D3A8-B228-4105-9E43-C192890B4386}"/>
              </a:ext>
            </a:extLst>
          </p:cNvPr>
          <p:cNvSpPr/>
          <p:nvPr/>
        </p:nvSpPr>
        <p:spPr>
          <a:xfrm>
            <a:off x="7010881" y="3336331"/>
            <a:ext cx="5030080" cy="2616101"/>
          </a:xfrm>
          <a:prstGeom prst="accentCallout1">
            <a:avLst>
              <a:gd name="adj1" fmla="val 18750"/>
              <a:gd name="adj2" fmla="val -8333"/>
              <a:gd name="adj3" fmla="val 27418"/>
              <a:gd name="adj4" fmla="val -80255"/>
            </a:avLst>
          </a:prstGeom>
          <a:ln>
            <a:solidFill>
              <a:schemeClr val="tx1"/>
            </a:solidFill>
          </a:ln>
        </p:spPr>
        <p:txBody>
          <a:bodyPr wrap="square" rtlCol="0" anchor="ctr">
            <a:spAutoFit/>
          </a:bodyPr>
          <a:lstStyle/>
          <a:p>
            <a:r>
              <a:rPr lang="en-US" sz="1800" b="1" spc="-150" dirty="0">
                <a:latin typeface="+mn-lt"/>
                <a:cs typeface="Arial" pitchFamily="34" charset="0"/>
              </a:rPr>
              <a:t>Requirements: </a:t>
            </a:r>
          </a:p>
          <a:p>
            <a:pPr marL="285750" indent="-285750">
              <a:buFont typeface="Wingdings" panose="05000000000000000000" pitchFamily="2" charset="2"/>
              <a:buChar char="Ø"/>
            </a:pPr>
            <a:r>
              <a:rPr lang="en-US" sz="1600" spc="-150" dirty="0">
                <a:latin typeface="+mn-lt"/>
                <a:cs typeface="Arial" pitchFamily="34" charset="0"/>
              </a:rPr>
              <a:t>All new, or modified, technical work products must be reviewed</a:t>
            </a:r>
          </a:p>
          <a:p>
            <a:pPr marL="285750" indent="-285750">
              <a:buFont typeface="Wingdings" panose="05000000000000000000" pitchFamily="2" charset="2"/>
              <a:buChar char="Ø"/>
            </a:pPr>
            <a:r>
              <a:rPr lang="en-US" sz="1600" spc="-150" dirty="0">
                <a:latin typeface="+mn-lt"/>
                <a:cs typeface="Arial" pitchFamily="34" charset="0"/>
              </a:rPr>
              <a:t>Reviews must be planned</a:t>
            </a:r>
          </a:p>
          <a:p>
            <a:pPr marL="285750" indent="-285750">
              <a:buFont typeface="Wingdings" panose="05000000000000000000" pitchFamily="2" charset="2"/>
              <a:buChar char="Ø"/>
            </a:pPr>
            <a:r>
              <a:rPr lang="en-US" sz="1600" spc="-150" dirty="0">
                <a:latin typeface="+mn-lt"/>
                <a:cs typeface="Arial" pitchFamily="34" charset="0"/>
              </a:rPr>
              <a:t>Review participation is selected based on risk assessment of the changes</a:t>
            </a:r>
          </a:p>
          <a:p>
            <a:pPr marL="285750" indent="-285750">
              <a:buFont typeface="Wingdings" panose="05000000000000000000" pitchFamily="2" charset="2"/>
              <a:buChar char="Ø"/>
            </a:pPr>
            <a:r>
              <a:rPr lang="en-US" sz="1600" spc="-150" dirty="0">
                <a:latin typeface="+mn-lt"/>
                <a:cs typeface="Arial" pitchFamily="34" charset="0"/>
              </a:rPr>
              <a:t>Review minutes must be captured, and action items tracked to closure</a:t>
            </a:r>
          </a:p>
          <a:p>
            <a:pPr marL="285750" indent="-285750">
              <a:buFont typeface="Wingdings" panose="05000000000000000000" pitchFamily="2" charset="2"/>
              <a:buChar char="Ø"/>
            </a:pPr>
            <a:r>
              <a:rPr lang="en-US" sz="1600" spc="-150" dirty="0">
                <a:latin typeface="+mn-lt"/>
                <a:cs typeface="Arial" pitchFamily="34" charset="0"/>
              </a:rPr>
              <a:t>Review minutes must be easily accessed from the element driving the change</a:t>
            </a:r>
          </a:p>
          <a:p>
            <a:pPr marL="571500" indent="-571500">
              <a:buFontTx/>
              <a:buChar char="-"/>
            </a:pPr>
            <a:endParaRPr lang="en-US" sz="1800" b="1" spc="-150" dirty="0">
              <a:latin typeface="Arial" pitchFamily="34" charset="0"/>
              <a:cs typeface="Arial" pitchFamily="34" charset="0"/>
            </a:endParaRPr>
          </a:p>
        </p:txBody>
      </p:sp>
      <p:sp>
        <p:nvSpPr>
          <p:cNvPr id="9" name="Callout: Line with Accent Bar 8">
            <a:extLst>
              <a:ext uri="{FF2B5EF4-FFF2-40B4-BE49-F238E27FC236}">
                <a16:creationId xmlns:a16="http://schemas.microsoft.com/office/drawing/2014/main" id="{C42F3440-9205-488E-901A-BE8C7E1DB6A2}"/>
              </a:ext>
            </a:extLst>
          </p:cNvPr>
          <p:cNvSpPr/>
          <p:nvPr/>
        </p:nvSpPr>
        <p:spPr>
          <a:xfrm>
            <a:off x="6944206" y="1720154"/>
            <a:ext cx="4368332" cy="1384995"/>
          </a:xfrm>
          <a:prstGeom prst="accentCallout1">
            <a:avLst>
              <a:gd name="adj1" fmla="val 18750"/>
              <a:gd name="adj2" fmla="val -8333"/>
              <a:gd name="adj3" fmla="val 163771"/>
              <a:gd name="adj4" fmla="val -91990"/>
            </a:avLst>
          </a:prstGeom>
          <a:ln>
            <a:solidFill>
              <a:schemeClr val="tx1"/>
            </a:solidFill>
          </a:ln>
        </p:spPr>
        <p:txBody>
          <a:bodyPr wrap="square" rtlCol="0" anchor="ctr">
            <a:spAutoFit/>
          </a:bodyPr>
          <a:lstStyle/>
          <a:p>
            <a:r>
              <a:rPr lang="en-US" sz="1800" b="1" spc="-150" dirty="0">
                <a:latin typeface="+mn-lt"/>
                <a:cs typeface="Arial" pitchFamily="34" charset="0"/>
              </a:rPr>
              <a:t>For Example: </a:t>
            </a:r>
          </a:p>
          <a:p>
            <a:r>
              <a:rPr lang="en-US" sz="1800" b="1" spc="-150" dirty="0">
                <a:latin typeface="+mn-lt"/>
                <a:cs typeface="Arial" pitchFamily="34" charset="0"/>
              </a:rPr>
              <a:t>Technical review Process Description: </a:t>
            </a:r>
          </a:p>
          <a:p>
            <a:pPr marL="285750" indent="-285750">
              <a:buFont typeface="Wingdings" panose="05000000000000000000" pitchFamily="2" charset="2"/>
              <a:buChar char="Ø"/>
            </a:pPr>
            <a:r>
              <a:rPr lang="en-US" sz="1600" spc="-150" dirty="0">
                <a:latin typeface="+mn-lt"/>
                <a:cs typeface="Arial" pitchFamily="34" charset="0"/>
              </a:rPr>
              <a:t>Defining how and when technical reviews are conducted, who can review and where / how they are documented</a:t>
            </a:r>
          </a:p>
        </p:txBody>
      </p:sp>
    </p:spTree>
    <p:extLst>
      <p:ext uri="{BB962C8B-B14F-4D97-AF65-F5344CB8AC3E}">
        <p14:creationId xmlns:p14="http://schemas.microsoft.com/office/powerpoint/2010/main" val="3238525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261601" y="2296649"/>
            <a:ext cx="9470418" cy="1143000"/>
          </a:xfrm>
          <a:prstGeom prst="rect">
            <a:avLst/>
          </a:prstGeom>
          <a:effectLst>
            <a:glow rad="228600">
              <a:schemeClr val="accent5">
                <a:satMod val="175000"/>
                <a:alpha val="40000"/>
              </a:schemeClr>
            </a:glow>
          </a:effectLst>
        </p:spPr>
        <p:txBody>
          <a:bodyPr/>
          <a:lstStyle>
            <a:lvl1pPr algn="l" defTabSz="608625" rtl="0" eaLnBrk="1" latinLnBrk="0" hangingPunct="1">
              <a:spcBef>
                <a:spcPct val="0"/>
              </a:spcBef>
              <a:buNone/>
              <a:defRPr sz="5900" b="1" i="1" kern="1200">
                <a:solidFill>
                  <a:schemeClr val="bg1"/>
                </a:solidFill>
                <a:effectLst>
                  <a:glow rad="88900">
                    <a:schemeClr val="bg1">
                      <a:alpha val="38000"/>
                    </a:schemeClr>
                  </a:glow>
                </a:effectLst>
                <a:latin typeface="+mj-lt"/>
                <a:ea typeface="+mj-ea"/>
                <a:cs typeface="+mj-cs"/>
              </a:defRPr>
            </a:lvl1pPr>
          </a:lstStyle>
          <a:p>
            <a:pPr fontAlgn="auto">
              <a:spcAft>
                <a:spcPts val="0"/>
              </a:spcAft>
              <a:defRPr/>
            </a:pPr>
            <a:r>
              <a:rPr lang="en-US" i="0" dirty="0">
                <a:solidFill>
                  <a:srgbClr val="505150"/>
                </a:solidFill>
              </a:rPr>
              <a:t>Accelerating the future</a:t>
            </a:r>
          </a:p>
        </p:txBody>
      </p:sp>
      <p:sp>
        <p:nvSpPr>
          <p:cNvPr id="46082" name="Title 1"/>
          <p:cNvSpPr txBox="1">
            <a:spLocks/>
          </p:cNvSpPr>
          <p:nvPr/>
        </p:nvSpPr>
        <p:spPr bwMode="auto">
          <a:xfrm>
            <a:off x="5294313" y="3063875"/>
            <a:ext cx="741045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defTabSz="608013" eaLnBrk="0" fontAlgn="base" hangingPunct="0">
              <a:spcBef>
                <a:spcPct val="0"/>
              </a:spcBef>
              <a:spcAft>
                <a:spcPct val="0"/>
              </a:spcAft>
              <a:defRPr sz="2400">
                <a:solidFill>
                  <a:schemeClr val="tx1"/>
                </a:solidFill>
                <a:latin typeface="Tahoma" charset="0"/>
                <a:ea typeface="ＭＳ Ｐゴシック" charset="0"/>
              </a:defRPr>
            </a:lvl6pPr>
            <a:lvl7pPr marL="2971800" indent="-228600" defTabSz="608013" eaLnBrk="0" fontAlgn="base" hangingPunct="0">
              <a:spcBef>
                <a:spcPct val="0"/>
              </a:spcBef>
              <a:spcAft>
                <a:spcPct val="0"/>
              </a:spcAft>
              <a:defRPr sz="2400">
                <a:solidFill>
                  <a:schemeClr val="tx1"/>
                </a:solidFill>
                <a:latin typeface="Tahoma" charset="0"/>
                <a:ea typeface="ＭＳ Ｐゴシック" charset="0"/>
              </a:defRPr>
            </a:lvl7pPr>
            <a:lvl8pPr marL="3429000" indent="-228600" defTabSz="608013" eaLnBrk="0" fontAlgn="base" hangingPunct="0">
              <a:spcBef>
                <a:spcPct val="0"/>
              </a:spcBef>
              <a:spcAft>
                <a:spcPct val="0"/>
              </a:spcAft>
              <a:defRPr sz="2400">
                <a:solidFill>
                  <a:schemeClr val="tx1"/>
                </a:solidFill>
                <a:latin typeface="Tahoma" charset="0"/>
                <a:ea typeface="ＭＳ Ｐゴシック" charset="0"/>
              </a:defRPr>
            </a:lvl8pPr>
            <a:lvl9pPr marL="3886200" indent="-228600" defTabSz="608013"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5900">
                <a:solidFill>
                  <a:schemeClr val="tx2"/>
                </a:solidFill>
                <a:latin typeface="Arial" charset="0"/>
              </a:rPr>
              <a:t>of transportation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58057D-F220-B591-D71F-E255F76533D7}"/>
              </a:ext>
            </a:extLst>
          </p:cNvPr>
          <p:cNvSpPr>
            <a:spLocks noGrp="1"/>
          </p:cNvSpPr>
          <p:nvPr>
            <p:ph idx="1"/>
          </p:nvPr>
        </p:nvSpPr>
        <p:spPr>
          <a:xfrm>
            <a:off x="4608576" y="1182698"/>
            <a:ext cx="7452360" cy="4966396"/>
          </a:xfrm>
        </p:spPr>
        <p:txBody>
          <a:bodyPr/>
          <a:lstStyle/>
          <a:p>
            <a:r>
              <a:rPr lang="en-US" sz="2300" dirty="0"/>
              <a:t>DI-F-QUA-300 [Templates]</a:t>
            </a:r>
          </a:p>
          <a:p>
            <a:r>
              <a:rPr lang="en-US" sz="2300" dirty="0"/>
              <a:t>DI-I-QUA-300:304 [Work Instructions]</a:t>
            </a:r>
          </a:p>
          <a:p>
            <a:r>
              <a:rPr lang="en-US" sz="2300" dirty="0"/>
              <a:t>DI-P-QUA-260 [Pre-Production Release Types]</a:t>
            </a:r>
          </a:p>
          <a:p>
            <a:r>
              <a:rPr lang="en-US" sz="2300" dirty="0"/>
              <a:t>DI-S-QUA-323 [Scope Change Procedure]</a:t>
            </a:r>
          </a:p>
        </p:txBody>
      </p:sp>
      <p:sp>
        <p:nvSpPr>
          <p:cNvPr id="3" name="Title 2">
            <a:extLst>
              <a:ext uri="{FF2B5EF4-FFF2-40B4-BE49-F238E27FC236}">
                <a16:creationId xmlns:a16="http://schemas.microsoft.com/office/drawing/2014/main" id="{5FF7C40C-1738-D938-B93F-FB323F762F45}"/>
              </a:ext>
            </a:extLst>
          </p:cNvPr>
          <p:cNvSpPr>
            <a:spLocks noGrp="1"/>
          </p:cNvSpPr>
          <p:nvPr>
            <p:ph type="title"/>
          </p:nvPr>
        </p:nvSpPr>
        <p:spPr>
          <a:xfrm>
            <a:off x="506613" y="0"/>
            <a:ext cx="3589899" cy="815354"/>
          </a:xfrm>
        </p:spPr>
        <p:txBody>
          <a:bodyPr/>
          <a:lstStyle/>
          <a:p>
            <a:r>
              <a:rPr lang="en-US" dirty="0"/>
              <a:t>Links</a:t>
            </a:r>
          </a:p>
        </p:txBody>
      </p:sp>
      <p:sp>
        <p:nvSpPr>
          <p:cNvPr id="5" name="Title 2">
            <a:extLst>
              <a:ext uri="{FF2B5EF4-FFF2-40B4-BE49-F238E27FC236}">
                <a16:creationId xmlns:a16="http://schemas.microsoft.com/office/drawing/2014/main" id="{974037A4-7B93-F9FA-8197-92D49C694F5C}"/>
              </a:ext>
            </a:extLst>
          </p:cNvPr>
          <p:cNvSpPr txBox="1">
            <a:spLocks/>
          </p:cNvSpPr>
          <p:nvPr/>
        </p:nvSpPr>
        <p:spPr>
          <a:xfrm>
            <a:off x="4608576" y="0"/>
            <a:ext cx="3589899" cy="815354"/>
          </a:xfrm>
          <a:prstGeom prst="rect">
            <a:avLst/>
          </a:prstGeom>
        </p:spPr>
        <p:txBody>
          <a:bodyPr lIns="121725" tIns="60862" rIns="121725" bIns="60862" anchor="b" anchorCtr="0"/>
          <a:lstStyle>
            <a:lvl1pPr marL="0" indent="0" algn="l" defTabSz="608013" rtl="0" eaLnBrk="1" fontAlgn="base" hangingPunct="1">
              <a:spcBef>
                <a:spcPct val="0"/>
              </a:spcBef>
              <a:spcAft>
                <a:spcPct val="0"/>
              </a:spcAft>
              <a:defRPr sz="3600" b="1" i="0" kern="1200" cap="none" spc="-100" baseline="0">
                <a:solidFill>
                  <a:schemeClr val="tx1"/>
                </a:solidFill>
                <a:latin typeface="Arial"/>
                <a:ea typeface="ＭＳ Ｐゴシック" charset="0"/>
                <a:cs typeface="Arial"/>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a:lstStyle>
          <a:p>
            <a:r>
              <a:rPr lang="en-US" dirty="0"/>
              <a:t>Resources</a:t>
            </a:r>
          </a:p>
        </p:txBody>
      </p:sp>
      <p:sp>
        <p:nvSpPr>
          <p:cNvPr id="6" name="Content Placeholder 1">
            <a:extLst>
              <a:ext uri="{FF2B5EF4-FFF2-40B4-BE49-F238E27FC236}">
                <a16:creationId xmlns:a16="http://schemas.microsoft.com/office/drawing/2014/main" id="{B863A0D5-897F-F48D-6F63-C68A451035DC}"/>
              </a:ext>
            </a:extLst>
          </p:cNvPr>
          <p:cNvSpPr txBox="1">
            <a:spLocks/>
          </p:cNvSpPr>
          <p:nvPr/>
        </p:nvSpPr>
        <p:spPr>
          <a:xfrm>
            <a:off x="506613" y="1182698"/>
            <a:ext cx="5202291" cy="4966396"/>
          </a:xfrm>
          <a:prstGeom prst="rect">
            <a:avLst/>
          </a:prstGeom>
        </p:spPr>
        <p:txBody>
          <a:bodyPr lIns="121725" tIns="60862" rIns="121725" bIns="60862" anchor="t"/>
          <a:lstStyle>
            <a:lvl1pPr marL="274320" indent="-274320" algn="l" defTabSz="608013" rtl="0" eaLnBrk="1" fontAlgn="base" hangingPunct="1">
              <a:spcBef>
                <a:spcPts val="1200"/>
              </a:spcBef>
              <a:spcAft>
                <a:spcPts val="0"/>
              </a:spcAft>
              <a:buClrTx/>
              <a:buFont typeface="Arial"/>
              <a:buChar char="•"/>
              <a:defRPr sz="2400" b="1" i="0" kern="1200">
                <a:solidFill>
                  <a:schemeClr val="tx1"/>
                </a:solidFill>
                <a:latin typeface="Tahoma (body)"/>
                <a:ea typeface="Tahoma" pitchFamily="34" charset="0"/>
                <a:cs typeface="Tahoma (body)"/>
              </a:defRPr>
            </a:lvl1pPr>
            <a:lvl2pPr marL="621792" indent="-292608" algn="l" defTabSz="608013" rtl="0" eaLnBrk="1" fontAlgn="base" hangingPunct="1">
              <a:spcBef>
                <a:spcPts val="1200"/>
              </a:spcBef>
              <a:spcAft>
                <a:spcPts val="0"/>
              </a:spcAft>
              <a:buClrTx/>
              <a:buFont typeface="Lucida Grande"/>
              <a:buChar char="-"/>
              <a:defRPr sz="2100" kern="1200">
                <a:solidFill>
                  <a:schemeClr val="tx1"/>
                </a:solidFill>
                <a:latin typeface="Tahoma (body)"/>
                <a:ea typeface="Tahoma" pitchFamily="34" charset="0"/>
                <a:cs typeface="Tahoma (body)"/>
              </a:defRPr>
            </a:lvl2pPr>
            <a:lvl3pPr marL="969264"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3pPr>
            <a:lvl4pPr marL="1307592"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4pPr>
            <a:lvl5pPr marL="1645920"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a:lstStyle>
          <a:p>
            <a:r>
              <a:rPr lang="en-US" dirty="0">
                <a:hlinkClick r:id="rId2"/>
              </a:rPr>
              <a:t>Reliance</a:t>
            </a:r>
            <a:endParaRPr lang="en-US" dirty="0"/>
          </a:p>
          <a:p>
            <a:r>
              <a:rPr lang="en-US" dirty="0">
                <a:ea typeface="Tahoma"/>
                <a:hlinkClick r:id="rId3"/>
              </a:rPr>
              <a:t>CP SharePoint</a:t>
            </a:r>
            <a:endParaRPr lang="en-US" dirty="0">
              <a:hlinkClick r:id="rId3"/>
            </a:endParaRPr>
          </a:p>
        </p:txBody>
      </p:sp>
    </p:spTree>
    <p:extLst>
      <p:ext uri="{BB962C8B-B14F-4D97-AF65-F5344CB8AC3E}">
        <p14:creationId xmlns:p14="http://schemas.microsoft.com/office/powerpoint/2010/main" val="3294767932"/>
      </p:ext>
    </p:extLst>
  </p:cSld>
  <p:clrMapOvr>
    <a:masterClrMapping/>
  </p:clrMapOvr>
</p:sld>
</file>

<file path=ppt/theme/theme1.xml><?xml version="1.0" encoding="utf-8"?>
<a:theme xmlns:a="http://schemas.openxmlformats.org/drawingml/2006/main" name="Wabtec-GET_Template_v9b">
  <a:themeElements>
    <a:clrScheme name="Custom 35">
      <a:dk1>
        <a:srgbClr val="63666A"/>
      </a:dk1>
      <a:lt1>
        <a:sysClr val="window" lastClr="FFFFFF"/>
      </a:lt1>
      <a:dk2>
        <a:srgbClr val="D70010"/>
      </a:dk2>
      <a:lt2>
        <a:srgbClr val="D1D0CE"/>
      </a:lt2>
      <a:accent1>
        <a:srgbClr val="003158"/>
      </a:accent1>
      <a:accent2>
        <a:srgbClr val="3684C0"/>
      </a:accent2>
      <a:accent3>
        <a:srgbClr val="00847E"/>
      </a:accent3>
      <a:accent4>
        <a:srgbClr val="004B4B"/>
      </a:accent4>
      <a:accent5>
        <a:srgbClr val="E66300"/>
      </a:accent5>
      <a:accent6>
        <a:srgbClr val="FFAB18"/>
      </a:accent6>
      <a:hlink>
        <a:srgbClr val="0031A0"/>
      </a:hlink>
      <a:folHlink>
        <a:srgbClr val="0057C5"/>
      </a:folHlink>
    </a:clrScheme>
    <a:fontScheme name="Personnalisé 1">
      <a:majorFont>
        <a:latin typeface="Arial"/>
        <a:ea typeface=""/>
        <a:cs typeface=""/>
      </a:majorFont>
      <a:minorFont>
        <a:latin typeface="Tahoma"/>
        <a:ea typeface=""/>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3600" b="1" spc="-150" dirty="0">
            <a:solidFill>
              <a:srgbClr val="FFFFFF"/>
            </a:solidFill>
            <a:latin typeface="Arial" pitchFamily="34" charset="0"/>
            <a:cs typeface="Arial" pitchFamily="34" charset="0"/>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Wabtec-GET_Template_v9b">
  <a:themeElements>
    <a:clrScheme name="Custom 35">
      <a:dk1>
        <a:srgbClr val="63666A"/>
      </a:dk1>
      <a:lt1>
        <a:sysClr val="window" lastClr="FFFFFF"/>
      </a:lt1>
      <a:dk2>
        <a:srgbClr val="D70010"/>
      </a:dk2>
      <a:lt2>
        <a:srgbClr val="D1D0CE"/>
      </a:lt2>
      <a:accent1>
        <a:srgbClr val="003158"/>
      </a:accent1>
      <a:accent2>
        <a:srgbClr val="3684C0"/>
      </a:accent2>
      <a:accent3>
        <a:srgbClr val="00847E"/>
      </a:accent3>
      <a:accent4>
        <a:srgbClr val="004B4B"/>
      </a:accent4>
      <a:accent5>
        <a:srgbClr val="E66300"/>
      </a:accent5>
      <a:accent6>
        <a:srgbClr val="FFAB18"/>
      </a:accent6>
      <a:hlink>
        <a:srgbClr val="0031A0"/>
      </a:hlink>
      <a:folHlink>
        <a:srgbClr val="0057C5"/>
      </a:folHlink>
    </a:clrScheme>
    <a:fontScheme name="Personnalisé 1">
      <a:majorFont>
        <a:latin typeface="Arial"/>
        <a:ea typeface=""/>
        <a:cs typeface=""/>
      </a:majorFont>
      <a:minorFont>
        <a:latin typeface="Tahoma"/>
        <a:ea typeface=""/>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3600" b="1" spc="-150" dirty="0">
            <a:solidFill>
              <a:srgbClr val="FFFFFF"/>
            </a:solidFill>
            <a:latin typeface="Arial" pitchFamily="34" charset="0"/>
            <a:cs typeface="Arial" pitchFamily="34" charset="0"/>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abtec PowerPoint Template_FINAL.pptx  -  Read-Only" id="{A4E2654F-5DBB-4E3D-9B3F-6AD5F9AE08CE}" vid="{0C56F0D5-B13D-4655-8DD8-9F5BFA943760}"/>
    </a:ext>
  </a:extLst>
</a:theme>
</file>

<file path=ppt/theme/theme3.xml><?xml version="1.0" encoding="utf-8"?>
<a:theme xmlns:a="http://schemas.openxmlformats.org/drawingml/2006/main" name="9_Wabtec-GET_Template_v10">
  <a:themeElements>
    <a:clrScheme name="Wabtec">
      <a:dk1>
        <a:srgbClr val="63666A"/>
      </a:dk1>
      <a:lt1>
        <a:srgbClr val="FFFFFF"/>
      </a:lt1>
      <a:dk2>
        <a:srgbClr val="D70010"/>
      </a:dk2>
      <a:lt2>
        <a:srgbClr val="D1D0CE"/>
      </a:lt2>
      <a:accent1>
        <a:srgbClr val="003158"/>
      </a:accent1>
      <a:accent2>
        <a:srgbClr val="3684C0"/>
      </a:accent2>
      <a:accent3>
        <a:srgbClr val="00847E"/>
      </a:accent3>
      <a:accent4>
        <a:srgbClr val="004B4B"/>
      </a:accent4>
      <a:accent5>
        <a:srgbClr val="E66300"/>
      </a:accent5>
      <a:accent6>
        <a:srgbClr val="FFAB18"/>
      </a:accent6>
      <a:hlink>
        <a:srgbClr val="0031A0"/>
      </a:hlink>
      <a:folHlink>
        <a:srgbClr val="0057C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spPr>
      <a:bodyPr wrap="none" rtlCol="0" anchor="ctr">
        <a:spAutoFit/>
      </a:bodyPr>
      <a:lstStyle>
        <a:defPPr algn="ctr">
          <a:defRPr sz="3600" b="1" spc="-150" dirty="0">
            <a:solidFill>
              <a:srgbClr val="FFFFFF"/>
            </a:solidFill>
            <a:latin typeface="Arial" pitchFamily="34" charset="0"/>
            <a:cs typeface="Arial" pitchFamily="34" charset="0"/>
          </a:defRPr>
        </a:defPPr>
      </a:lst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abtec Powerpoint Template  -  Read-Only" id="{F6A82B92-3B0E-4E31-9531-61B9013D33EC}" vid="{618C73F6-FBAA-4090-BA6B-EFE3B7BE204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718694B173274EAC25EC33B6BCFBA1" ma:contentTypeVersion="4" ma:contentTypeDescription="Create a new document." ma:contentTypeScope="" ma:versionID="07e2c74d8eb770a4159ca8b620ed0eb1">
  <xsd:schema xmlns:xsd="http://www.w3.org/2001/XMLSchema" xmlns:xs="http://www.w3.org/2001/XMLSchema" xmlns:p="http://schemas.microsoft.com/office/2006/metadata/properties" xmlns:ns2="ea85189d-8d3e-4f50-a44f-b3ce4e1823f1" targetNamespace="http://schemas.microsoft.com/office/2006/metadata/properties" ma:root="true" ma:fieldsID="b603a0129ac30eefa2f2e04834c490a4" ns2:_="">
    <xsd:import namespace="ea85189d-8d3e-4f50-a44f-b3ce4e1823f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85189d-8d3e-4f50-a44f-b3ce4e1823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E91A5D6-00CC-4BDF-98F6-2D5EAA7B92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85189d-8d3e-4f50-a44f-b3ce4e1823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596F68C-CBB6-47C2-8450-B48FAC8D8A33}">
  <ds:schemaRefs>
    <ds:schemaRef ds:uri="http://schemas.microsoft.com/sharepoint/v3/contenttype/forms"/>
  </ds:schemaRefs>
</ds:datastoreItem>
</file>

<file path=customXml/itemProps3.xml><?xml version="1.0" encoding="utf-8"?>
<ds:datastoreItem xmlns:ds="http://schemas.openxmlformats.org/officeDocument/2006/customXml" ds:itemID="{17BAFA8C-505E-4C61-B810-BE1FF056262F}">
  <ds:schemaRefs>
    <ds:schemaRef ds:uri="http://schemas.microsoft.com/office/2006/metadata/properties"/>
    <ds:schemaRef ds:uri="http://purl.org/dc/dcmitype/"/>
    <ds:schemaRef ds:uri="ea85189d-8d3e-4f50-a44f-b3ce4e1823f1"/>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Wabtec-GET_Template_v10</Template>
  <TotalTime>21159</TotalTime>
  <Words>2966</Words>
  <Application>Microsoft Office PowerPoint</Application>
  <PresentationFormat>Custom</PresentationFormat>
  <Paragraphs>425</Paragraphs>
  <Slides>23</Slides>
  <Notes>6</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23</vt:i4>
      </vt:variant>
    </vt:vector>
  </HeadingPairs>
  <TitlesOfParts>
    <vt:vector size="35" baseType="lpstr">
      <vt:lpstr>ＭＳ Ｐゴシック</vt:lpstr>
      <vt:lpstr>Arial</vt:lpstr>
      <vt:lpstr>Arian</vt:lpstr>
      <vt:lpstr>Calibri</vt:lpstr>
      <vt:lpstr>GE Inspira Sans</vt:lpstr>
      <vt:lpstr>Lucida Grande</vt:lpstr>
      <vt:lpstr>Tahoma</vt:lpstr>
      <vt:lpstr>Tahoma (body)</vt:lpstr>
      <vt:lpstr>Wingdings</vt:lpstr>
      <vt:lpstr>Wabtec-GET_Template_v9b</vt:lpstr>
      <vt:lpstr>1_Wabtec-GET_Template_v9b</vt:lpstr>
      <vt:lpstr>9_Wabtec-GET_Template_v10</vt:lpstr>
      <vt:lpstr>2026 RAILS Training</vt:lpstr>
      <vt:lpstr>What is RAILS</vt:lpstr>
      <vt:lpstr>A Note about ROLES versus TITLES</vt:lpstr>
      <vt:lpstr>RAILS Lifecycle Stages Intents &amp; Highlights</vt:lpstr>
      <vt:lpstr>RAILS &amp; CONTROL POINT REVIEWS</vt:lpstr>
      <vt:lpstr>Approvals for Control Points</vt:lpstr>
      <vt:lpstr>RAILS 0 from Concept to Charter</vt:lpstr>
      <vt:lpstr>RAILS 1: Refining the Concepts to Deciding to Bid</vt:lpstr>
      <vt:lpstr>Between Bid and Win … Collaborating to Win &amp; Deliver</vt:lpstr>
      <vt:lpstr>RAILS 2: ITO to OTR &amp; Project Kickoff</vt:lpstr>
      <vt:lpstr>RAILS 3: Development and V&amp;V Through Pilot Release</vt:lpstr>
      <vt:lpstr>RAILS 3: Development and V&amp;V Through Pilot Release</vt:lpstr>
      <vt:lpstr>Quality Audit for Release Readiness Reviews</vt:lpstr>
      <vt:lpstr>RAILS 4: Hold Pilot through Production</vt:lpstr>
      <vt:lpstr>System of Systems Projects &amp; RAILS Interactions</vt:lpstr>
      <vt:lpstr>Managing Sustaining Projects / Pooled Resources</vt:lpstr>
      <vt:lpstr>Cases Where CP2-Revisit Not Needed</vt:lpstr>
      <vt:lpstr>Changing a Rebaseline Date</vt:lpstr>
      <vt:lpstr>FLOW Projects are Exempt from RAILS</vt:lpstr>
      <vt:lpstr>Connection to “Other” processes &amp; corporate policies</vt:lpstr>
      <vt:lpstr>Integration with Engineering Mapping Process</vt:lpstr>
      <vt:lpstr>PowerPoint Presentation</vt:lpstr>
      <vt:lpstr>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Arial, 48pt Bold</dc:title>
  <dc:creator>Chambers, Rob</dc:creator>
  <cp:lastModifiedBy>de Oliveira, Matheus</cp:lastModifiedBy>
  <cp:revision>188</cp:revision>
  <cp:lastPrinted>2022-03-28T18:03:42Z</cp:lastPrinted>
  <dcterms:created xsi:type="dcterms:W3CDTF">2019-02-16T13:41:51Z</dcterms:created>
  <dcterms:modified xsi:type="dcterms:W3CDTF">2026-08-27T12:28:33Z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7903732-8a6f-4e0e-952b-fe0b250d49cc_Enabled">
    <vt:lpwstr>true</vt:lpwstr>
  </property>
  <property fmtid="{D5CDD505-2E9C-101B-9397-08002B2CF9AE}" pid="3" name="MSIP_Label_57903732-8a6f-4e0e-952b-fe0b250d49cc_SetDate">
    <vt:lpwstr>2025-08-01T19:35:02Z</vt:lpwstr>
  </property>
  <property fmtid="{D5CDD505-2E9C-101B-9397-08002B2CF9AE}" pid="4" name="MSIP_Label_57903732-8a6f-4e0e-952b-fe0b250d49cc_Method">
    <vt:lpwstr>Standard</vt:lpwstr>
  </property>
  <property fmtid="{D5CDD505-2E9C-101B-9397-08002B2CF9AE}" pid="5" name="MSIP_Label_57903732-8a6f-4e0e-952b-fe0b250d49cc_Name">
    <vt:lpwstr>1- General Business</vt:lpwstr>
  </property>
  <property fmtid="{D5CDD505-2E9C-101B-9397-08002B2CF9AE}" pid="6" name="MSIP_Label_57903732-8a6f-4e0e-952b-fe0b250d49cc_SiteId">
    <vt:lpwstr>90f1aac4-c661-46a9-83fd-e021705adcc9</vt:lpwstr>
  </property>
  <property fmtid="{D5CDD505-2E9C-101B-9397-08002B2CF9AE}" pid="7" name="MSIP_Label_57903732-8a6f-4e0e-952b-fe0b250d49cc_ActionId">
    <vt:lpwstr>a2f7ded5-f9f3-443f-aade-cf15ab5cefa0</vt:lpwstr>
  </property>
  <property fmtid="{D5CDD505-2E9C-101B-9397-08002B2CF9AE}" pid="8" name="MSIP_Label_57903732-8a6f-4e0e-952b-fe0b250d49cc_ContentBits">
    <vt:lpwstr>1</vt:lpwstr>
  </property>
  <property fmtid="{D5CDD505-2E9C-101B-9397-08002B2CF9AE}" pid="9" name="MSIP_Label_57903732-8a6f-4e0e-952b-fe0b250d49cc_Tag">
    <vt:lpwstr>10, 3, 0, 1</vt:lpwstr>
  </property>
  <property fmtid="{D5CDD505-2E9C-101B-9397-08002B2CF9AE}" pid="10" name="ClassificationContentMarkingHeaderLocations">
    <vt:lpwstr>Wabtec-GET_Template_v9b:3\1_Wabtec-GET_Template_v9b:3\9_Wabtec-GET_Template_v10:5</vt:lpwstr>
  </property>
  <property fmtid="{D5CDD505-2E9C-101B-9397-08002B2CF9AE}" pid="11" name="ClassificationContentMarkingHeaderText">
    <vt:lpwstr>1 - General Business</vt:lpwstr>
  </property>
  <property fmtid="{D5CDD505-2E9C-101B-9397-08002B2CF9AE}" pid="12" name="ContentTypeId">
    <vt:lpwstr>0x01010022718694B173274EAC25EC33B6BCFBA1</vt:lpwstr>
  </property>
</Properties>
</file>